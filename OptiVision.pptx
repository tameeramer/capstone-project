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3" r:id="rId9"/>
    <p:sldId id="264" r:id="rId10"/>
    <p:sldId id="280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5B7CEF-6448-403C-98FE-5A5320C433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314CC44-D3B9-41AA-ABC6-6D07092637FC}">
      <dgm:prSet custT="1"/>
      <dgm:spPr/>
      <dgm:t>
        <a:bodyPr/>
        <a:lstStyle/>
        <a:p>
          <a:r>
            <a:rPr lang="he-IL" sz="1600" b="0" i="0" baseline="0" dirty="0"/>
            <a:t>OptiVision </a:t>
          </a:r>
          <a:r>
            <a:rPr lang="he-IL" sz="1600" b="0" i="0" baseline="0" dirty="0" err="1"/>
            <a:t>is</a:t>
          </a:r>
          <a:r>
            <a:rPr lang="he-IL" sz="1600" b="0" i="0" baseline="0" dirty="0"/>
            <a:t> a </a:t>
          </a:r>
          <a:r>
            <a:rPr lang="he-IL" sz="1600" b="0" i="0" baseline="0" dirty="0" err="1"/>
            <a:t>desktop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application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designed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for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early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detection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of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impairments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637E93DE-E57E-4607-9BC8-818ECB34A65B}" type="parTrans" cxnId="{3C336C43-B87B-496D-804B-BC278C47042D}">
      <dgm:prSet/>
      <dgm:spPr/>
      <dgm:t>
        <a:bodyPr/>
        <a:lstStyle/>
        <a:p>
          <a:endParaRPr lang="en-US"/>
        </a:p>
      </dgm:t>
    </dgm:pt>
    <dgm:pt modelId="{0DD3A17B-5CEF-4BB9-BAE6-F4C943781E6A}" type="sibTrans" cxnId="{3C336C43-B87B-496D-804B-BC278C47042D}">
      <dgm:prSet/>
      <dgm:spPr/>
      <dgm:t>
        <a:bodyPr/>
        <a:lstStyle/>
        <a:p>
          <a:endParaRPr lang="en-US"/>
        </a:p>
      </dgm:t>
    </dgm:pt>
    <dgm:pt modelId="{CD171B7C-3A63-40DE-9894-69194F151F11}">
      <dgm:prSet custT="1"/>
      <dgm:spPr/>
      <dgm:t>
        <a:bodyPr/>
        <a:lstStyle/>
        <a:p>
          <a:r>
            <a:rPr lang="he-IL" sz="1600" b="0" i="0" baseline="0" dirty="0" err="1"/>
            <a:t>Millions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of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people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worldwide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suffer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from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undiagnosed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problems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AC82E0FC-C671-406F-B525-015322AE8F57}" type="parTrans" cxnId="{20D7174A-AC7D-4D24-BDAA-3E7587C821D9}">
      <dgm:prSet/>
      <dgm:spPr/>
      <dgm:t>
        <a:bodyPr/>
        <a:lstStyle/>
        <a:p>
          <a:endParaRPr lang="en-US"/>
        </a:p>
      </dgm:t>
    </dgm:pt>
    <dgm:pt modelId="{021BFDAA-7FB7-4471-936B-83A502D4FB5E}" type="sibTrans" cxnId="{20D7174A-AC7D-4D24-BDAA-3E7587C821D9}">
      <dgm:prSet/>
      <dgm:spPr/>
      <dgm:t>
        <a:bodyPr/>
        <a:lstStyle/>
        <a:p>
          <a:endParaRPr lang="en-US"/>
        </a:p>
      </dgm:t>
    </dgm:pt>
    <dgm:pt modelId="{1E35AE65-BBB1-4577-ABA8-344288FF6622}">
      <dgm:prSet custT="1"/>
      <dgm:spPr/>
      <dgm:t>
        <a:bodyPr/>
        <a:lstStyle/>
        <a:p>
          <a:r>
            <a:rPr lang="he-IL" sz="1600" b="0" i="0" baseline="0" dirty="0" err="1"/>
            <a:t>The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project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provides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easy-to-use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solution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for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home-based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screening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B6F74EB4-F746-484F-86E3-B823ACE90EBE}" type="parTrans" cxnId="{3F0A164C-9206-408D-A6F2-AE65F5E8E5E5}">
      <dgm:prSet/>
      <dgm:spPr/>
      <dgm:t>
        <a:bodyPr/>
        <a:lstStyle/>
        <a:p>
          <a:endParaRPr lang="en-US"/>
        </a:p>
      </dgm:t>
    </dgm:pt>
    <dgm:pt modelId="{E1D90977-4818-4BB1-A2ED-ADBC49388EE5}" type="sibTrans" cxnId="{3F0A164C-9206-408D-A6F2-AE65F5E8E5E5}">
      <dgm:prSet/>
      <dgm:spPr/>
      <dgm:t>
        <a:bodyPr/>
        <a:lstStyle/>
        <a:p>
          <a:endParaRPr lang="en-US"/>
        </a:p>
      </dgm:t>
    </dgm:pt>
    <dgm:pt modelId="{6660B8B1-967B-4A2E-B453-6ACBC25169DA}">
      <dgm:prSet custT="1"/>
      <dgm:spPr/>
      <dgm:t>
        <a:bodyPr/>
        <a:lstStyle/>
        <a:p>
          <a:r>
            <a:rPr lang="he-IL" sz="1600" b="0" i="0" baseline="0" dirty="0"/>
            <a:t>OptiVision </a:t>
          </a:r>
          <a:r>
            <a:rPr lang="he-IL" sz="1600" b="0" i="0" baseline="0" dirty="0" err="1"/>
            <a:t>includes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multiple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tests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that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can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help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users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detect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issues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early</a:t>
          </a:r>
          <a:r>
            <a:rPr lang="he-IL" sz="1600" b="0" i="0" baseline="0" dirty="0"/>
            <a:t>, </a:t>
          </a:r>
          <a:r>
            <a:rPr lang="he-IL" sz="1600" b="0" i="0" baseline="0" dirty="0" err="1"/>
            <a:t>before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they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worsen</a:t>
          </a:r>
          <a:r>
            <a:rPr lang="he-IL" sz="1600" b="0" i="0" baseline="0" dirty="0"/>
            <a:t>. </a:t>
          </a:r>
          <a:endParaRPr lang="en-US" sz="1600" dirty="0"/>
        </a:p>
      </dgm:t>
    </dgm:pt>
    <dgm:pt modelId="{E71F0DE1-2A95-4CDA-9EE0-E0FF3864C94E}" type="parTrans" cxnId="{F129AF04-9DF8-48E2-BC9E-353DB4463BEE}">
      <dgm:prSet/>
      <dgm:spPr/>
      <dgm:t>
        <a:bodyPr/>
        <a:lstStyle/>
        <a:p>
          <a:endParaRPr lang="en-US"/>
        </a:p>
      </dgm:t>
    </dgm:pt>
    <dgm:pt modelId="{B41D5022-40F0-46AB-A82F-E694B2699FE3}" type="sibTrans" cxnId="{F129AF04-9DF8-48E2-BC9E-353DB4463BEE}">
      <dgm:prSet/>
      <dgm:spPr/>
      <dgm:t>
        <a:bodyPr/>
        <a:lstStyle/>
        <a:p>
          <a:endParaRPr lang="en-US"/>
        </a:p>
      </dgm:t>
    </dgm:pt>
    <dgm:pt modelId="{A448E8C0-0E95-4376-A368-B2E75C640B04}" type="pres">
      <dgm:prSet presAssocID="{6E5B7CEF-6448-403C-98FE-5A5320C4331C}" presName="root" presStyleCnt="0">
        <dgm:presLayoutVars>
          <dgm:dir/>
          <dgm:resizeHandles val="exact"/>
        </dgm:presLayoutVars>
      </dgm:prSet>
      <dgm:spPr/>
    </dgm:pt>
    <dgm:pt modelId="{189C6494-AE53-401F-B62D-BE952989C9FA}" type="pres">
      <dgm:prSet presAssocID="{9314CC44-D3B9-41AA-ABC6-6D07092637FC}" presName="compNode" presStyleCnt="0"/>
      <dgm:spPr/>
    </dgm:pt>
    <dgm:pt modelId="{0E191DC0-CA2A-48E9-9013-C0EE0DD3CCA0}" type="pres">
      <dgm:prSet presAssocID="{9314CC44-D3B9-41AA-ABC6-6D07092637FC}" presName="iconRect" presStyleLbl="node1" presStyleIdx="0" presStyleCnt="4" custScaleX="189147" custScaleY="180276" custLinFactNeighborX="7818" custLinFactNeighborY="-6534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3DFE7864-9AF3-4A91-82BE-54F739839D17}" type="pres">
      <dgm:prSet presAssocID="{9314CC44-D3B9-41AA-ABC6-6D07092637FC}" presName="spaceRect" presStyleCnt="0"/>
      <dgm:spPr/>
    </dgm:pt>
    <dgm:pt modelId="{80EB011F-570A-499C-ADD1-7AD8468FABF0}" type="pres">
      <dgm:prSet presAssocID="{9314CC44-D3B9-41AA-ABC6-6D07092637FC}" presName="textRect" presStyleLbl="revTx" presStyleIdx="0" presStyleCnt="4" custLinFactNeighborX="0" custLinFactNeighborY="-30687">
        <dgm:presLayoutVars>
          <dgm:chMax val="1"/>
          <dgm:chPref val="1"/>
        </dgm:presLayoutVars>
      </dgm:prSet>
      <dgm:spPr/>
    </dgm:pt>
    <dgm:pt modelId="{1F249605-6908-4DF4-AEC5-CDB9D3CEDEAD}" type="pres">
      <dgm:prSet presAssocID="{0DD3A17B-5CEF-4BB9-BAE6-F4C943781E6A}" presName="sibTrans" presStyleCnt="0"/>
      <dgm:spPr/>
    </dgm:pt>
    <dgm:pt modelId="{A70E67AE-7A56-47A4-8055-815256849A88}" type="pres">
      <dgm:prSet presAssocID="{CD171B7C-3A63-40DE-9894-69194F151F11}" presName="compNode" presStyleCnt="0"/>
      <dgm:spPr/>
    </dgm:pt>
    <dgm:pt modelId="{8C823A29-B14D-4D5F-90F4-A805F4F1BC8B}" type="pres">
      <dgm:prSet presAssocID="{CD171B7C-3A63-40DE-9894-69194F151F11}" presName="iconRect" presStyleLbl="node1" presStyleIdx="1" presStyleCnt="4" custScaleX="189147" custScaleY="180276" custLinFactNeighborX="7818" custLinFactNeighborY="-6534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CFF2DA6-1552-4254-B9B8-F813EF606DBD}" type="pres">
      <dgm:prSet presAssocID="{CD171B7C-3A63-40DE-9894-69194F151F11}" presName="spaceRect" presStyleCnt="0"/>
      <dgm:spPr/>
    </dgm:pt>
    <dgm:pt modelId="{2BB617E0-8AF7-4C25-8BEC-37117552E445}" type="pres">
      <dgm:prSet presAssocID="{CD171B7C-3A63-40DE-9894-69194F151F11}" presName="textRect" presStyleLbl="revTx" presStyleIdx="1" presStyleCnt="4" custLinFactNeighborX="0" custLinFactNeighborY="-30687">
        <dgm:presLayoutVars>
          <dgm:chMax val="1"/>
          <dgm:chPref val="1"/>
        </dgm:presLayoutVars>
      </dgm:prSet>
      <dgm:spPr/>
    </dgm:pt>
    <dgm:pt modelId="{3F6C4509-ACE1-4CF4-8652-83FCFDAD5327}" type="pres">
      <dgm:prSet presAssocID="{021BFDAA-7FB7-4471-936B-83A502D4FB5E}" presName="sibTrans" presStyleCnt="0"/>
      <dgm:spPr/>
    </dgm:pt>
    <dgm:pt modelId="{78FE372A-88C3-4B63-9AB4-40C9D3E970F5}" type="pres">
      <dgm:prSet presAssocID="{1E35AE65-BBB1-4577-ABA8-344288FF6622}" presName="compNode" presStyleCnt="0"/>
      <dgm:spPr/>
    </dgm:pt>
    <dgm:pt modelId="{00687857-4076-4473-9F06-BF401AB7D0A4}" type="pres">
      <dgm:prSet presAssocID="{1E35AE65-BBB1-4577-ABA8-344288FF6622}" presName="iconRect" presStyleLbl="node1" presStyleIdx="2" presStyleCnt="4" custScaleX="189147" custScaleY="180276" custLinFactNeighborX="7818" custLinFactNeighborY="-6534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5052B8A6-3A66-4116-B6D6-CE1918DB28AF}" type="pres">
      <dgm:prSet presAssocID="{1E35AE65-BBB1-4577-ABA8-344288FF6622}" presName="spaceRect" presStyleCnt="0"/>
      <dgm:spPr/>
    </dgm:pt>
    <dgm:pt modelId="{6785FEEB-BE07-4AC2-A4EB-5C431DB25843}" type="pres">
      <dgm:prSet presAssocID="{1E35AE65-BBB1-4577-ABA8-344288FF6622}" presName="textRect" presStyleLbl="revTx" presStyleIdx="2" presStyleCnt="4" custLinFactNeighborX="0" custLinFactNeighborY="-30687">
        <dgm:presLayoutVars>
          <dgm:chMax val="1"/>
          <dgm:chPref val="1"/>
        </dgm:presLayoutVars>
      </dgm:prSet>
      <dgm:spPr/>
    </dgm:pt>
    <dgm:pt modelId="{B9CF9B45-F38D-4D4A-BC65-EB4B6E044359}" type="pres">
      <dgm:prSet presAssocID="{E1D90977-4818-4BB1-A2ED-ADBC49388EE5}" presName="sibTrans" presStyleCnt="0"/>
      <dgm:spPr/>
    </dgm:pt>
    <dgm:pt modelId="{B80D205A-B6B9-43F1-99F7-81BACDE0054C}" type="pres">
      <dgm:prSet presAssocID="{6660B8B1-967B-4A2E-B453-6ACBC25169DA}" presName="compNode" presStyleCnt="0"/>
      <dgm:spPr/>
    </dgm:pt>
    <dgm:pt modelId="{FED91E0E-3F32-481D-9C7F-B0E2661EBCAC}" type="pres">
      <dgm:prSet presAssocID="{6660B8B1-967B-4A2E-B453-6ACBC25169DA}" presName="iconRect" presStyleLbl="node1" presStyleIdx="3" presStyleCnt="4" custScaleX="189147" custScaleY="180276" custLinFactNeighborX="7818" custLinFactNeighborY="-6534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asses"/>
        </a:ext>
      </dgm:extLst>
    </dgm:pt>
    <dgm:pt modelId="{15131D36-C083-4795-A3FE-D983BB3120CE}" type="pres">
      <dgm:prSet presAssocID="{6660B8B1-967B-4A2E-B453-6ACBC25169DA}" presName="spaceRect" presStyleCnt="0"/>
      <dgm:spPr/>
    </dgm:pt>
    <dgm:pt modelId="{8B52B644-3171-49D8-B9A3-D0B973DCECF9}" type="pres">
      <dgm:prSet presAssocID="{6660B8B1-967B-4A2E-B453-6ACBC25169DA}" presName="textRect" presStyleLbl="revTx" presStyleIdx="3" presStyleCnt="4" custLinFactNeighborX="0" custLinFactNeighborY="-30687">
        <dgm:presLayoutVars>
          <dgm:chMax val="1"/>
          <dgm:chPref val="1"/>
        </dgm:presLayoutVars>
      </dgm:prSet>
      <dgm:spPr/>
    </dgm:pt>
  </dgm:ptLst>
  <dgm:cxnLst>
    <dgm:cxn modelId="{F129AF04-9DF8-48E2-BC9E-353DB4463BEE}" srcId="{6E5B7CEF-6448-403C-98FE-5A5320C4331C}" destId="{6660B8B1-967B-4A2E-B453-6ACBC25169DA}" srcOrd="3" destOrd="0" parTransId="{E71F0DE1-2A95-4CDA-9EE0-E0FF3864C94E}" sibTransId="{B41D5022-40F0-46AB-A82F-E694B2699FE3}"/>
    <dgm:cxn modelId="{17E07313-1797-4922-9B00-CE57C2790B71}" type="presOf" srcId="{1E35AE65-BBB1-4577-ABA8-344288FF6622}" destId="{6785FEEB-BE07-4AC2-A4EB-5C431DB25843}" srcOrd="0" destOrd="0" presId="urn:microsoft.com/office/officeart/2018/2/layout/IconLabelList"/>
    <dgm:cxn modelId="{9A55A52B-AB29-4835-874F-92E7AE09BA84}" type="presOf" srcId="{CD171B7C-3A63-40DE-9894-69194F151F11}" destId="{2BB617E0-8AF7-4C25-8BEC-37117552E445}" srcOrd="0" destOrd="0" presId="urn:microsoft.com/office/officeart/2018/2/layout/IconLabelList"/>
    <dgm:cxn modelId="{FED1993E-16C3-42C5-8633-872C5C32D6DD}" type="presOf" srcId="{6660B8B1-967B-4A2E-B453-6ACBC25169DA}" destId="{8B52B644-3171-49D8-B9A3-D0B973DCECF9}" srcOrd="0" destOrd="0" presId="urn:microsoft.com/office/officeart/2018/2/layout/IconLabelList"/>
    <dgm:cxn modelId="{3C336C43-B87B-496D-804B-BC278C47042D}" srcId="{6E5B7CEF-6448-403C-98FE-5A5320C4331C}" destId="{9314CC44-D3B9-41AA-ABC6-6D07092637FC}" srcOrd="0" destOrd="0" parTransId="{637E93DE-E57E-4607-9BC8-818ECB34A65B}" sibTransId="{0DD3A17B-5CEF-4BB9-BAE6-F4C943781E6A}"/>
    <dgm:cxn modelId="{20D7174A-AC7D-4D24-BDAA-3E7587C821D9}" srcId="{6E5B7CEF-6448-403C-98FE-5A5320C4331C}" destId="{CD171B7C-3A63-40DE-9894-69194F151F11}" srcOrd="1" destOrd="0" parTransId="{AC82E0FC-C671-406F-B525-015322AE8F57}" sibTransId="{021BFDAA-7FB7-4471-936B-83A502D4FB5E}"/>
    <dgm:cxn modelId="{3F0A164C-9206-408D-A6F2-AE65F5E8E5E5}" srcId="{6E5B7CEF-6448-403C-98FE-5A5320C4331C}" destId="{1E35AE65-BBB1-4577-ABA8-344288FF6622}" srcOrd="2" destOrd="0" parTransId="{B6F74EB4-F746-484F-86E3-B823ACE90EBE}" sibTransId="{E1D90977-4818-4BB1-A2ED-ADBC49388EE5}"/>
    <dgm:cxn modelId="{F0674388-5321-49EA-A658-1D57871E1046}" type="presOf" srcId="{9314CC44-D3B9-41AA-ABC6-6D07092637FC}" destId="{80EB011F-570A-499C-ADD1-7AD8468FABF0}" srcOrd="0" destOrd="0" presId="urn:microsoft.com/office/officeart/2018/2/layout/IconLabelList"/>
    <dgm:cxn modelId="{835084CF-BC49-42FC-AA5A-BBE537034C2C}" type="presOf" srcId="{6E5B7CEF-6448-403C-98FE-5A5320C4331C}" destId="{A448E8C0-0E95-4376-A368-B2E75C640B04}" srcOrd="0" destOrd="0" presId="urn:microsoft.com/office/officeart/2018/2/layout/IconLabelList"/>
    <dgm:cxn modelId="{723213A5-9212-481C-B351-BAB21EE680B9}" type="presParOf" srcId="{A448E8C0-0E95-4376-A368-B2E75C640B04}" destId="{189C6494-AE53-401F-B62D-BE952989C9FA}" srcOrd="0" destOrd="0" presId="urn:microsoft.com/office/officeart/2018/2/layout/IconLabelList"/>
    <dgm:cxn modelId="{64463518-4225-4EC8-B5E5-C13A8B716AC3}" type="presParOf" srcId="{189C6494-AE53-401F-B62D-BE952989C9FA}" destId="{0E191DC0-CA2A-48E9-9013-C0EE0DD3CCA0}" srcOrd="0" destOrd="0" presId="urn:microsoft.com/office/officeart/2018/2/layout/IconLabelList"/>
    <dgm:cxn modelId="{7816DB40-1611-4C57-8C1A-E4F89487ADCD}" type="presParOf" srcId="{189C6494-AE53-401F-B62D-BE952989C9FA}" destId="{3DFE7864-9AF3-4A91-82BE-54F739839D17}" srcOrd="1" destOrd="0" presId="urn:microsoft.com/office/officeart/2018/2/layout/IconLabelList"/>
    <dgm:cxn modelId="{DFE5F35C-8A64-432A-8C49-09B0654E1120}" type="presParOf" srcId="{189C6494-AE53-401F-B62D-BE952989C9FA}" destId="{80EB011F-570A-499C-ADD1-7AD8468FABF0}" srcOrd="2" destOrd="0" presId="urn:microsoft.com/office/officeart/2018/2/layout/IconLabelList"/>
    <dgm:cxn modelId="{11B71202-95AC-4E36-8226-4B0DF5D3A536}" type="presParOf" srcId="{A448E8C0-0E95-4376-A368-B2E75C640B04}" destId="{1F249605-6908-4DF4-AEC5-CDB9D3CEDEAD}" srcOrd="1" destOrd="0" presId="urn:microsoft.com/office/officeart/2018/2/layout/IconLabelList"/>
    <dgm:cxn modelId="{ECEA661A-6433-49FD-95EA-25A187E1CDB7}" type="presParOf" srcId="{A448E8C0-0E95-4376-A368-B2E75C640B04}" destId="{A70E67AE-7A56-47A4-8055-815256849A88}" srcOrd="2" destOrd="0" presId="urn:microsoft.com/office/officeart/2018/2/layout/IconLabelList"/>
    <dgm:cxn modelId="{F7FC0A9A-4976-4543-A192-7359F69A825A}" type="presParOf" srcId="{A70E67AE-7A56-47A4-8055-815256849A88}" destId="{8C823A29-B14D-4D5F-90F4-A805F4F1BC8B}" srcOrd="0" destOrd="0" presId="urn:microsoft.com/office/officeart/2018/2/layout/IconLabelList"/>
    <dgm:cxn modelId="{B8517175-28B7-4242-A9D5-AB5F0CE670F2}" type="presParOf" srcId="{A70E67AE-7A56-47A4-8055-815256849A88}" destId="{2CFF2DA6-1552-4254-B9B8-F813EF606DBD}" srcOrd="1" destOrd="0" presId="urn:microsoft.com/office/officeart/2018/2/layout/IconLabelList"/>
    <dgm:cxn modelId="{987BC2B0-13F8-49A9-9969-2048890C6AB2}" type="presParOf" srcId="{A70E67AE-7A56-47A4-8055-815256849A88}" destId="{2BB617E0-8AF7-4C25-8BEC-37117552E445}" srcOrd="2" destOrd="0" presId="urn:microsoft.com/office/officeart/2018/2/layout/IconLabelList"/>
    <dgm:cxn modelId="{8997599E-FA72-4CA3-BF8A-13BC65300742}" type="presParOf" srcId="{A448E8C0-0E95-4376-A368-B2E75C640B04}" destId="{3F6C4509-ACE1-4CF4-8652-83FCFDAD5327}" srcOrd="3" destOrd="0" presId="urn:microsoft.com/office/officeart/2018/2/layout/IconLabelList"/>
    <dgm:cxn modelId="{FCEA68B9-209A-4192-B8A1-3C9286319F05}" type="presParOf" srcId="{A448E8C0-0E95-4376-A368-B2E75C640B04}" destId="{78FE372A-88C3-4B63-9AB4-40C9D3E970F5}" srcOrd="4" destOrd="0" presId="urn:microsoft.com/office/officeart/2018/2/layout/IconLabelList"/>
    <dgm:cxn modelId="{862443B9-8FDE-413F-929C-468D79082129}" type="presParOf" srcId="{78FE372A-88C3-4B63-9AB4-40C9D3E970F5}" destId="{00687857-4076-4473-9F06-BF401AB7D0A4}" srcOrd="0" destOrd="0" presId="urn:microsoft.com/office/officeart/2018/2/layout/IconLabelList"/>
    <dgm:cxn modelId="{4912AFD6-761E-45D7-8BFA-6DF5654B2962}" type="presParOf" srcId="{78FE372A-88C3-4B63-9AB4-40C9D3E970F5}" destId="{5052B8A6-3A66-4116-B6D6-CE1918DB28AF}" srcOrd="1" destOrd="0" presId="urn:microsoft.com/office/officeart/2018/2/layout/IconLabelList"/>
    <dgm:cxn modelId="{168FD94A-D523-457A-ACF8-DAC5AF5A2BF9}" type="presParOf" srcId="{78FE372A-88C3-4B63-9AB4-40C9D3E970F5}" destId="{6785FEEB-BE07-4AC2-A4EB-5C431DB25843}" srcOrd="2" destOrd="0" presId="urn:microsoft.com/office/officeart/2018/2/layout/IconLabelList"/>
    <dgm:cxn modelId="{6DEB7B9E-FC9C-40E8-BD78-8F88A09ED450}" type="presParOf" srcId="{A448E8C0-0E95-4376-A368-B2E75C640B04}" destId="{B9CF9B45-F38D-4D4A-BC65-EB4B6E044359}" srcOrd="5" destOrd="0" presId="urn:microsoft.com/office/officeart/2018/2/layout/IconLabelList"/>
    <dgm:cxn modelId="{7345DE71-F6EA-4AF0-AB81-75F6CC0ECB48}" type="presParOf" srcId="{A448E8C0-0E95-4376-A368-B2E75C640B04}" destId="{B80D205A-B6B9-43F1-99F7-81BACDE0054C}" srcOrd="6" destOrd="0" presId="urn:microsoft.com/office/officeart/2018/2/layout/IconLabelList"/>
    <dgm:cxn modelId="{100A7DEA-CA2F-4625-AF28-F557E1C41EE1}" type="presParOf" srcId="{B80D205A-B6B9-43F1-99F7-81BACDE0054C}" destId="{FED91E0E-3F32-481D-9C7F-B0E2661EBCAC}" srcOrd="0" destOrd="0" presId="urn:microsoft.com/office/officeart/2018/2/layout/IconLabelList"/>
    <dgm:cxn modelId="{F41B25E3-FA9A-4981-930E-CCA8C17C9809}" type="presParOf" srcId="{B80D205A-B6B9-43F1-99F7-81BACDE0054C}" destId="{15131D36-C083-4795-A3FE-D983BB3120CE}" srcOrd="1" destOrd="0" presId="urn:microsoft.com/office/officeart/2018/2/layout/IconLabelList"/>
    <dgm:cxn modelId="{248C0816-93AD-4FE8-8D08-B48B189EA4CC}" type="presParOf" srcId="{B80D205A-B6B9-43F1-99F7-81BACDE0054C}" destId="{8B52B644-3171-49D8-B9A3-D0B973DCEC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4818DC-7712-4819-95EE-408035D550B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C84A560-E4A4-4A11-BE2D-F4C7264954AB}">
      <dgm:prSet custT="1"/>
      <dgm:spPr/>
      <dgm:t>
        <a:bodyPr/>
        <a:lstStyle/>
        <a:p>
          <a:r>
            <a:rPr lang="he-IL" sz="1600" b="1" i="0" baseline="0" dirty="0" err="1"/>
            <a:t>Visual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Acuity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Test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Measures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sharpness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of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by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determining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smallest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letters</a:t>
          </a:r>
          <a:r>
            <a:rPr lang="he-IL" sz="1600" b="0" i="0" baseline="0" dirty="0"/>
            <a:t> a </a:t>
          </a:r>
          <a:r>
            <a:rPr lang="he-IL" sz="1600" b="0" i="0" baseline="0" dirty="0" err="1"/>
            <a:t>user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can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see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at</a:t>
          </a:r>
          <a:r>
            <a:rPr lang="he-IL" sz="1600" b="0" i="0" baseline="0" dirty="0"/>
            <a:t> a </a:t>
          </a:r>
          <a:r>
            <a:rPr lang="he-IL" sz="1600" b="0" i="0" baseline="0" dirty="0" err="1"/>
            <a:t>specific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distance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33488374-BF07-4A62-AF92-A9C3C1DA30F2}" type="parTrans" cxnId="{0700725D-3828-4523-9159-76434D8C449F}">
      <dgm:prSet/>
      <dgm:spPr/>
      <dgm:t>
        <a:bodyPr/>
        <a:lstStyle/>
        <a:p>
          <a:endParaRPr lang="en-US"/>
        </a:p>
      </dgm:t>
    </dgm:pt>
    <dgm:pt modelId="{81718F09-56FE-4542-84DD-325C9F7E9E3C}" type="sibTrans" cxnId="{0700725D-3828-4523-9159-76434D8C449F}">
      <dgm:prSet/>
      <dgm:spPr/>
      <dgm:t>
        <a:bodyPr/>
        <a:lstStyle/>
        <a:p>
          <a:endParaRPr lang="en-US"/>
        </a:p>
      </dgm:t>
    </dgm:pt>
    <dgm:pt modelId="{53D94540-97FB-4EAC-98A1-0E7D58B6BB29}">
      <dgm:prSet custT="1"/>
      <dgm:spPr/>
      <dgm:t>
        <a:bodyPr/>
        <a:lstStyle/>
        <a:p>
          <a:r>
            <a:rPr lang="he-IL" sz="1600" b="1" i="0" baseline="0" dirty="0" err="1"/>
            <a:t>Color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Vision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Test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Identifies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color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blindness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by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testing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user's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ability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to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distinguish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between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different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colors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F590574B-8273-4D82-8868-53B53C5D5BFA}" type="parTrans" cxnId="{BACA6B02-E95B-4D41-86DA-095E9045944E}">
      <dgm:prSet/>
      <dgm:spPr/>
      <dgm:t>
        <a:bodyPr/>
        <a:lstStyle/>
        <a:p>
          <a:endParaRPr lang="en-US"/>
        </a:p>
      </dgm:t>
    </dgm:pt>
    <dgm:pt modelId="{05DA4402-BCBD-4494-827B-69CFEC8F10BB}" type="sibTrans" cxnId="{BACA6B02-E95B-4D41-86DA-095E9045944E}">
      <dgm:prSet/>
      <dgm:spPr/>
      <dgm:t>
        <a:bodyPr/>
        <a:lstStyle/>
        <a:p>
          <a:endParaRPr lang="en-US"/>
        </a:p>
      </dgm:t>
    </dgm:pt>
    <dgm:pt modelId="{E6604D78-8348-42AF-A696-E1C57BA6E0A6}">
      <dgm:prSet custT="1"/>
      <dgm:spPr/>
      <dgm:t>
        <a:bodyPr/>
        <a:lstStyle/>
        <a:p>
          <a:r>
            <a:rPr lang="he-IL" sz="1600" b="1" i="0" baseline="0" dirty="0" err="1"/>
            <a:t>Contrast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Sensitivity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Test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Measures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ability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to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differentiate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between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varying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levels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of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contrast</a:t>
          </a:r>
          <a:r>
            <a:rPr lang="he-IL" sz="1600" b="0" i="0" baseline="0" dirty="0"/>
            <a:t>, </a:t>
          </a:r>
          <a:r>
            <a:rPr lang="he-IL" sz="1600" b="0" i="0" baseline="0" dirty="0" err="1"/>
            <a:t>critical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for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night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low-light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conditions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8E89B5B9-917B-45CC-B576-021479F2F9C9}" type="parTrans" cxnId="{8C42138C-5A10-436A-A02B-3473418264D4}">
      <dgm:prSet/>
      <dgm:spPr/>
      <dgm:t>
        <a:bodyPr/>
        <a:lstStyle/>
        <a:p>
          <a:endParaRPr lang="en-US"/>
        </a:p>
      </dgm:t>
    </dgm:pt>
    <dgm:pt modelId="{2BBC9DBB-4E32-4547-8EA5-F5833623E93A}" type="sibTrans" cxnId="{8C42138C-5A10-436A-A02B-3473418264D4}">
      <dgm:prSet/>
      <dgm:spPr/>
      <dgm:t>
        <a:bodyPr/>
        <a:lstStyle/>
        <a:p>
          <a:endParaRPr lang="en-US"/>
        </a:p>
      </dgm:t>
    </dgm:pt>
    <dgm:pt modelId="{36187D36-D659-4016-8B95-429FA997B079}">
      <dgm:prSet custT="1"/>
      <dgm:spPr/>
      <dgm:t>
        <a:bodyPr/>
        <a:lstStyle/>
        <a:p>
          <a:r>
            <a:rPr lang="he-IL" sz="1600" b="1" i="0" baseline="0" dirty="0" err="1"/>
            <a:t>Blur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Detection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Test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Detects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problems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with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visual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clarity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and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sharpness</a:t>
          </a:r>
          <a:r>
            <a:rPr lang="he-IL" sz="1600" b="0" i="0" baseline="0" dirty="0"/>
            <a:t>, </a:t>
          </a:r>
          <a:r>
            <a:rPr lang="he-IL" sz="1600" b="0" i="0" baseline="0" dirty="0" err="1"/>
            <a:t>potentially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identifying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refractive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errors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like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myopia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1EC206F8-EAA7-465E-9FEC-A3813F921DE9}" type="parTrans" cxnId="{7B7B1DB3-2AA5-4AD1-BF75-41368DF8D84F}">
      <dgm:prSet/>
      <dgm:spPr/>
      <dgm:t>
        <a:bodyPr/>
        <a:lstStyle/>
        <a:p>
          <a:endParaRPr lang="en-US"/>
        </a:p>
      </dgm:t>
    </dgm:pt>
    <dgm:pt modelId="{36A97012-6F8D-4825-ABDD-F3D204C52A01}" type="sibTrans" cxnId="{7B7B1DB3-2AA5-4AD1-BF75-41368DF8D84F}">
      <dgm:prSet/>
      <dgm:spPr/>
      <dgm:t>
        <a:bodyPr/>
        <a:lstStyle/>
        <a:p>
          <a:endParaRPr lang="en-US"/>
        </a:p>
      </dgm:t>
    </dgm:pt>
    <dgm:pt modelId="{276B0996-0202-494A-8CAA-3EE08E3FBDDC}">
      <dgm:prSet custT="1"/>
      <dgm:spPr/>
      <dgm:t>
        <a:bodyPr/>
        <a:lstStyle/>
        <a:p>
          <a:r>
            <a:rPr lang="he-IL" sz="1600" b="1" i="0" baseline="0" dirty="0" err="1"/>
            <a:t>Field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of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Vision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Test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Assesses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user's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peripheral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vision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to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detect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conditions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like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glaucoma</a:t>
          </a:r>
          <a:r>
            <a:rPr lang="he-IL" sz="1600" b="0" i="0" baseline="0" dirty="0"/>
            <a:t>. </a:t>
          </a:r>
          <a:endParaRPr lang="en-US" sz="1600" dirty="0"/>
        </a:p>
      </dgm:t>
    </dgm:pt>
    <dgm:pt modelId="{B475BDBA-5BF3-4989-ACB2-E42A803BABAE}" type="parTrans" cxnId="{2F274BFE-7892-4219-A269-87678245F160}">
      <dgm:prSet/>
      <dgm:spPr/>
      <dgm:t>
        <a:bodyPr/>
        <a:lstStyle/>
        <a:p>
          <a:endParaRPr lang="en-US"/>
        </a:p>
      </dgm:t>
    </dgm:pt>
    <dgm:pt modelId="{8BDC6332-6B90-4891-8CF7-BFDD6B25B202}" type="sibTrans" cxnId="{2F274BFE-7892-4219-A269-87678245F160}">
      <dgm:prSet/>
      <dgm:spPr/>
      <dgm:t>
        <a:bodyPr/>
        <a:lstStyle/>
        <a:p>
          <a:endParaRPr lang="en-US"/>
        </a:p>
      </dgm:t>
    </dgm:pt>
    <dgm:pt modelId="{46437F1C-D1E0-4201-BE3B-7AF1ACC67AFC}" type="pres">
      <dgm:prSet presAssocID="{E84818DC-7712-4819-95EE-408035D550B7}" presName="root" presStyleCnt="0">
        <dgm:presLayoutVars>
          <dgm:dir/>
          <dgm:resizeHandles val="exact"/>
        </dgm:presLayoutVars>
      </dgm:prSet>
      <dgm:spPr/>
    </dgm:pt>
    <dgm:pt modelId="{A8DEA1FE-5A93-4E76-829C-9765BA58517B}" type="pres">
      <dgm:prSet presAssocID="{E84818DC-7712-4819-95EE-408035D550B7}" presName="container" presStyleCnt="0">
        <dgm:presLayoutVars>
          <dgm:dir/>
          <dgm:resizeHandles val="exact"/>
        </dgm:presLayoutVars>
      </dgm:prSet>
      <dgm:spPr/>
    </dgm:pt>
    <dgm:pt modelId="{A9AC1478-F07D-48AA-B7A8-691B8C35592B}" type="pres">
      <dgm:prSet presAssocID="{3C84A560-E4A4-4A11-BE2D-F4C7264954AB}" presName="compNode" presStyleCnt="0"/>
      <dgm:spPr/>
    </dgm:pt>
    <dgm:pt modelId="{006662CC-1FAE-4E2C-9D7E-21C3BF65521D}" type="pres">
      <dgm:prSet presAssocID="{3C84A560-E4A4-4A11-BE2D-F4C7264954AB}" presName="iconBgRect" presStyleLbl="bgShp" presStyleIdx="0" presStyleCnt="5" custScaleX="119135" custScaleY="117958"/>
      <dgm:spPr/>
    </dgm:pt>
    <dgm:pt modelId="{057748D0-BB67-4A59-96DD-CCB4C636B8F5}" type="pres">
      <dgm:prSet presAssocID="{3C84A560-E4A4-4A11-BE2D-F4C7264954A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asses"/>
        </a:ext>
      </dgm:extLst>
    </dgm:pt>
    <dgm:pt modelId="{A25BB66A-EEA3-4DFC-BC45-1C3DC9B464E1}" type="pres">
      <dgm:prSet presAssocID="{3C84A560-E4A4-4A11-BE2D-F4C7264954AB}" presName="spaceRect" presStyleCnt="0"/>
      <dgm:spPr/>
    </dgm:pt>
    <dgm:pt modelId="{91AA3EB1-7C06-49D0-BA97-6E4104D2ADC1}" type="pres">
      <dgm:prSet presAssocID="{3C84A560-E4A4-4A11-BE2D-F4C7264954AB}" presName="textRect" presStyleLbl="revTx" presStyleIdx="0" presStyleCnt="5">
        <dgm:presLayoutVars>
          <dgm:chMax val="1"/>
          <dgm:chPref val="1"/>
        </dgm:presLayoutVars>
      </dgm:prSet>
      <dgm:spPr/>
    </dgm:pt>
    <dgm:pt modelId="{5D38C889-92A7-40C9-8103-352C29663CC6}" type="pres">
      <dgm:prSet presAssocID="{81718F09-56FE-4542-84DD-325C9F7E9E3C}" presName="sibTrans" presStyleLbl="sibTrans2D1" presStyleIdx="0" presStyleCnt="0"/>
      <dgm:spPr/>
    </dgm:pt>
    <dgm:pt modelId="{C0F93530-1F15-4E95-88E6-EAA2F3131B84}" type="pres">
      <dgm:prSet presAssocID="{53D94540-97FB-4EAC-98A1-0E7D58B6BB29}" presName="compNode" presStyleCnt="0"/>
      <dgm:spPr/>
    </dgm:pt>
    <dgm:pt modelId="{DF682116-1BCE-4B8B-96BD-A7729C8354DB}" type="pres">
      <dgm:prSet presAssocID="{53D94540-97FB-4EAC-98A1-0E7D58B6BB29}" presName="iconBgRect" presStyleLbl="bgShp" presStyleIdx="1" presStyleCnt="5" custScaleX="119135" custScaleY="117958"/>
      <dgm:spPr/>
    </dgm:pt>
    <dgm:pt modelId="{5EF20898-2910-4D15-8ED8-BAC5058062BD}" type="pres">
      <dgm:prSet presAssocID="{53D94540-97FB-4EAC-98A1-0E7D58B6BB2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EEA3D5A0-F877-43F0-BE12-CEFA1C704A13}" type="pres">
      <dgm:prSet presAssocID="{53D94540-97FB-4EAC-98A1-0E7D58B6BB29}" presName="spaceRect" presStyleCnt="0"/>
      <dgm:spPr/>
    </dgm:pt>
    <dgm:pt modelId="{EA7B9819-1B7F-4730-BACD-C664C66FA509}" type="pres">
      <dgm:prSet presAssocID="{53D94540-97FB-4EAC-98A1-0E7D58B6BB29}" presName="textRect" presStyleLbl="revTx" presStyleIdx="1" presStyleCnt="5">
        <dgm:presLayoutVars>
          <dgm:chMax val="1"/>
          <dgm:chPref val="1"/>
        </dgm:presLayoutVars>
      </dgm:prSet>
      <dgm:spPr/>
    </dgm:pt>
    <dgm:pt modelId="{7D4C1E7E-0830-4C09-9470-3153B7668D24}" type="pres">
      <dgm:prSet presAssocID="{05DA4402-BCBD-4494-827B-69CFEC8F10BB}" presName="sibTrans" presStyleLbl="sibTrans2D1" presStyleIdx="0" presStyleCnt="0"/>
      <dgm:spPr/>
    </dgm:pt>
    <dgm:pt modelId="{A4429CB6-2C70-418E-B273-35C6D5495113}" type="pres">
      <dgm:prSet presAssocID="{E6604D78-8348-42AF-A696-E1C57BA6E0A6}" presName="compNode" presStyleCnt="0"/>
      <dgm:spPr/>
    </dgm:pt>
    <dgm:pt modelId="{BFF8A137-D394-4C50-91A8-9C73BC02C3C3}" type="pres">
      <dgm:prSet presAssocID="{E6604D78-8348-42AF-A696-E1C57BA6E0A6}" presName="iconBgRect" presStyleLbl="bgShp" presStyleIdx="2" presStyleCnt="5" custScaleX="119135" custScaleY="117958"/>
      <dgm:spPr/>
    </dgm:pt>
    <dgm:pt modelId="{C77CBF75-DEDD-4BBE-8D1E-B3729C7F5A6C}" type="pres">
      <dgm:prSet presAssocID="{E6604D78-8348-42AF-A696-E1C57BA6E0A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E489DF19-914E-4A84-91BE-161C613E2105}" type="pres">
      <dgm:prSet presAssocID="{E6604D78-8348-42AF-A696-E1C57BA6E0A6}" presName="spaceRect" presStyleCnt="0"/>
      <dgm:spPr/>
    </dgm:pt>
    <dgm:pt modelId="{A7416B1B-7052-4775-B8B3-81DBEA01DCB5}" type="pres">
      <dgm:prSet presAssocID="{E6604D78-8348-42AF-A696-E1C57BA6E0A6}" presName="textRect" presStyleLbl="revTx" presStyleIdx="2" presStyleCnt="5">
        <dgm:presLayoutVars>
          <dgm:chMax val="1"/>
          <dgm:chPref val="1"/>
        </dgm:presLayoutVars>
      </dgm:prSet>
      <dgm:spPr/>
    </dgm:pt>
    <dgm:pt modelId="{59469B84-7EB1-4B7F-A90A-B76BD4A4D8CE}" type="pres">
      <dgm:prSet presAssocID="{2BBC9DBB-4E32-4547-8EA5-F5833623E93A}" presName="sibTrans" presStyleLbl="sibTrans2D1" presStyleIdx="0" presStyleCnt="0"/>
      <dgm:spPr/>
    </dgm:pt>
    <dgm:pt modelId="{0C5A7F6D-5907-476D-9598-24E495D2FC3E}" type="pres">
      <dgm:prSet presAssocID="{36187D36-D659-4016-8B95-429FA997B079}" presName="compNode" presStyleCnt="0"/>
      <dgm:spPr/>
    </dgm:pt>
    <dgm:pt modelId="{A158C42D-97BA-46E1-AAB7-39CF6F5974DA}" type="pres">
      <dgm:prSet presAssocID="{36187D36-D659-4016-8B95-429FA997B079}" presName="iconBgRect" presStyleLbl="bgShp" presStyleIdx="3" presStyleCnt="5" custScaleX="119135" custScaleY="117958"/>
      <dgm:spPr/>
    </dgm:pt>
    <dgm:pt modelId="{392E343F-F264-4A47-9AC7-0A79FFEAED57}" type="pres">
      <dgm:prSet presAssocID="{36187D36-D659-4016-8B95-429FA997B07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shes"/>
        </a:ext>
      </dgm:extLst>
    </dgm:pt>
    <dgm:pt modelId="{406A42CC-E018-4F2E-AAE2-FC85534C646C}" type="pres">
      <dgm:prSet presAssocID="{36187D36-D659-4016-8B95-429FA997B079}" presName="spaceRect" presStyleCnt="0"/>
      <dgm:spPr/>
    </dgm:pt>
    <dgm:pt modelId="{51EDF5FF-0CCA-4D9C-AB5E-0BA096367D2A}" type="pres">
      <dgm:prSet presAssocID="{36187D36-D659-4016-8B95-429FA997B079}" presName="textRect" presStyleLbl="revTx" presStyleIdx="3" presStyleCnt="5">
        <dgm:presLayoutVars>
          <dgm:chMax val="1"/>
          <dgm:chPref val="1"/>
        </dgm:presLayoutVars>
      </dgm:prSet>
      <dgm:spPr/>
    </dgm:pt>
    <dgm:pt modelId="{A0073AE2-BADD-412A-A395-D573115C5FCA}" type="pres">
      <dgm:prSet presAssocID="{36A97012-6F8D-4825-ABDD-F3D204C52A01}" presName="sibTrans" presStyleLbl="sibTrans2D1" presStyleIdx="0" presStyleCnt="0"/>
      <dgm:spPr/>
    </dgm:pt>
    <dgm:pt modelId="{A78FDA94-EA58-4D4D-80C0-1BA057F3E4E2}" type="pres">
      <dgm:prSet presAssocID="{276B0996-0202-494A-8CAA-3EE08E3FBDDC}" presName="compNode" presStyleCnt="0"/>
      <dgm:spPr/>
    </dgm:pt>
    <dgm:pt modelId="{BC703A89-AF0C-467B-899B-4F4654AF6FCD}" type="pres">
      <dgm:prSet presAssocID="{276B0996-0202-494A-8CAA-3EE08E3FBDDC}" presName="iconBgRect" presStyleLbl="bgShp" presStyleIdx="4" presStyleCnt="5" custScaleX="119135" custScaleY="117958"/>
      <dgm:spPr/>
    </dgm:pt>
    <dgm:pt modelId="{5BFF26AF-0DEE-4EBA-980C-3E197062C2F7}" type="pres">
      <dgm:prSet presAssocID="{276B0996-0202-494A-8CAA-3EE08E3FBD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B9C5661F-B3EB-4409-81B7-92BDF17F476C}" type="pres">
      <dgm:prSet presAssocID="{276B0996-0202-494A-8CAA-3EE08E3FBDDC}" presName="spaceRect" presStyleCnt="0"/>
      <dgm:spPr/>
    </dgm:pt>
    <dgm:pt modelId="{2E499133-F158-4C46-B570-9380363C88C6}" type="pres">
      <dgm:prSet presAssocID="{276B0996-0202-494A-8CAA-3EE08E3FBDD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ACA6B02-E95B-4D41-86DA-095E9045944E}" srcId="{E84818DC-7712-4819-95EE-408035D550B7}" destId="{53D94540-97FB-4EAC-98A1-0E7D58B6BB29}" srcOrd="1" destOrd="0" parTransId="{F590574B-8273-4D82-8868-53B53C5D5BFA}" sibTransId="{05DA4402-BCBD-4494-827B-69CFEC8F10BB}"/>
    <dgm:cxn modelId="{7AF3E605-B184-4C32-836F-F39C2CE07983}" type="presOf" srcId="{2BBC9DBB-4E32-4547-8EA5-F5833623E93A}" destId="{59469B84-7EB1-4B7F-A90A-B76BD4A4D8CE}" srcOrd="0" destOrd="0" presId="urn:microsoft.com/office/officeart/2018/2/layout/IconCircleList"/>
    <dgm:cxn modelId="{F9C86633-3EA0-4435-8B79-BD2122F2D145}" type="presOf" srcId="{E84818DC-7712-4819-95EE-408035D550B7}" destId="{46437F1C-D1E0-4201-BE3B-7AF1ACC67AFC}" srcOrd="0" destOrd="0" presId="urn:microsoft.com/office/officeart/2018/2/layout/IconCircleList"/>
    <dgm:cxn modelId="{CB58CB3D-0472-4757-A48B-4655C0B26A2C}" type="presOf" srcId="{53D94540-97FB-4EAC-98A1-0E7D58B6BB29}" destId="{EA7B9819-1B7F-4730-BACD-C664C66FA509}" srcOrd="0" destOrd="0" presId="urn:microsoft.com/office/officeart/2018/2/layout/IconCircleList"/>
    <dgm:cxn modelId="{0700725D-3828-4523-9159-76434D8C449F}" srcId="{E84818DC-7712-4819-95EE-408035D550B7}" destId="{3C84A560-E4A4-4A11-BE2D-F4C7264954AB}" srcOrd="0" destOrd="0" parTransId="{33488374-BF07-4A62-AF92-A9C3C1DA30F2}" sibTransId="{81718F09-56FE-4542-84DD-325C9F7E9E3C}"/>
    <dgm:cxn modelId="{9C70A66D-17DC-4C42-BE3C-EE3BFBDF6EC1}" type="presOf" srcId="{3C84A560-E4A4-4A11-BE2D-F4C7264954AB}" destId="{91AA3EB1-7C06-49D0-BA97-6E4104D2ADC1}" srcOrd="0" destOrd="0" presId="urn:microsoft.com/office/officeart/2018/2/layout/IconCircleList"/>
    <dgm:cxn modelId="{5DE7F257-4E3E-4B46-8634-3A61F13182D1}" type="presOf" srcId="{36A97012-6F8D-4825-ABDD-F3D204C52A01}" destId="{A0073AE2-BADD-412A-A395-D573115C5FCA}" srcOrd="0" destOrd="0" presId="urn:microsoft.com/office/officeart/2018/2/layout/IconCircleList"/>
    <dgm:cxn modelId="{8C42138C-5A10-436A-A02B-3473418264D4}" srcId="{E84818DC-7712-4819-95EE-408035D550B7}" destId="{E6604D78-8348-42AF-A696-E1C57BA6E0A6}" srcOrd="2" destOrd="0" parTransId="{8E89B5B9-917B-45CC-B576-021479F2F9C9}" sibTransId="{2BBC9DBB-4E32-4547-8EA5-F5833623E93A}"/>
    <dgm:cxn modelId="{5ABF1C9F-1B43-4558-B3CD-17E9EF79022D}" type="presOf" srcId="{81718F09-56FE-4542-84DD-325C9F7E9E3C}" destId="{5D38C889-92A7-40C9-8103-352C29663CC6}" srcOrd="0" destOrd="0" presId="urn:microsoft.com/office/officeart/2018/2/layout/IconCircleList"/>
    <dgm:cxn modelId="{7B7B1DB3-2AA5-4AD1-BF75-41368DF8D84F}" srcId="{E84818DC-7712-4819-95EE-408035D550B7}" destId="{36187D36-D659-4016-8B95-429FA997B079}" srcOrd="3" destOrd="0" parTransId="{1EC206F8-EAA7-465E-9FEC-A3813F921DE9}" sibTransId="{36A97012-6F8D-4825-ABDD-F3D204C52A01}"/>
    <dgm:cxn modelId="{40B78EB6-C3B9-4841-B19E-75DA33E03E6D}" type="presOf" srcId="{05DA4402-BCBD-4494-827B-69CFEC8F10BB}" destId="{7D4C1E7E-0830-4C09-9470-3153B7668D24}" srcOrd="0" destOrd="0" presId="urn:microsoft.com/office/officeart/2018/2/layout/IconCircleList"/>
    <dgm:cxn modelId="{C2228DBC-94AA-4A3C-A887-E9494569EC6B}" type="presOf" srcId="{36187D36-D659-4016-8B95-429FA997B079}" destId="{51EDF5FF-0CCA-4D9C-AB5E-0BA096367D2A}" srcOrd="0" destOrd="0" presId="urn:microsoft.com/office/officeart/2018/2/layout/IconCircleList"/>
    <dgm:cxn modelId="{5A2ACABC-159E-4E58-9619-F40B76929428}" type="presOf" srcId="{276B0996-0202-494A-8CAA-3EE08E3FBDDC}" destId="{2E499133-F158-4C46-B570-9380363C88C6}" srcOrd="0" destOrd="0" presId="urn:microsoft.com/office/officeart/2018/2/layout/IconCircleList"/>
    <dgm:cxn modelId="{2F7B6DC6-5C0F-4C7F-AB14-59E04FE0D584}" type="presOf" srcId="{E6604D78-8348-42AF-A696-E1C57BA6E0A6}" destId="{A7416B1B-7052-4775-B8B3-81DBEA01DCB5}" srcOrd="0" destOrd="0" presId="urn:microsoft.com/office/officeart/2018/2/layout/IconCircleList"/>
    <dgm:cxn modelId="{2F274BFE-7892-4219-A269-87678245F160}" srcId="{E84818DC-7712-4819-95EE-408035D550B7}" destId="{276B0996-0202-494A-8CAA-3EE08E3FBDDC}" srcOrd="4" destOrd="0" parTransId="{B475BDBA-5BF3-4989-ACB2-E42A803BABAE}" sibTransId="{8BDC6332-6B90-4891-8CF7-BFDD6B25B202}"/>
    <dgm:cxn modelId="{F8B49B35-0BBD-470B-B6C6-C9835CFEED78}" type="presParOf" srcId="{46437F1C-D1E0-4201-BE3B-7AF1ACC67AFC}" destId="{A8DEA1FE-5A93-4E76-829C-9765BA58517B}" srcOrd="0" destOrd="0" presId="urn:microsoft.com/office/officeart/2018/2/layout/IconCircleList"/>
    <dgm:cxn modelId="{AA373D1A-93DE-4519-A95D-DFF49BD4EA50}" type="presParOf" srcId="{A8DEA1FE-5A93-4E76-829C-9765BA58517B}" destId="{A9AC1478-F07D-48AA-B7A8-691B8C35592B}" srcOrd="0" destOrd="0" presId="urn:microsoft.com/office/officeart/2018/2/layout/IconCircleList"/>
    <dgm:cxn modelId="{8793C448-CDCA-422C-A517-353353214B21}" type="presParOf" srcId="{A9AC1478-F07D-48AA-B7A8-691B8C35592B}" destId="{006662CC-1FAE-4E2C-9D7E-21C3BF65521D}" srcOrd="0" destOrd="0" presId="urn:microsoft.com/office/officeart/2018/2/layout/IconCircleList"/>
    <dgm:cxn modelId="{E66C731A-2E56-4A5A-9123-370F314E5DC3}" type="presParOf" srcId="{A9AC1478-F07D-48AA-B7A8-691B8C35592B}" destId="{057748D0-BB67-4A59-96DD-CCB4C636B8F5}" srcOrd="1" destOrd="0" presId="urn:microsoft.com/office/officeart/2018/2/layout/IconCircleList"/>
    <dgm:cxn modelId="{C5B616EC-FFE5-4F4F-9515-93AF7329A0AB}" type="presParOf" srcId="{A9AC1478-F07D-48AA-B7A8-691B8C35592B}" destId="{A25BB66A-EEA3-4DFC-BC45-1C3DC9B464E1}" srcOrd="2" destOrd="0" presId="urn:microsoft.com/office/officeart/2018/2/layout/IconCircleList"/>
    <dgm:cxn modelId="{0FF713E8-BDC1-4620-90C1-75D220E99CD0}" type="presParOf" srcId="{A9AC1478-F07D-48AA-B7A8-691B8C35592B}" destId="{91AA3EB1-7C06-49D0-BA97-6E4104D2ADC1}" srcOrd="3" destOrd="0" presId="urn:microsoft.com/office/officeart/2018/2/layout/IconCircleList"/>
    <dgm:cxn modelId="{49867776-84C5-4FEF-94A4-DEEE0078715F}" type="presParOf" srcId="{A8DEA1FE-5A93-4E76-829C-9765BA58517B}" destId="{5D38C889-92A7-40C9-8103-352C29663CC6}" srcOrd="1" destOrd="0" presId="urn:microsoft.com/office/officeart/2018/2/layout/IconCircleList"/>
    <dgm:cxn modelId="{89CE3E81-3F61-4A9F-90D3-103E53B490E3}" type="presParOf" srcId="{A8DEA1FE-5A93-4E76-829C-9765BA58517B}" destId="{C0F93530-1F15-4E95-88E6-EAA2F3131B84}" srcOrd="2" destOrd="0" presId="urn:microsoft.com/office/officeart/2018/2/layout/IconCircleList"/>
    <dgm:cxn modelId="{86FD57FA-8C73-48B2-BA9C-7F5D0BEA657A}" type="presParOf" srcId="{C0F93530-1F15-4E95-88E6-EAA2F3131B84}" destId="{DF682116-1BCE-4B8B-96BD-A7729C8354DB}" srcOrd="0" destOrd="0" presId="urn:microsoft.com/office/officeart/2018/2/layout/IconCircleList"/>
    <dgm:cxn modelId="{BDB77847-6892-4B6E-847F-F89CCB6E0523}" type="presParOf" srcId="{C0F93530-1F15-4E95-88E6-EAA2F3131B84}" destId="{5EF20898-2910-4D15-8ED8-BAC5058062BD}" srcOrd="1" destOrd="0" presId="urn:microsoft.com/office/officeart/2018/2/layout/IconCircleList"/>
    <dgm:cxn modelId="{250C368F-FC4D-4C79-9854-D4ED552684D7}" type="presParOf" srcId="{C0F93530-1F15-4E95-88E6-EAA2F3131B84}" destId="{EEA3D5A0-F877-43F0-BE12-CEFA1C704A13}" srcOrd="2" destOrd="0" presId="urn:microsoft.com/office/officeart/2018/2/layout/IconCircleList"/>
    <dgm:cxn modelId="{6CF8F269-C1C2-4984-B23C-84246AA3A1F3}" type="presParOf" srcId="{C0F93530-1F15-4E95-88E6-EAA2F3131B84}" destId="{EA7B9819-1B7F-4730-BACD-C664C66FA509}" srcOrd="3" destOrd="0" presId="urn:microsoft.com/office/officeart/2018/2/layout/IconCircleList"/>
    <dgm:cxn modelId="{600848B1-C235-46C9-9578-D4E25738DB0D}" type="presParOf" srcId="{A8DEA1FE-5A93-4E76-829C-9765BA58517B}" destId="{7D4C1E7E-0830-4C09-9470-3153B7668D24}" srcOrd="3" destOrd="0" presId="urn:microsoft.com/office/officeart/2018/2/layout/IconCircleList"/>
    <dgm:cxn modelId="{E2EB62F0-54C9-4B10-B48C-BE9E4669E8E1}" type="presParOf" srcId="{A8DEA1FE-5A93-4E76-829C-9765BA58517B}" destId="{A4429CB6-2C70-418E-B273-35C6D5495113}" srcOrd="4" destOrd="0" presId="urn:microsoft.com/office/officeart/2018/2/layout/IconCircleList"/>
    <dgm:cxn modelId="{A4AF3372-DC68-43E5-9F19-A4A2A269109C}" type="presParOf" srcId="{A4429CB6-2C70-418E-B273-35C6D5495113}" destId="{BFF8A137-D394-4C50-91A8-9C73BC02C3C3}" srcOrd="0" destOrd="0" presId="urn:microsoft.com/office/officeart/2018/2/layout/IconCircleList"/>
    <dgm:cxn modelId="{BFA1BDA1-5196-450D-AB5D-687AB8378672}" type="presParOf" srcId="{A4429CB6-2C70-418E-B273-35C6D5495113}" destId="{C77CBF75-DEDD-4BBE-8D1E-B3729C7F5A6C}" srcOrd="1" destOrd="0" presId="urn:microsoft.com/office/officeart/2018/2/layout/IconCircleList"/>
    <dgm:cxn modelId="{996CA55B-FBD9-4B20-83B6-DC3816389A26}" type="presParOf" srcId="{A4429CB6-2C70-418E-B273-35C6D5495113}" destId="{E489DF19-914E-4A84-91BE-161C613E2105}" srcOrd="2" destOrd="0" presId="urn:microsoft.com/office/officeart/2018/2/layout/IconCircleList"/>
    <dgm:cxn modelId="{EE47EBA2-D948-4F87-BE2B-737C65F78E5D}" type="presParOf" srcId="{A4429CB6-2C70-418E-B273-35C6D5495113}" destId="{A7416B1B-7052-4775-B8B3-81DBEA01DCB5}" srcOrd="3" destOrd="0" presId="urn:microsoft.com/office/officeart/2018/2/layout/IconCircleList"/>
    <dgm:cxn modelId="{62EB4F6A-70FA-492E-90D8-087D1B4AB95D}" type="presParOf" srcId="{A8DEA1FE-5A93-4E76-829C-9765BA58517B}" destId="{59469B84-7EB1-4B7F-A90A-B76BD4A4D8CE}" srcOrd="5" destOrd="0" presId="urn:microsoft.com/office/officeart/2018/2/layout/IconCircleList"/>
    <dgm:cxn modelId="{C6A9D36A-AC8A-4122-99C3-C42626F745EE}" type="presParOf" srcId="{A8DEA1FE-5A93-4E76-829C-9765BA58517B}" destId="{0C5A7F6D-5907-476D-9598-24E495D2FC3E}" srcOrd="6" destOrd="0" presId="urn:microsoft.com/office/officeart/2018/2/layout/IconCircleList"/>
    <dgm:cxn modelId="{416D2E49-59A8-4BC6-ADF4-BAC25E0047C7}" type="presParOf" srcId="{0C5A7F6D-5907-476D-9598-24E495D2FC3E}" destId="{A158C42D-97BA-46E1-AAB7-39CF6F5974DA}" srcOrd="0" destOrd="0" presId="urn:microsoft.com/office/officeart/2018/2/layout/IconCircleList"/>
    <dgm:cxn modelId="{4D958FF1-56B7-453A-A1DC-EC04E5DF7A11}" type="presParOf" srcId="{0C5A7F6D-5907-476D-9598-24E495D2FC3E}" destId="{392E343F-F264-4A47-9AC7-0A79FFEAED57}" srcOrd="1" destOrd="0" presId="urn:microsoft.com/office/officeart/2018/2/layout/IconCircleList"/>
    <dgm:cxn modelId="{0EAF307F-9A83-4A36-8B5B-970CFDE52EF2}" type="presParOf" srcId="{0C5A7F6D-5907-476D-9598-24E495D2FC3E}" destId="{406A42CC-E018-4F2E-AAE2-FC85534C646C}" srcOrd="2" destOrd="0" presId="urn:microsoft.com/office/officeart/2018/2/layout/IconCircleList"/>
    <dgm:cxn modelId="{531A5B8E-40A3-4899-A406-F38D0EF1AF3F}" type="presParOf" srcId="{0C5A7F6D-5907-476D-9598-24E495D2FC3E}" destId="{51EDF5FF-0CCA-4D9C-AB5E-0BA096367D2A}" srcOrd="3" destOrd="0" presId="urn:microsoft.com/office/officeart/2018/2/layout/IconCircleList"/>
    <dgm:cxn modelId="{AD106585-7BDF-471E-8121-E70ECD711A2D}" type="presParOf" srcId="{A8DEA1FE-5A93-4E76-829C-9765BA58517B}" destId="{A0073AE2-BADD-412A-A395-D573115C5FCA}" srcOrd="7" destOrd="0" presId="urn:microsoft.com/office/officeart/2018/2/layout/IconCircleList"/>
    <dgm:cxn modelId="{001CD277-35A1-46F7-B075-0BBE86C96A45}" type="presParOf" srcId="{A8DEA1FE-5A93-4E76-829C-9765BA58517B}" destId="{A78FDA94-EA58-4D4D-80C0-1BA057F3E4E2}" srcOrd="8" destOrd="0" presId="urn:microsoft.com/office/officeart/2018/2/layout/IconCircleList"/>
    <dgm:cxn modelId="{367BB4C7-F9D3-44F8-ADED-FDD3E3A99E39}" type="presParOf" srcId="{A78FDA94-EA58-4D4D-80C0-1BA057F3E4E2}" destId="{BC703A89-AF0C-467B-899B-4F4654AF6FCD}" srcOrd="0" destOrd="0" presId="urn:microsoft.com/office/officeart/2018/2/layout/IconCircleList"/>
    <dgm:cxn modelId="{92D938CD-BF00-4AA2-9C6F-8C994FA6FEBF}" type="presParOf" srcId="{A78FDA94-EA58-4D4D-80C0-1BA057F3E4E2}" destId="{5BFF26AF-0DEE-4EBA-980C-3E197062C2F7}" srcOrd="1" destOrd="0" presId="urn:microsoft.com/office/officeart/2018/2/layout/IconCircleList"/>
    <dgm:cxn modelId="{DBF176B0-D590-4693-9293-CAF63F200448}" type="presParOf" srcId="{A78FDA94-EA58-4D4D-80C0-1BA057F3E4E2}" destId="{B9C5661F-B3EB-4409-81B7-92BDF17F476C}" srcOrd="2" destOrd="0" presId="urn:microsoft.com/office/officeart/2018/2/layout/IconCircleList"/>
    <dgm:cxn modelId="{C7D25958-F686-4964-B011-3FE75EB3DC14}" type="presParOf" srcId="{A78FDA94-EA58-4D4D-80C0-1BA057F3E4E2}" destId="{2E499133-F158-4C46-B570-9380363C88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A55F74-5A45-48E3-8259-CC652412144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15808D3-FCDD-4276-BDEF-5BB37D359E27}">
      <dgm:prSet custT="1"/>
      <dgm:spPr/>
      <dgm:t>
        <a:bodyPr/>
        <a:lstStyle/>
        <a:p>
          <a:pPr algn="ctr" rtl="0">
            <a:defRPr cap="all"/>
          </a:pPr>
          <a:r>
            <a:rPr lang="he-IL" sz="1600" b="1" i="0" baseline="0" dirty="0" err="1"/>
            <a:t>Screen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Calibration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Ensuring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accurate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calibration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across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various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monitor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sizes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6CBC9B88-08E3-4B85-8FB3-EF8A0C96AD9C}" type="parTrans" cxnId="{8B842A0D-7965-4D36-8994-D228784108AA}">
      <dgm:prSet/>
      <dgm:spPr/>
      <dgm:t>
        <a:bodyPr/>
        <a:lstStyle/>
        <a:p>
          <a:endParaRPr lang="en-US"/>
        </a:p>
      </dgm:t>
    </dgm:pt>
    <dgm:pt modelId="{4B7A6440-F4EB-450B-97AB-DE8B9C6E5ADE}" type="sibTrans" cxnId="{8B842A0D-7965-4D36-8994-D228784108AA}">
      <dgm:prSet/>
      <dgm:spPr/>
      <dgm:t>
        <a:bodyPr/>
        <a:lstStyle/>
        <a:p>
          <a:endParaRPr lang="en-US"/>
        </a:p>
      </dgm:t>
    </dgm:pt>
    <dgm:pt modelId="{8A851740-78B5-4531-B681-6A8DE3E3BF9A}">
      <dgm:prSet custT="1"/>
      <dgm:spPr/>
      <dgm:t>
        <a:bodyPr/>
        <a:lstStyle/>
        <a:p>
          <a:pPr algn="ctr" rtl="0">
            <a:defRPr cap="all"/>
          </a:pPr>
          <a:r>
            <a:rPr lang="he-IL" sz="1600" b="1" i="0" baseline="0" dirty="0" err="1"/>
            <a:t>Test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Accuracy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Developing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tests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that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consistently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produce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valid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results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comparable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to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clinical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tests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03A4DC86-B713-42E0-812B-525391E32F5C}" type="parTrans" cxnId="{281EC18B-F360-4C34-9627-AB35A8CBC5C1}">
      <dgm:prSet/>
      <dgm:spPr/>
      <dgm:t>
        <a:bodyPr/>
        <a:lstStyle/>
        <a:p>
          <a:endParaRPr lang="en-US"/>
        </a:p>
      </dgm:t>
    </dgm:pt>
    <dgm:pt modelId="{D1EBFA6A-AACE-4F1E-8688-82F9B01BD4CC}" type="sibTrans" cxnId="{281EC18B-F360-4C34-9627-AB35A8CBC5C1}">
      <dgm:prSet/>
      <dgm:spPr/>
      <dgm:t>
        <a:bodyPr/>
        <a:lstStyle/>
        <a:p>
          <a:endParaRPr lang="en-US"/>
        </a:p>
      </dgm:t>
    </dgm:pt>
    <dgm:pt modelId="{234AD7D6-A5B8-417D-8446-74AD957F30AA}">
      <dgm:prSet custT="1"/>
      <dgm:spPr/>
      <dgm:t>
        <a:bodyPr/>
        <a:lstStyle/>
        <a:p>
          <a:pPr algn="ctr" rtl="0">
            <a:defRPr cap="all"/>
          </a:pPr>
          <a:r>
            <a:rPr lang="he-IL" sz="1600" b="1" i="0" baseline="0" dirty="0" err="1"/>
            <a:t>Secure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Data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Storage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Implementing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secure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methods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for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storing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and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protecting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sensitive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user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data</a:t>
          </a:r>
          <a:r>
            <a:rPr lang="he-IL" sz="1600" b="0" i="0" baseline="0" dirty="0"/>
            <a:t>.</a:t>
          </a:r>
          <a:endParaRPr lang="en-US" sz="1600" dirty="0"/>
        </a:p>
      </dgm:t>
    </dgm:pt>
    <dgm:pt modelId="{42D252E4-B285-41FE-B570-8FE37E089621}" type="parTrans" cxnId="{D97E218D-1739-4F54-BA3C-C682C2253324}">
      <dgm:prSet/>
      <dgm:spPr/>
      <dgm:t>
        <a:bodyPr/>
        <a:lstStyle/>
        <a:p>
          <a:endParaRPr lang="en-US"/>
        </a:p>
      </dgm:t>
    </dgm:pt>
    <dgm:pt modelId="{32B9D501-16F7-4484-AC91-D2BB89F357D5}" type="sibTrans" cxnId="{D97E218D-1739-4F54-BA3C-C682C2253324}">
      <dgm:prSet/>
      <dgm:spPr/>
      <dgm:t>
        <a:bodyPr/>
        <a:lstStyle/>
        <a:p>
          <a:endParaRPr lang="en-US"/>
        </a:p>
      </dgm:t>
    </dgm:pt>
    <dgm:pt modelId="{CB74BDA4-CC42-4AAB-8F27-562F87CAF0AD}">
      <dgm:prSet custT="1"/>
      <dgm:spPr/>
      <dgm:t>
        <a:bodyPr/>
        <a:lstStyle/>
        <a:p>
          <a:pPr algn="ctr" rtl="0">
            <a:defRPr cap="all"/>
          </a:pPr>
          <a:r>
            <a:rPr lang="he-IL" sz="1600" b="1" i="0" baseline="0" dirty="0" err="1"/>
            <a:t>Input</a:t>
          </a:r>
          <a:r>
            <a:rPr lang="he-IL" sz="1600" b="1" i="0" baseline="0" dirty="0"/>
            <a:t> </a:t>
          </a:r>
          <a:r>
            <a:rPr lang="he-IL" sz="1600" b="1" i="0" baseline="0" dirty="0" err="1"/>
            <a:t>Handling</a:t>
          </a:r>
          <a:r>
            <a:rPr lang="he-IL" sz="1600" b="1" i="0" baseline="0" dirty="0"/>
            <a:t>: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Ensuring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compatibility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with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different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hardware</a:t>
          </a:r>
          <a:r>
            <a:rPr lang="he-IL" sz="1600" b="0" i="0" baseline="0" dirty="0"/>
            <a:t> </a:t>
          </a:r>
          <a:r>
            <a:rPr lang="he-IL" sz="1600" b="0" i="0" baseline="0" dirty="0" err="1"/>
            <a:t>inputs</a:t>
          </a:r>
          <a:r>
            <a:rPr lang="he-IL" sz="1600" b="0" i="0" baseline="0" dirty="0"/>
            <a:t> (</a:t>
          </a:r>
          <a:r>
            <a:rPr lang="he-IL" sz="1600" b="0" i="0" baseline="0" dirty="0" err="1"/>
            <a:t>monitors</a:t>
          </a:r>
          <a:r>
            <a:rPr lang="he-IL" sz="1600" b="0" i="0" baseline="0" dirty="0"/>
            <a:t>, </a:t>
          </a:r>
          <a:r>
            <a:rPr lang="he-IL" sz="1600" b="0" i="0" baseline="0" dirty="0" err="1"/>
            <a:t>keyboards</a:t>
          </a:r>
          <a:r>
            <a:rPr lang="he-IL" sz="1600" b="0" i="0" baseline="0" dirty="0"/>
            <a:t>, </a:t>
          </a:r>
          <a:r>
            <a:rPr lang="he-IL" sz="1600" b="0" i="0" baseline="0" dirty="0" err="1"/>
            <a:t>etc</a:t>
          </a:r>
          <a:r>
            <a:rPr lang="he-IL" sz="1600" b="0" i="0" baseline="0" dirty="0"/>
            <a:t>.). </a:t>
          </a:r>
          <a:endParaRPr lang="en-US" sz="1600" dirty="0"/>
        </a:p>
      </dgm:t>
    </dgm:pt>
    <dgm:pt modelId="{D5F89EE3-1D67-4021-9DF8-CDE2534C2A37}" type="parTrans" cxnId="{8BEC9CAE-ED52-44E9-B0E1-50BCE7883E81}">
      <dgm:prSet/>
      <dgm:spPr/>
      <dgm:t>
        <a:bodyPr/>
        <a:lstStyle/>
        <a:p>
          <a:endParaRPr lang="en-US"/>
        </a:p>
      </dgm:t>
    </dgm:pt>
    <dgm:pt modelId="{9EB6AA65-B1E3-4943-8AED-CA743DF592E1}" type="sibTrans" cxnId="{8BEC9CAE-ED52-44E9-B0E1-50BCE7883E81}">
      <dgm:prSet/>
      <dgm:spPr/>
      <dgm:t>
        <a:bodyPr/>
        <a:lstStyle/>
        <a:p>
          <a:endParaRPr lang="en-US"/>
        </a:p>
      </dgm:t>
    </dgm:pt>
    <dgm:pt modelId="{CF0EA5D8-4BA3-4925-B4F0-2484CF8334F9}" type="pres">
      <dgm:prSet presAssocID="{4BA55F74-5A45-48E3-8259-CC6524121449}" presName="root" presStyleCnt="0">
        <dgm:presLayoutVars>
          <dgm:dir/>
          <dgm:resizeHandles val="exact"/>
        </dgm:presLayoutVars>
      </dgm:prSet>
      <dgm:spPr/>
    </dgm:pt>
    <dgm:pt modelId="{2D8139BC-F0EB-4A84-9AA9-B71ED62894A4}" type="pres">
      <dgm:prSet presAssocID="{B15808D3-FCDD-4276-BDEF-5BB37D359E27}" presName="compNode" presStyleCnt="0"/>
      <dgm:spPr/>
    </dgm:pt>
    <dgm:pt modelId="{AF3CA6AF-4CDA-4265-8194-2BC56CFBE929}" type="pres">
      <dgm:prSet presAssocID="{B15808D3-FCDD-4276-BDEF-5BB37D359E2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92745BD-E0FD-4A82-B5AD-E5E6490B0509}" type="pres">
      <dgm:prSet presAssocID="{B15808D3-FCDD-4276-BDEF-5BB37D359E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34D7384-3115-4816-98B7-42D192100E20}" type="pres">
      <dgm:prSet presAssocID="{B15808D3-FCDD-4276-BDEF-5BB37D359E27}" presName="spaceRect" presStyleCnt="0"/>
      <dgm:spPr/>
    </dgm:pt>
    <dgm:pt modelId="{D68AFC2A-2A1A-494E-855E-E3492D07278B}" type="pres">
      <dgm:prSet presAssocID="{B15808D3-FCDD-4276-BDEF-5BB37D359E27}" presName="textRect" presStyleLbl="revTx" presStyleIdx="0" presStyleCnt="4">
        <dgm:presLayoutVars>
          <dgm:chMax val="1"/>
          <dgm:chPref val="1"/>
        </dgm:presLayoutVars>
      </dgm:prSet>
      <dgm:spPr/>
    </dgm:pt>
    <dgm:pt modelId="{3F27590F-6C8A-416C-B979-02989048E524}" type="pres">
      <dgm:prSet presAssocID="{4B7A6440-F4EB-450B-97AB-DE8B9C6E5ADE}" presName="sibTrans" presStyleCnt="0"/>
      <dgm:spPr/>
    </dgm:pt>
    <dgm:pt modelId="{4EE218D1-30A1-4A59-8C87-23A648345013}" type="pres">
      <dgm:prSet presAssocID="{8A851740-78B5-4531-B681-6A8DE3E3BF9A}" presName="compNode" presStyleCnt="0"/>
      <dgm:spPr/>
    </dgm:pt>
    <dgm:pt modelId="{4354DF1C-D622-4B76-8CDB-B91B5A3CF532}" type="pres">
      <dgm:prSet presAssocID="{8A851740-78B5-4531-B681-6A8DE3E3BF9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49EE11F-D8C8-4955-A85C-81DD5F87EBF0}" type="pres">
      <dgm:prSet presAssocID="{8A851740-78B5-4531-B681-6A8DE3E3BF9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4561B74-7EAA-461C-8358-724074DED726}" type="pres">
      <dgm:prSet presAssocID="{8A851740-78B5-4531-B681-6A8DE3E3BF9A}" presName="spaceRect" presStyleCnt="0"/>
      <dgm:spPr/>
    </dgm:pt>
    <dgm:pt modelId="{AC9D273A-45D0-47B5-8233-C4EA538E4B95}" type="pres">
      <dgm:prSet presAssocID="{8A851740-78B5-4531-B681-6A8DE3E3BF9A}" presName="textRect" presStyleLbl="revTx" presStyleIdx="1" presStyleCnt="4">
        <dgm:presLayoutVars>
          <dgm:chMax val="1"/>
          <dgm:chPref val="1"/>
        </dgm:presLayoutVars>
      </dgm:prSet>
      <dgm:spPr/>
    </dgm:pt>
    <dgm:pt modelId="{BEE85A14-B626-420D-9022-3EB305708A56}" type="pres">
      <dgm:prSet presAssocID="{D1EBFA6A-AACE-4F1E-8688-82F9B01BD4CC}" presName="sibTrans" presStyleCnt="0"/>
      <dgm:spPr/>
    </dgm:pt>
    <dgm:pt modelId="{75F6D650-F5B0-4FF3-8B00-D81D5020373A}" type="pres">
      <dgm:prSet presAssocID="{234AD7D6-A5B8-417D-8446-74AD957F30AA}" presName="compNode" presStyleCnt="0"/>
      <dgm:spPr/>
    </dgm:pt>
    <dgm:pt modelId="{898A1738-9CAF-40A2-92BE-72D81450C9E1}" type="pres">
      <dgm:prSet presAssocID="{234AD7D6-A5B8-417D-8446-74AD957F30AA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8AAA7D8-0013-4DC2-A60F-255BF1326CE2}" type="pres">
      <dgm:prSet presAssocID="{234AD7D6-A5B8-417D-8446-74AD957F30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80E7818-15C9-4FB6-8CAC-17454131C33C}" type="pres">
      <dgm:prSet presAssocID="{234AD7D6-A5B8-417D-8446-74AD957F30AA}" presName="spaceRect" presStyleCnt="0"/>
      <dgm:spPr/>
    </dgm:pt>
    <dgm:pt modelId="{C9E18147-A01F-439D-B312-D84DFC97D1A5}" type="pres">
      <dgm:prSet presAssocID="{234AD7D6-A5B8-417D-8446-74AD957F30AA}" presName="textRect" presStyleLbl="revTx" presStyleIdx="2" presStyleCnt="4">
        <dgm:presLayoutVars>
          <dgm:chMax val="1"/>
          <dgm:chPref val="1"/>
        </dgm:presLayoutVars>
      </dgm:prSet>
      <dgm:spPr/>
    </dgm:pt>
    <dgm:pt modelId="{0DAA160D-B6FD-49E8-AF65-8C0B8CA09CAC}" type="pres">
      <dgm:prSet presAssocID="{32B9D501-16F7-4484-AC91-D2BB89F357D5}" presName="sibTrans" presStyleCnt="0"/>
      <dgm:spPr/>
    </dgm:pt>
    <dgm:pt modelId="{728BF446-E5F8-437C-81F6-047D5108A906}" type="pres">
      <dgm:prSet presAssocID="{CB74BDA4-CC42-4AAB-8F27-562F87CAF0AD}" presName="compNode" presStyleCnt="0"/>
      <dgm:spPr/>
    </dgm:pt>
    <dgm:pt modelId="{C2EB09EC-93C3-4A08-9BD5-4DEF7AAF8092}" type="pres">
      <dgm:prSet presAssocID="{CB74BDA4-CC42-4AAB-8F27-562F87CAF0A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01C62C8-96B2-4FDD-B5C2-39E22219F1BD}" type="pres">
      <dgm:prSet presAssocID="{CB74BDA4-CC42-4AAB-8F27-562F87CAF0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EAAD287F-47F9-459C-B9FC-F2015CC45D23}" type="pres">
      <dgm:prSet presAssocID="{CB74BDA4-CC42-4AAB-8F27-562F87CAF0AD}" presName="spaceRect" presStyleCnt="0"/>
      <dgm:spPr/>
    </dgm:pt>
    <dgm:pt modelId="{21D0536A-B534-4B9D-9792-29B7E6DC90F4}" type="pres">
      <dgm:prSet presAssocID="{CB74BDA4-CC42-4AAB-8F27-562F87CAF0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B842A0D-7965-4D36-8994-D228784108AA}" srcId="{4BA55F74-5A45-48E3-8259-CC6524121449}" destId="{B15808D3-FCDD-4276-BDEF-5BB37D359E27}" srcOrd="0" destOrd="0" parTransId="{6CBC9B88-08E3-4B85-8FB3-EF8A0C96AD9C}" sibTransId="{4B7A6440-F4EB-450B-97AB-DE8B9C6E5ADE}"/>
    <dgm:cxn modelId="{F9733E1A-96C7-4A12-9131-C356117A9254}" type="presOf" srcId="{CB74BDA4-CC42-4AAB-8F27-562F87CAF0AD}" destId="{21D0536A-B534-4B9D-9792-29B7E6DC90F4}" srcOrd="0" destOrd="0" presId="urn:microsoft.com/office/officeart/2018/5/layout/IconLeafLabelList"/>
    <dgm:cxn modelId="{46BE0039-7602-428E-8615-FA426314F441}" type="presOf" srcId="{8A851740-78B5-4531-B681-6A8DE3E3BF9A}" destId="{AC9D273A-45D0-47B5-8233-C4EA538E4B95}" srcOrd="0" destOrd="0" presId="urn:microsoft.com/office/officeart/2018/5/layout/IconLeafLabelList"/>
    <dgm:cxn modelId="{2946A742-A2F7-42D1-93CE-E669EAC1A04F}" type="presOf" srcId="{B15808D3-FCDD-4276-BDEF-5BB37D359E27}" destId="{D68AFC2A-2A1A-494E-855E-E3492D07278B}" srcOrd="0" destOrd="0" presId="urn:microsoft.com/office/officeart/2018/5/layout/IconLeafLabelList"/>
    <dgm:cxn modelId="{553EB366-366E-4BEB-9545-6188D974DF2C}" type="presOf" srcId="{234AD7D6-A5B8-417D-8446-74AD957F30AA}" destId="{C9E18147-A01F-439D-B312-D84DFC97D1A5}" srcOrd="0" destOrd="0" presId="urn:microsoft.com/office/officeart/2018/5/layout/IconLeafLabelList"/>
    <dgm:cxn modelId="{88A94387-CC39-4B47-B4BD-E3FA2A586214}" type="presOf" srcId="{4BA55F74-5A45-48E3-8259-CC6524121449}" destId="{CF0EA5D8-4BA3-4925-B4F0-2484CF8334F9}" srcOrd="0" destOrd="0" presId="urn:microsoft.com/office/officeart/2018/5/layout/IconLeafLabelList"/>
    <dgm:cxn modelId="{281EC18B-F360-4C34-9627-AB35A8CBC5C1}" srcId="{4BA55F74-5A45-48E3-8259-CC6524121449}" destId="{8A851740-78B5-4531-B681-6A8DE3E3BF9A}" srcOrd="1" destOrd="0" parTransId="{03A4DC86-B713-42E0-812B-525391E32F5C}" sibTransId="{D1EBFA6A-AACE-4F1E-8688-82F9B01BD4CC}"/>
    <dgm:cxn modelId="{D97E218D-1739-4F54-BA3C-C682C2253324}" srcId="{4BA55F74-5A45-48E3-8259-CC6524121449}" destId="{234AD7D6-A5B8-417D-8446-74AD957F30AA}" srcOrd="2" destOrd="0" parTransId="{42D252E4-B285-41FE-B570-8FE37E089621}" sibTransId="{32B9D501-16F7-4484-AC91-D2BB89F357D5}"/>
    <dgm:cxn modelId="{8BEC9CAE-ED52-44E9-B0E1-50BCE7883E81}" srcId="{4BA55F74-5A45-48E3-8259-CC6524121449}" destId="{CB74BDA4-CC42-4AAB-8F27-562F87CAF0AD}" srcOrd="3" destOrd="0" parTransId="{D5F89EE3-1D67-4021-9DF8-CDE2534C2A37}" sibTransId="{9EB6AA65-B1E3-4943-8AED-CA743DF592E1}"/>
    <dgm:cxn modelId="{135DEFD7-2A69-4C5B-B957-B5188AFA1548}" type="presParOf" srcId="{CF0EA5D8-4BA3-4925-B4F0-2484CF8334F9}" destId="{2D8139BC-F0EB-4A84-9AA9-B71ED62894A4}" srcOrd="0" destOrd="0" presId="urn:microsoft.com/office/officeart/2018/5/layout/IconLeafLabelList"/>
    <dgm:cxn modelId="{9F6F78F4-1B0F-47A9-8CE6-1D75F376F02B}" type="presParOf" srcId="{2D8139BC-F0EB-4A84-9AA9-B71ED62894A4}" destId="{AF3CA6AF-4CDA-4265-8194-2BC56CFBE929}" srcOrd="0" destOrd="0" presId="urn:microsoft.com/office/officeart/2018/5/layout/IconLeafLabelList"/>
    <dgm:cxn modelId="{81781AC2-0311-4D17-AA84-9523444C117F}" type="presParOf" srcId="{2D8139BC-F0EB-4A84-9AA9-B71ED62894A4}" destId="{792745BD-E0FD-4A82-B5AD-E5E6490B0509}" srcOrd="1" destOrd="0" presId="urn:microsoft.com/office/officeart/2018/5/layout/IconLeafLabelList"/>
    <dgm:cxn modelId="{3E96E9FA-2D97-4F56-B345-47F89C58E92C}" type="presParOf" srcId="{2D8139BC-F0EB-4A84-9AA9-B71ED62894A4}" destId="{534D7384-3115-4816-98B7-42D192100E20}" srcOrd="2" destOrd="0" presId="urn:microsoft.com/office/officeart/2018/5/layout/IconLeafLabelList"/>
    <dgm:cxn modelId="{D46432B5-F843-4ACA-9D7C-D81E6B713524}" type="presParOf" srcId="{2D8139BC-F0EB-4A84-9AA9-B71ED62894A4}" destId="{D68AFC2A-2A1A-494E-855E-E3492D07278B}" srcOrd="3" destOrd="0" presId="urn:microsoft.com/office/officeart/2018/5/layout/IconLeafLabelList"/>
    <dgm:cxn modelId="{28DD554F-FE1C-4795-8CE3-954261A8287D}" type="presParOf" srcId="{CF0EA5D8-4BA3-4925-B4F0-2484CF8334F9}" destId="{3F27590F-6C8A-416C-B979-02989048E524}" srcOrd="1" destOrd="0" presId="urn:microsoft.com/office/officeart/2018/5/layout/IconLeafLabelList"/>
    <dgm:cxn modelId="{64BA3C2F-DB93-40D0-9520-9C09E518BFC4}" type="presParOf" srcId="{CF0EA5D8-4BA3-4925-B4F0-2484CF8334F9}" destId="{4EE218D1-30A1-4A59-8C87-23A648345013}" srcOrd="2" destOrd="0" presId="urn:microsoft.com/office/officeart/2018/5/layout/IconLeafLabelList"/>
    <dgm:cxn modelId="{E082A988-8896-4D76-BE57-80D7721B9CA9}" type="presParOf" srcId="{4EE218D1-30A1-4A59-8C87-23A648345013}" destId="{4354DF1C-D622-4B76-8CDB-B91B5A3CF532}" srcOrd="0" destOrd="0" presId="urn:microsoft.com/office/officeart/2018/5/layout/IconLeafLabelList"/>
    <dgm:cxn modelId="{264C70D1-5441-43E1-8E7D-DDA12704843C}" type="presParOf" srcId="{4EE218D1-30A1-4A59-8C87-23A648345013}" destId="{249EE11F-D8C8-4955-A85C-81DD5F87EBF0}" srcOrd="1" destOrd="0" presId="urn:microsoft.com/office/officeart/2018/5/layout/IconLeafLabelList"/>
    <dgm:cxn modelId="{8AEA2D6E-44A0-488D-B2C3-116E9AFF7449}" type="presParOf" srcId="{4EE218D1-30A1-4A59-8C87-23A648345013}" destId="{54561B74-7EAA-461C-8358-724074DED726}" srcOrd="2" destOrd="0" presId="urn:microsoft.com/office/officeart/2018/5/layout/IconLeafLabelList"/>
    <dgm:cxn modelId="{8FAEF53F-97EB-43B8-BDC1-D576E38F35CF}" type="presParOf" srcId="{4EE218D1-30A1-4A59-8C87-23A648345013}" destId="{AC9D273A-45D0-47B5-8233-C4EA538E4B95}" srcOrd="3" destOrd="0" presId="urn:microsoft.com/office/officeart/2018/5/layout/IconLeafLabelList"/>
    <dgm:cxn modelId="{24579ABE-598A-4800-81FE-4F021EDC27C1}" type="presParOf" srcId="{CF0EA5D8-4BA3-4925-B4F0-2484CF8334F9}" destId="{BEE85A14-B626-420D-9022-3EB305708A56}" srcOrd="3" destOrd="0" presId="urn:microsoft.com/office/officeart/2018/5/layout/IconLeafLabelList"/>
    <dgm:cxn modelId="{63110430-257B-401C-8952-43D45F1D4FAC}" type="presParOf" srcId="{CF0EA5D8-4BA3-4925-B4F0-2484CF8334F9}" destId="{75F6D650-F5B0-4FF3-8B00-D81D5020373A}" srcOrd="4" destOrd="0" presId="urn:microsoft.com/office/officeart/2018/5/layout/IconLeafLabelList"/>
    <dgm:cxn modelId="{D2AC227B-FB25-40BC-88DF-018940EFEC1E}" type="presParOf" srcId="{75F6D650-F5B0-4FF3-8B00-D81D5020373A}" destId="{898A1738-9CAF-40A2-92BE-72D81450C9E1}" srcOrd="0" destOrd="0" presId="urn:microsoft.com/office/officeart/2018/5/layout/IconLeafLabelList"/>
    <dgm:cxn modelId="{BFE49B24-328D-4B7C-91F5-3F7E7480FBD6}" type="presParOf" srcId="{75F6D650-F5B0-4FF3-8B00-D81D5020373A}" destId="{98AAA7D8-0013-4DC2-A60F-255BF1326CE2}" srcOrd="1" destOrd="0" presId="urn:microsoft.com/office/officeart/2018/5/layout/IconLeafLabelList"/>
    <dgm:cxn modelId="{93B186D0-32B9-46A3-806C-BBFDE3BAB931}" type="presParOf" srcId="{75F6D650-F5B0-4FF3-8B00-D81D5020373A}" destId="{580E7818-15C9-4FB6-8CAC-17454131C33C}" srcOrd="2" destOrd="0" presId="urn:microsoft.com/office/officeart/2018/5/layout/IconLeafLabelList"/>
    <dgm:cxn modelId="{CBFE453C-601D-4A8E-8AB3-53A95A45D579}" type="presParOf" srcId="{75F6D650-F5B0-4FF3-8B00-D81D5020373A}" destId="{C9E18147-A01F-439D-B312-D84DFC97D1A5}" srcOrd="3" destOrd="0" presId="urn:microsoft.com/office/officeart/2018/5/layout/IconLeafLabelList"/>
    <dgm:cxn modelId="{E456857D-F1FF-4F66-A9FF-D55E151B60C7}" type="presParOf" srcId="{CF0EA5D8-4BA3-4925-B4F0-2484CF8334F9}" destId="{0DAA160D-B6FD-49E8-AF65-8C0B8CA09CAC}" srcOrd="5" destOrd="0" presId="urn:microsoft.com/office/officeart/2018/5/layout/IconLeafLabelList"/>
    <dgm:cxn modelId="{38954171-FB27-4863-8C4C-947591742DA1}" type="presParOf" srcId="{CF0EA5D8-4BA3-4925-B4F0-2484CF8334F9}" destId="{728BF446-E5F8-437C-81F6-047D5108A906}" srcOrd="6" destOrd="0" presId="urn:microsoft.com/office/officeart/2018/5/layout/IconLeafLabelList"/>
    <dgm:cxn modelId="{2D0454BC-EEEB-42DE-9D21-983C8A3ACD6F}" type="presParOf" srcId="{728BF446-E5F8-437C-81F6-047D5108A906}" destId="{C2EB09EC-93C3-4A08-9BD5-4DEF7AAF8092}" srcOrd="0" destOrd="0" presId="urn:microsoft.com/office/officeart/2018/5/layout/IconLeafLabelList"/>
    <dgm:cxn modelId="{F585B395-5960-4ACA-9637-1E7FF56CAB95}" type="presParOf" srcId="{728BF446-E5F8-437C-81F6-047D5108A906}" destId="{101C62C8-96B2-4FDD-B5C2-39E22219F1BD}" srcOrd="1" destOrd="0" presId="urn:microsoft.com/office/officeart/2018/5/layout/IconLeafLabelList"/>
    <dgm:cxn modelId="{088FF2B6-0B3A-49AA-94B9-9302DD50F1B4}" type="presParOf" srcId="{728BF446-E5F8-437C-81F6-047D5108A906}" destId="{EAAD287F-47F9-459C-B9FC-F2015CC45D23}" srcOrd="2" destOrd="0" presId="urn:microsoft.com/office/officeart/2018/5/layout/IconLeafLabelList"/>
    <dgm:cxn modelId="{3E43D84F-3B7F-4D81-8F2F-48325CFA6BE3}" type="presParOf" srcId="{728BF446-E5F8-437C-81F6-047D5108A906}" destId="{21D0536A-B534-4B9D-9792-29B7E6DC90F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E077DB-29B6-4285-BDFE-A358956C0E8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484F3B-D96C-4469-AEFF-D9D8669841E7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b="1" i="0" baseline="0" dirty="0" err="1"/>
            <a:t>Thank</a:t>
          </a:r>
          <a:r>
            <a:rPr lang="he-IL" b="1" i="0" baseline="0" dirty="0"/>
            <a:t> </a:t>
          </a:r>
          <a:r>
            <a:rPr lang="he-IL" b="1" i="0" baseline="0" dirty="0" err="1"/>
            <a:t>you</a:t>
          </a:r>
          <a:r>
            <a:rPr lang="he-IL" b="1" i="0" baseline="0" dirty="0"/>
            <a:t> </a:t>
          </a:r>
          <a:r>
            <a:rPr lang="he-IL" b="1" i="0" baseline="0" dirty="0" err="1"/>
            <a:t>for</a:t>
          </a:r>
          <a:r>
            <a:rPr lang="he-IL" b="1" i="0" baseline="0" dirty="0"/>
            <a:t> </a:t>
          </a:r>
          <a:r>
            <a:rPr lang="he-IL" b="1" i="0" baseline="0" dirty="0" err="1"/>
            <a:t>your</a:t>
          </a:r>
          <a:r>
            <a:rPr lang="he-IL" b="1" i="0" baseline="0" dirty="0"/>
            <a:t> </a:t>
          </a:r>
          <a:r>
            <a:rPr lang="he-IL" b="1" i="0" baseline="0" dirty="0" err="1"/>
            <a:t>attention</a:t>
          </a:r>
          <a:r>
            <a:rPr lang="he-IL" b="1" i="0" baseline="0" dirty="0"/>
            <a:t>.</a:t>
          </a:r>
          <a:endParaRPr lang="en-US" dirty="0"/>
        </a:p>
      </dgm:t>
    </dgm:pt>
    <dgm:pt modelId="{121AB227-EC36-42F2-B342-65A78C6275F7}" type="parTrans" cxnId="{BFE816E6-C923-4B46-84F8-DD5C9290B477}">
      <dgm:prSet/>
      <dgm:spPr/>
      <dgm:t>
        <a:bodyPr/>
        <a:lstStyle/>
        <a:p>
          <a:endParaRPr lang="en-US"/>
        </a:p>
      </dgm:t>
    </dgm:pt>
    <dgm:pt modelId="{2B5FBC3D-FBCA-4A48-8E96-C62BC2D745DE}" type="sibTrans" cxnId="{BFE816E6-C923-4B46-84F8-DD5C9290B4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FBEA04E-2A30-4828-866B-4848BE466668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b="1" i="0" baseline="0" dirty="0" err="1"/>
            <a:t>Questions</a:t>
          </a:r>
          <a:r>
            <a:rPr lang="en-US" b="1" i="0" baseline="0" dirty="0"/>
            <a:t>?</a:t>
          </a:r>
          <a:r>
            <a:rPr lang="he-IL" b="0" i="0" baseline="0" dirty="0"/>
            <a:t> </a:t>
          </a:r>
          <a:endParaRPr lang="en-US" dirty="0"/>
        </a:p>
      </dgm:t>
    </dgm:pt>
    <dgm:pt modelId="{90EC3B10-BA42-4289-82E6-559E60032901}" type="parTrans" cxnId="{CED049DD-50DF-4D23-9B49-33ED50E4B963}">
      <dgm:prSet/>
      <dgm:spPr/>
      <dgm:t>
        <a:bodyPr/>
        <a:lstStyle/>
        <a:p>
          <a:endParaRPr lang="en-US"/>
        </a:p>
      </dgm:t>
    </dgm:pt>
    <dgm:pt modelId="{69090B69-B327-4C6F-A674-AF670E0C797E}" type="sibTrans" cxnId="{CED049DD-50DF-4D23-9B49-33ED50E4B963}">
      <dgm:prSet/>
      <dgm:spPr/>
      <dgm:t>
        <a:bodyPr/>
        <a:lstStyle/>
        <a:p>
          <a:endParaRPr lang="en-US"/>
        </a:p>
      </dgm:t>
    </dgm:pt>
    <dgm:pt modelId="{596A92DA-8D2B-4AC7-A980-8B824D5AEEF6}" type="pres">
      <dgm:prSet presAssocID="{C4E077DB-29B6-4285-BDFE-A358956C0E8A}" presName="root" presStyleCnt="0">
        <dgm:presLayoutVars>
          <dgm:dir/>
          <dgm:resizeHandles val="exact"/>
        </dgm:presLayoutVars>
      </dgm:prSet>
      <dgm:spPr/>
    </dgm:pt>
    <dgm:pt modelId="{2CA5A15A-1669-41E8-BD42-975273194AE0}" type="pres">
      <dgm:prSet presAssocID="{C4E077DB-29B6-4285-BDFE-A358956C0E8A}" presName="container" presStyleCnt="0">
        <dgm:presLayoutVars>
          <dgm:dir/>
          <dgm:resizeHandles val="exact"/>
        </dgm:presLayoutVars>
      </dgm:prSet>
      <dgm:spPr/>
    </dgm:pt>
    <dgm:pt modelId="{FCB80FA4-FCB4-4E39-B818-CD2BCDCF38A1}" type="pres">
      <dgm:prSet presAssocID="{B7484F3B-D96C-4469-AEFF-D9D8669841E7}" presName="compNode" presStyleCnt="0"/>
      <dgm:spPr/>
    </dgm:pt>
    <dgm:pt modelId="{A5D05BC2-E9C4-42D4-B7C8-2473BB8164D1}" type="pres">
      <dgm:prSet presAssocID="{B7484F3B-D96C-4469-AEFF-D9D8669841E7}" presName="iconBgRect" presStyleLbl="bgShp" presStyleIdx="0" presStyleCnt="2"/>
      <dgm:spPr/>
    </dgm:pt>
    <dgm:pt modelId="{2662816D-E296-4438-BAA8-BF8B20849FBF}" type="pres">
      <dgm:prSet presAssocID="{B7484F3B-D96C-4469-AEFF-D9D8669841E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0DE4DE95-88EF-4095-99FD-591D85135FFF}" type="pres">
      <dgm:prSet presAssocID="{B7484F3B-D96C-4469-AEFF-D9D8669841E7}" presName="spaceRect" presStyleCnt="0"/>
      <dgm:spPr/>
    </dgm:pt>
    <dgm:pt modelId="{AE5FA4CD-6B59-4B7E-B358-E94ADACEA9BE}" type="pres">
      <dgm:prSet presAssocID="{B7484F3B-D96C-4469-AEFF-D9D8669841E7}" presName="textRect" presStyleLbl="revTx" presStyleIdx="0" presStyleCnt="2">
        <dgm:presLayoutVars>
          <dgm:chMax val="1"/>
          <dgm:chPref val="1"/>
        </dgm:presLayoutVars>
      </dgm:prSet>
      <dgm:spPr/>
    </dgm:pt>
    <dgm:pt modelId="{319F6A71-8331-48FA-BF7C-6C1FAE1572FE}" type="pres">
      <dgm:prSet presAssocID="{2B5FBC3D-FBCA-4A48-8E96-C62BC2D745DE}" presName="sibTrans" presStyleLbl="sibTrans2D1" presStyleIdx="0" presStyleCnt="0"/>
      <dgm:spPr/>
    </dgm:pt>
    <dgm:pt modelId="{09A13DA6-0171-4235-8F36-56ECCA39D67B}" type="pres">
      <dgm:prSet presAssocID="{7FBEA04E-2A30-4828-866B-4848BE466668}" presName="compNode" presStyleCnt="0"/>
      <dgm:spPr/>
    </dgm:pt>
    <dgm:pt modelId="{8AFC2429-E554-4348-B115-88138533403E}" type="pres">
      <dgm:prSet presAssocID="{7FBEA04E-2A30-4828-866B-4848BE466668}" presName="iconBgRect" presStyleLbl="bgShp" presStyleIdx="1" presStyleCnt="2"/>
      <dgm:spPr/>
    </dgm:pt>
    <dgm:pt modelId="{F07C9E90-4EF3-4FC0-9B6E-90094702004B}" type="pres">
      <dgm:prSet presAssocID="{7FBEA04E-2A30-4828-866B-4848BE4666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EDE3B385-7CF2-49AB-BD57-6001D76178F8}" type="pres">
      <dgm:prSet presAssocID="{7FBEA04E-2A30-4828-866B-4848BE466668}" presName="spaceRect" presStyleCnt="0"/>
      <dgm:spPr/>
    </dgm:pt>
    <dgm:pt modelId="{BF10A3D5-75E6-4814-922C-BFB75E27B36D}" type="pres">
      <dgm:prSet presAssocID="{7FBEA04E-2A30-4828-866B-4848BE46666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26A1609-9548-45B4-9271-654ABA93F4DA}" type="presOf" srcId="{2B5FBC3D-FBCA-4A48-8E96-C62BC2D745DE}" destId="{319F6A71-8331-48FA-BF7C-6C1FAE1572FE}" srcOrd="0" destOrd="0" presId="urn:microsoft.com/office/officeart/2018/2/layout/IconCircleList"/>
    <dgm:cxn modelId="{48279AA8-340C-466D-B6D7-9DAA1C5E70DB}" type="presOf" srcId="{7FBEA04E-2A30-4828-866B-4848BE466668}" destId="{BF10A3D5-75E6-4814-922C-BFB75E27B36D}" srcOrd="0" destOrd="0" presId="urn:microsoft.com/office/officeart/2018/2/layout/IconCircleList"/>
    <dgm:cxn modelId="{CED049DD-50DF-4D23-9B49-33ED50E4B963}" srcId="{C4E077DB-29B6-4285-BDFE-A358956C0E8A}" destId="{7FBEA04E-2A30-4828-866B-4848BE466668}" srcOrd="1" destOrd="0" parTransId="{90EC3B10-BA42-4289-82E6-559E60032901}" sibTransId="{69090B69-B327-4C6F-A674-AF670E0C797E}"/>
    <dgm:cxn modelId="{BFE816E6-C923-4B46-84F8-DD5C9290B477}" srcId="{C4E077DB-29B6-4285-BDFE-A358956C0E8A}" destId="{B7484F3B-D96C-4469-AEFF-D9D8669841E7}" srcOrd="0" destOrd="0" parTransId="{121AB227-EC36-42F2-B342-65A78C6275F7}" sibTransId="{2B5FBC3D-FBCA-4A48-8E96-C62BC2D745DE}"/>
    <dgm:cxn modelId="{E17A97F8-C88E-4146-B731-2C4C91E563EA}" type="presOf" srcId="{B7484F3B-D96C-4469-AEFF-D9D8669841E7}" destId="{AE5FA4CD-6B59-4B7E-B358-E94ADACEA9BE}" srcOrd="0" destOrd="0" presId="urn:microsoft.com/office/officeart/2018/2/layout/IconCircleList"/>
    <dgm:cxn modelId="{3BF113FF-E77B-4EF4-98FF-2ADA4744655B}" type="presOf" srcId="{C4E077DB-29B6-4285-BDFE-A358956C0E8A}" destId="{596A92DA-8D2B-4AC7-A980-8B824D5AEEF6}" srcOrd="0" destOrd="0" presId="urn:microsoft.com/office/officeart/2018/2/layout/IconCircleList"/>
    <dgm:cxn modelId="{49B18490-4F1A-449B-823D-E67999A08E28}" type="presParOf" srcId="{596A92DA-8D2B-4AC7-A980-8B824D5AEEF6}" destId="{2CA5A15A-1669-41E8-BD42-975273194AE0}" srcOrd="0" destOrd="0" presId="urn:microsoft.com/office/officeart/2018/2/layout/IconCircleList"/>
    <dgm:cxn modelId="{679FE97C-A41E-42D9-B5C6-8E5623CFC3C0}" type="presParOf" srcId="{2CA5A15A-1669-41E8-BD42-975273194AE0}" destId="{FCB80FA4-FCB4-4E39-B818-CD2BCDCF38A1}" srcOrd="0" destOrd="0" presId="urn:microsoft.com/office/officeart/2018/2/layout/IconCircleList"/>
    <dgm:cxn modelId="{E7DA964B-FC4E-4E65-A079-C50CE237FD7C}" type="presParOf" srcId="{FCB80FA4-FCB4-4E39-B818-CD2BCDCF38A1}" destId="{A5D05BC2-E9C4-42D4-B7C8-2473BB8164D1}" srcOrd="0" destOrd="0" presId="urn:microsoft.com/office/officeart/2018/2/layout/IconCircleList"/>
    <dgm:cxn modelId="{C67B7E1C-8F35-4808-9C6E-0F3E766021CB}" type="presParOf" srcId="{FCB80FA4-FCB4-4E39-B818-CD2BCDCF38A1}" destId="{2662816D-E296-4438-BAA8-BF8B20849FBF}" srcOrd="1" destOrd="0" presId="urn:microsoft.com/office/officeart/2018/2/layout/IconCircleList"/>
    <dgm:cxn modelId="{0AEBF54F-692D-485D-A5EB-7F1A85D4873C}" type="presParOf" srcId="{FCB80FA4-FCB4-4E39-B818-CD2BCDCF38A1}" destId="{0DE4DE95-88EF-4095-99FD-591D85135FFF}" srcOrd="2" destOrd="0" presId="urn:microsoft.com/office/officeart/2018/2/layout/IconCircleList"/>
    <dgm:cxn modelId="{DA5EBB16-82BD-4741-A4AB-684452C12084}" type="presParOf" srcId="{FCB80FA4-FCB4-4E39-B818-CD2BCDCF38A1}" destId="{AE5FA4CD-6B59-4B7E-B358-E94ADACEA9BE}" srcOrd="3" destOrd="0" presId="urn:microsoft.com/office/officeart/2018/2/layout/IconCircleList"/>
    <dgm:cxn modelId="{78A5BB06-28A2-4ED4-82FE-D20992DA4F4F}" type="presParOf" srcId="{2CA5A15A-1669-41E8-BD42-975273194AE0}" destId="{319F6A71-8331-48FA-BF7C-6C1FAE1572FE}" srcOrd="1" destOrd="0" presId="urn:microsoft.com/office/officeart/2018/2/layout/IconCircleList"/>
    <dgm:cxn modelId="{EB3A3806-950A-4483-A2E3-1BDA4ABFD1C7}" type="presParOf" srcId="{2CA5A15A-1669-41E8-BD42-975273194AE0}" destId="{09A13DA6-0171-4235-8F36-56ECCA39D67B}" srcOrd="2" destOrd="0" presId="urn:microsoft.com/office/officeart/2018/2/layout/IconCircleList"/>
    <dgm:cxn modelId="{11E16091-B06B-42F7-8E0E-0948BC7D5218}" type="presParOf" srcId="{09A13DA6-0171-4235-8F36-56ECCA39D67B}" destId="{8AFC2429-E554-4348-B115-88138533403E}" srcOrd="0" destOrd="0" presId="urn:microsoft.com/office/officeart/2018/2/layout/IconCircleList"/>
    <dgm:cxn modelId="{565BE8C7-02E8-4DE9-A0E1-E01FC8B8884C}" type="presParOf" srcId="{09A13DA6-0171-4235-8F36-56ECCA39D67B}" destId="{F07C9E90-4EF3-4FC0-9B6E-90094702004B}" srcOrd="1" destOrd="0" presId="urn:microsoft.com/office/officeart/2018/2/layout/IconCircleList"/>
    <dgm:cxn modelId="{60E74FA4-52CD-47BA-8200-33660CC3602E}" type="presParOf" srcId="{09A13DA6-0171-4235-8F36-56ECCA39D67B}" destId="{EDE3B385-7CF2-49AB-BD57-6001D76178F8}" srcOrd="2" destOrd="0" presId="urn:microsoft.com/office/officeart/2018/2/layout/IconCircleList"/>
    <dgm:cxn modelId="{F98D9102-2E75-4DB7-8579-FDDB3A3B25B2}" type="presParOf" srcId="{09A13DA6-0171-4235-8F36-56ECCA39D67B}" destId="{BF10A3D5-75E6-4814-922C-BFB75E27B36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91DC0-CA2A-48E9-9013-C0EE0DD3CCA0}">
      <dsp:nvSpPr>
        <dsp:cNvPr id="0" name=""/>
        <dsp:cNvSpPr/>
      </dsp:nvSpPr>
      <dsp:spPr>
        <a:xfrm>
          <a:off x="846100" y="90164"/>
          <a:ext cx="1766981" cy="16841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B011F-570A-499C-ADD1-7AD8468FABF0}">
      <dsp:nvSpPr>
        <dsp:cNvPr id="0" name=""/>
        <dsp:cNvSpPr/>
      </dsp:nvSpPr>
      <dsp:spPr>
        <a:xfrm>
          <a:off x="618573" y="1998981"/>
          <a:ext cx="2075965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0" i="0" kern="1200" baseline="0" dirty="0"/>
            <a:t>OptiVision </a:t>
          </a:r>
          <a:r>
            <a:rPr lang="he-IL" sz="1600" b="0" i="0" kern="1200" baseline="0" dirty="0" err="1"/>
            <a:t>is</a:t>
          </a:r>
          <a:r>
            <a:rPr lang="he-IL" sz="1600" b="0" i="0" kern="1200" baseline="0" dirty="0"/>
            <a:t> a </a:t>
          </a:r>
          <a:r>
            <a:rPr lang="he-IL" sz="1600" b="0" i="0" kern="1200" baseline="0" dirty="0" err="1"/>
            <a:t>desktop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application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designed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for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early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detection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of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impairments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618573" y="1998981"/>
        <a:ext cx="2075965" cy="1350000"/>
      </dsp:txXfrm>
    </dsp:sp>
    <dsp:sp modelId="{8C823A29-B14D-4D5F-90F4-A805F4F1BC8B}">
      <dsp:nvSpPr>
        <dsp:cNvPr id="0" name=""/>
        <dsp:cNvSpPr/>
      </dsp:nvSpPr>
      <dsp:spPr>
        <a:xfrm>
          <a:off x="3285359" y="90164"/>
          <a:ext cx="1766981" cy="16841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617E0-8AF7-4C25-8BEC-37117552E445}">
      <dsp:nvSpPr>
        <dsp:cNvPr id="0" name=""/>
        <dsp:cNvSpPr/>
      </dsp:nvSpPr>
      <dsp:spPr>
        <a:xfrm>
          <a:off x="3057833" y="1998981"/>
          <a:ext cx="2075965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0" i="0" kern="1200" baseline="0" dirty="0" err="1"/>
            <a:t>Millions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of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people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worldwide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suffer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from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undiagnosed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problems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3057833" y="1998981"/>
        <a:ext cx="2075965" cy="1350000"/>
      </dsp:txXfrm>
    </dsp:sp>
    <dsp:sp modelId="{00687857-4076-4473-9F06-BF401AB7D0A4}">
      <dsp:nvSpPr>
        <dsp:cNvPr id="0" name=""/>
        <dsp:cNvSpPr/>
      </dsp:nvSpPr>
      <dsp:spPr>
        <a:xfrm>
          <a:off x="5724618" y="90164"/>
          <a:ext cx="1766981" cy="16841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5FEEB-BE07-4AC2-A4EB-5C431DB25843}">
      <dsp:nvSpPr>
        <dsp:cNvPr id="0" name=""/>
        <dsp:cNvSpPr/>
      </dsp:nvSpPr>
      <dsp:spPr>
        <a:xfrm>
          <a:off x="5497092" y="1998981"/>
          <a:ext cx="2075965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0" i="0" kern="1200" baseline="0" dirty="0" err="1"/>
            <a:t>The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project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provides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easy-to-use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solution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for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home-based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screening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5497092" y="1998981"/>
        <a:ext cx="2075965" cy="1350000"/>
      </dsp:txXfrm>
    </dsp:sp>
    <dsp:sp modelId="{FED91E0E-3F32-481D-9C7F-B0E2661EBCAC}">
      <dsp:nvSpPr>
        <dsp:cNvPr id="0" name=""/>
        <dsp:cNvSpPr/>
      </dsp:nvSpPr>
      <dsp:spPr>
        <a:xfrm>
          <a:off x="8163878" y="90164"/>
          <a:ext cx="1766981" cy="16841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2B644-3171-49D8-B9A3-D0B973DCECF9}">
      <dsp:nvSpPr>
        <dsp:cNvPr id="0" name=""/>
        <dsp:cNvSpPr/>
      </dsp:nvSpPr>
      <dsp:spPr>
        <a:xfrm>
          <a:off x="7936351" y="1998981"/>
          <a:ext cx="2075965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0" i="0" kern="1200" baseline="0" dirty="0"/>
            <a:t>OptiVision </a:t>
          </a:r>
          <a:r>
            <a:rPr lang="he-IL" sz="1600" b="0" i="0" kern="1200" baseline="0" dirty="0" err="1"/>
            <a:t>includes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multiple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tests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that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can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help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users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detect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issues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early</a:t>
          </a:r>
          <a:r>
            <a:rPr lang="he-IL" sz="1600" b="0" i="0" kern="1200" baseline="0" dirty="0"/>
            <a:t>, </a:t>
          </a:r>
          <a:r>
            <a:rPr lang="he-IL" sz="1600" b="0" i="0" kern="1200" baseline="0" dirty="0" err="1"/>
            <a:t>before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they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worsen</a:t>
          </a:r>
          <a:r>
            <a:rPr lang="he-IL" sz="1600" b="0" i="0" kern="1200" baseline="0" dirty="0"/>
            <a:t>. </a:t>
          </a:r>
          <a:endParaRPr lang="en-US" sz="1600" kern="1200" dirty="0"/>
        </a:p>
      </dsp:txBody>
      <dsp:txXfrm>
        <a:off x="7936351" y="1998981"/>
        <a:ext cx="2075965" cy="135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662CC-1FAE-4E2C-9D7E-21C3BF65521D}">
      <dsp:nvSpPr>
        <dsp:cNvPr id="0" name=""/>
        <dsp:cNvSpPr/>
      </dsp:nvSpPr>
      <dsp:spPr>
        <a:xfrm>
          <a:off x="386036" y="833672"/>
          <a:ext cx="981832" cy="9721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748D0-BB67-4A59-96DD-CCB4C636B8F5}">
      <dsp:nvSpPr>
        <dsp:cNvPr id="0" name=""/>
        <dsp:cNvSpPr/>
      </dsp:nvSpPr>
      <dsp:spPr>
        <a:xfrm>
          <a:off x="637953" y="1080739"/>
          <a:ext cx="477998" cy="477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A3EB1-7C06-49D0-BA97-6E4104D2ADC1}">
      <dsp:nvSpPr>
        <dsp:cNvPr id="0" name=""/>
        <dsp:cNvSpPr/>
      </dsp:nvSpPr>
      <dsp:spPr>
        <a:xfrm>
          <a:off x="1465620" y="907671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i="0" kern="1200" baseline="0" dirty="0" err="1"/>
            <a:t>Visual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Acuity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Test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Measures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sharpness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of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by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determining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smallest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letters</a:t>
          </a:r>
          <a:r>
            <a:rPr lang="he-IL" sz="1600" b="0" i="0" kern="1200" baseline="0" dirty="0"/>
            <a:t> a </a:t>
          </a:r>
          <a:r>
            <a:rPr lang="he-IL" sz="1600" b="0" i="0" kern="1200" baseline="0" dirty="0" err="1"/>
            <a:t>user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can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see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at</a:t>
          </a:r>
          <a:r>
            <a:rPr lang="he-IL" sz="1600" b="0" i="0" kern="1200" baseline="0" dirty="0"/>
            <a:t> a </a:t>
          </a:r>
          <a:r>
            <a:rPr lang="he-IL" sz="1600" b="0" i="0" kern="1200" baseline="0" dirty="0" err="1"/>
            <a:t>specific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distance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1465620" y="907671"/>
        <a:ext cx="1942602" cy="824134"/>
      </dsp:txXfrm>
    </dsp:sp>
    <dsp:sp modelId="{DF682116-1BCE-4B8B-96BD-A7729C8354DB}">
      <dsp:nvSpPr>
        <dsp:cNvPr id="0" name=""/>
        <dsp:cNvSpPr/>
      </dsp:nvSpPr>
      <dsp:spPr>
        <a:xfrm>
          <a:off x="3746706" y="833672"/>
          <a:ext cx="981832" cy="9721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20898-2910-4D15-8ED8-BAC5058062BD}">
      <dsp:nvSpPr>
        <dsp:cNvPr id="0" name=""/>
        <dsp:cNvSpPr/>
      </dsp:nvSpPr>
      <dsp:spPr>
        <a:xfrm>
          <a:off x="3998624" y="1080739"/>
          <a:ext cx="477998" cy="477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B9819-1B7F-4730-BACD-C664C66FA509}">
      <dsp:nvSpPr>
        <dsp:cNvPr id="0" name=""/>
        <dsp:cNvSpPr/>
      </dsp:nvSpPr>
      <dsp:spPr>
        <a:xfrm>
          <a:off x="4826290" y="907671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i="0" kern="1200" baseline="0" dirty="0" err="1"/>
            <a:t>Color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Vision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Test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Identifies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color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blindness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by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testing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user's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ability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to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distinguish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between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different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colors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4826290" y="907671"/>
        <a:ext cx="1942602" cy="824134"/>
      </dsp:txXfrm>
    </dsp:sp>
    <dsp:sp modelId="{BFF8A137-D394-4C50-91A8-9C73BC02C3C3}">
      <dsp:nvSpPr>
        <dsp:cNvPr id="0" name=""/>
        <dsp:cNvSpPr/>
      </dsp:nvSpPr>
      <dsp:spPr>
        <a:xfrm>
          <a:off x="7107377" y="833672"/>
          <a:ext cx="981832" cy="9721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CBF75-DEDD-4BBE-8D1E-B3729C7F5A6C}">
      <dsp:nvSpPr>
        <dsp:cNvPr id="0" name=""/>
        <dsp:cNvSpPr/>
      </dsp:nvSpPr>
      <dsp:spPr>
        <a:xfrm>
          <a:off x="7359294" y="1080739"/>
          <a:ext cx="477998" cy="4779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16B1B-7052-4775-B8B3-81DBEA01DCB5}">
      <dsp:nvSpPr>
        <dsp:cNvPr id="0" name=""/>
        <dsp:cNvSpPr/>
      </dsp:nvSpPr>
      <dsp:spPr>
        <a:xfrm>
          <a:off x="8186960" y="907671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i="0" kern="1200" baseline="0" dirty="0" err="1"/>
            <a:t>Contrast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Sensitivity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Test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Measures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ability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to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differentiate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between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varying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levels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of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contrast</a:t>
          </a:r>
          <a:r>
            <a:rPr lang="he-IL" sz="1600" b="0" i="0" kern="1200" baseline="0" dirty="0"/>
            <a:t>, </a:t>
          </a:r>
          <a:r>
            <a:rPr lang="he-IL" sz="1600" b="0" i="0" kern="1200" baseline="0" dirty="0" err="1"/>
            <a:t>critical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for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night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low-light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conditions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8186960" y="907671"/>
        <a:ext cx="1942602" cy="824134"/>
      </dsp:txXfrm>
    </dsp:sp>
    <dsp:sp modelId="{A158C42D-97BA-46E1-AAB7-39CF6F5974DA}">
      <dsp:nvSpPr>
        <dsp:cNvPr id="0" name=""/>
        <dsp:cNvSpPr/>
      </dsp:nvSpPr>
      <dsp:spPr>
        <a:xfrm>
          <a:off x="386036" y="2545532"/>
          <a:ext cx="981832" cy="9721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E343F-F264-4A47-9AC7-0A79FFEAED57}">
      <dsp:nvSpPr>
        <dsp:cNvPr id="0" name=""/>
        <dsp:cNvSpPr/>
      </dsp:nvSpPr>
      <dsp:spPr>
        <a:xfrm>
          <a:off x="637953" y="2792600"/>
          <a:ext cx="477998" cy="4779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DF5FF-0CCA-4D9C-AB5E-0BA096367D2A}">
      <dsp:nvSpPr>
        <dsp:cNvPr id="0" name=""/>
        <dsp:cNvSpPr/>
      </dsp:nvSpPr>
      <dsp:spPr>
        <a:xfrm>
          <a:off x="1465620" y="2619531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i="0" kern="1200" baseline="0" dirty="0" err="1"/>
            <a:t>Blur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Detection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Test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Detects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problems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with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visual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clarity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and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sharpness</a:t>
          </a:r>
          <a:r>
            <a:rPr lang="he-IL" sz="1600" b="0" i="0" kern="1200" baseline="0" dirty="0"/>
            <a:t>, </a:t>
          </a:r>
          <a:r>
            <a:rPr lang="he-IL" sz="1600" b="0" i="0" kern="1200" baseline="0" dirty="0" err="1"/>
            <a:t>potentially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identifying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refractive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errors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like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myopia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1465620" y="2619531"/>
        <a:ext cx="1942602" cy="824134"/>
      </dsp:txXfrm>
    </dsp:sp>
    <dsp:sp modelId="{BC703A89-AF0C-467B-899B-4F4654AF6FCD}">
      <dsp:nvSpPr>
        <dsp:cNvPr id="0" name=""/>
        <dsp:cNvSpPr/>
      </dsp:nvSpPr>
      <dsp:spPr>
        <a:xfrm>
          <a:off x="3746706" y="2545532"/>
          <a:ext cx="981832" cy="97213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F26AF-0DEE-4EBA-980C-3E197062C2F7}">
      <dsp:nvSpPr>
        <dsp:cNvPr id="0" name=""/>
        <dsp:cNvSpPr/>
      </dsp:nvSpPr>
      <dsp:spPr>
        <a:xfrm>
          <a:off x="3998624" y="2792600"/>
          <a:ext cx="477998" cy="4779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99133-F158-4C46-B570-9380363C88C6}">
      <dsp:nvSpPr>
        <dsp:cNvPr id="0" name=""/>
        <dsp:cNvSpPr/>
      </dsp:nvSpPr>
      <dsp:spPr>
        <a:xfrm>
          <a:off x="4826290" y="2619531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i="0" kern="1200" baseline="0" dirty="0" err="1"/>
            <a:t>Field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of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Vision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Test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Assesses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user's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peripheral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vision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to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detect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conditions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like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glaucoma</a:t>
          </a:r>
          <a:r>
            <a:rPr lang="he-IL" sz="1600" b="0" i="0" kern="1200" baseline="0" dirty="0"/>
            <a:t>. </a:t>
          </a:r>
          <a:endParaRPr lang="en-US" sz="1600" kern="1200" dirty="0"/>
        </a:p>
      </dsp:txBody>
      <dsp:txXfrm>
        <a:off x="4826290" y="2619531"/>
        <a:ext cx="1942602" cy="8241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CA6AF-4CDA-4265-8194-2BC56CFBE929}">
      <dsp:nvSpPr>
        <dsp:cNvPr id="0" name=""/>
        <dsp:cNvSpPr/>
      </dsp:nvSpPr>
      <dsp:spPr>
        <a:xfrm>
          <a:off x="761365" y="184258"/>
          <a:ext cx="1254866" cy="12548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745BD-E0FD-4A82-B5AD-E5E6490B0509}">
      <dsp:nvSpPr>
        <dsp:cNvPr id="0" name=""/>
        <dsp:cNvSpPr/>
      </dsp:nvSpPr>
      <dsp:spPr>
        <a:xfrm>
          <a:off x="1028795" y="451689"/>
          <a:ext cx="720005" cy="720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AFC2A-2A1A-494E-855E-E3492D07278B}">
      <dsp:nvSpPr>
        <dsp:cNvPr id="0" name=""/>
        <dsp:cNvSpPr/>
      </dsp:nvSpPr>
      <dsp:spPr>
        <a:xfrm>
          <a:off x="360219" y="1829985"/>
          <a:ext cx="2057158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600" b="1" i="0" kern="1200" baseline="0" dirty="0" err="1"/>
            <a:t>Screen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Calibration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Ensuring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accurate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calibration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across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various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monitor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sizes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360219" y="1829985"/>
        <a:ext cx="2057158" cy="1575000"/>
      </dsp:txXfrm>
    </dsp:sp>
    <dsp:sp modelId="{4354DF1C-D622-4B76-8CDB-B91B5A3CF532}">
      <dsp:nvSpPr>
        <dsp:cNvPr id="0" name=""/>
        <dsp:cNvSpPr/>
      </dsp:nvSpPr>
      <dsp:spPr>
        <a:xfrm>
          <a:off x="3178526" y="184258"/>
          <a:ext cx="1254866" cy="12548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9EE11F-D8C8-4955-A85C-81DD5F87EBF0}">
      <dsp:nvSpPr>
        <dsp:cNvPr id="0" name=""/>
        <dsp:cNvSpPr/>
      </dsp:nvSpPr>
      <dsp:spPr>
        <a:xfrm>
          <a:off x="3445957" y="451689"/>
          <a:ext cx="720005" cy="720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D273A-45D0-47B5-8233-C4EA538E4B95}">
      <dsp:nvSpPr>
        <dsp:cNvPr id="0" name=""/>
        <dsp:cNvSpPr/>
      </dsp:nvSpPr>
      <dsp:spPr>
        <a:xfrm>
          <a:off x="2777380" y="1829985"/>
          <a:ext cx="2057158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600" b="1" i="0" kern="1200" baseline="0" dirty="0" err="1"/>
            <a:t>Test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Accuracy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Developing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tests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that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consistently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produce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valid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results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comparable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to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clinical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tests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2777380" y="1829985"/>
        <a:ext cx="2057158" cy="1575000"/>
      </dsp:txXfrm>
    </dsp:sp>
    <dsp:sp modelId="{898A1738-9CAF-40A2-92BE-72D81450C9E1}">
      <dsp:nvSpPr>
        <dsp:cNvPr id="0" name=""/>
        <dsp:cNvSpPr/>
      </dsp:nvSpPr>
      <dsp:spPr>
        <a:xfrm>
          <a:off x="5595688" y="184258"/>
          <a:ext cx="1254866" cy="12548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AA7D8-0013-4DC2-A60F-255BF1326CE2}">
      <dsp:nvSpPr>
        <dsp:cNvPr id="0" name=""/>
        <dsp:cNvSpPr/>
      </dsp:nvSpPr>
      <dsp:spPr>
        <a:xfrm>
          <a:off x="5863119" y="451689"/>
          <a:ext cx="720005" cy="720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18147-A01F-439D-B312-D84DFC97D1A5}">
      <dsp:nvSpPr>
        <dsp:cNvPr id="0" name=""/>
        <dsp:cNvSpPr/>
      </dsp:nvSpPr>
      <dsp:spPr>
        <a:xfrm>
          <a:off x="5194542" y="1829985"/>
          <a:ext cx="2057158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600" b="1" i="0" kern="1200" baseline="0" dirty="0" err="1"/>
            <a:t>Secure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Data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Storage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Implementing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secure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methods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for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storing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and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protecting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sensitive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user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data</a:t>
          </a:r>
          <a:r>
            <a:rPr lang="he-IL" sz="1600" b="0" i="0" kern="1200" baseline="0" dirty="0"/>
            <a:t>.</a:t>
          </a:r>
          <a:endParaRPr lang="en-US" sz="1600" kern="1200" dirty="0"/>
        </a:p>
      </dsp:txBody>
      <dsp:txXfrm>
        <a:off x="5194542" y="1829985"/>
        <a:ext cx="2057158" cy="1575000"/>
      </dsp:txXfrm>
    </dsp:sp>
    <dsp:sp modelId="{C2EB09EC-93C3-4A08-9BD5-4DEF7AAF8092}">
      <dsp:nvSpPr>
        <dsp:cNvPr id="0" name=""/>
        <dsp:cNvSpPr/>
      </dsp:nvSpPr>
      <dsp:spPr>
        <a:xfrm>
          <a:off x="8012849" y="184258"/>
          <a:ext cx="1254866" cy="12548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C62C8-96B2-4FDD-B5C2-39E22219F1BD}">
      <dsp:nvSpPr>
        <dsp:cNvPr id="0" name=""/>
        <dsp:cNvSpPr/>
      </dsp:nvSpPr>
      <dsp:spPr>
        <a:xfrm>
          <a:off x="8280280" y="451689"/>
          <a:ext cx="720005" cy="720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0536A-B534-4B9D-9792-29B7E6DC90F4}">
      <dsp:nvSpPr>
        <dsp:cNvPr id="0" name=""/>
        <dsp:cNvSpPr/>
      </dsp:nvSpPr>
      <dsp:spPr>
        <a:xfrm>
          <a:off x="7611704" y="1829985"/>
          <a:ext cx="2057158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600" b="1" i="0" kern="1200" baseline="0" dirty="0" err="1"/>
            <a:t>Input</a:t>
          </a:r>
          <a:r>
            <a:rPr lang="he-IL" sz="1600" b="1" i="0" kern="1200" baseline="0" dirty="0"/>
            <a:t> </a:t>
          </a:r>
          <a:r>
            <a:rPr lang="he-IL" sz="1600" b="1" i="0" kern="1200" baseline="0" dirty="0" err="1"/>
            <a:t>Handling</a:t>
          </a:r>
          <a:r>
            <a:rPr lang="he-IL" sz="1600" b="1" i="0" kern="1200" baseline="0" dirty="0"/>
            <a:t>: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Ensuring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compatibility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with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different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hardware</a:t>
          </a:r>
          <a:r>
            <a:rPr lang="he-IL" sz="1600" b="0" i="0" kern="1200" baseline="0" dirty="0"/>
            <a:t> </a:t>
          </a:r>
          <a:r>
            <a:rPr lang="he-IL" sz="1600" b="0" i="0" kern="1200" baseline="0" dirty="0" err="1"/>
            <a:t>inputs</a:t>
          </a:r>
          <a:r>
            <a:rPr lang="he-IL" sz="1600" b="0" i="0" kern="1200" baseline="0" dirty="0"/>
            <a:t> (</a:t>
          </a:r>
          <a:r>
            <a:rPr lang="he-IL" sz="1600" b="0" i="0" kern="1200" baseline="0" dirty="0" err="1"/>
            <a:t>monitors</a:t>
          </a:r>
          <a:r>
            <a:rPr lang="he-IL" sz="1600" b="0" i="0" kern="1200" baseline="0" dirty="0"/>
            <a:t>, </a:t>
          </a:r>
          <a:r>
            <a:rPr lang="he-IL" sz="1600" b="0" i="0" kern="1200" baseline="0" dirty="0" err="1"/>
            <a:t>keyboards</a:t>
          </a:r>
          <a:r>
            <a:rPr lang="he-IL" sz="1600" b="0" i="0" kern="1200" baseline="0" dirty="0"/>
            <a:t>, </a:t>
          </a:r>
          <a:r>
            <a:rPr lang="he-IL" sz="1600" b="0" i="0" kern="1200" baseline="0" dirty="0" err="1"/>
            <a:t>etc</a:t>
          </a:r>
          <a:r>
            <a:rPr lang="he-IL" sz="1600" b="0" i="0" kern="1200" baseline="0" dirty="0"/>
            <a:t>.). </a:t>
          </a:r>
          <a:endParaRPr lang="en-US" sz="1600" kern="1200" dirty="0"/>
        </a:p>
      </dsp:txBody>
      <dsp:txXfrm>
        <a:off x="7611704" y="1829985"/>
        <a:ext cx="2057158" cy="157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05BC2-E9C4-42D4-B7C8-2473BB8164D1}">
      <dsp:nvSpPr>
        <dsp:cNvPr id="0" name=""/>
        <dsp:cNvSpPr/>
      </dsp:nvSpPr>
      <dsp:spPr>
        <a:xfrm>
          <a:off x="34773" y="1116796"/>
          <a:ext cx="1086437" cy="1086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2816D-E296-4438-BAA8-BF8B20849FBF}">
      <dsp:nvSpPr>
        <dsp:cNvPr id="0" name=""/>
        <dsp:cNvSpPr/>
      </dsp:nvSpPr>
      <dsp:spPr>
        <a:xfrm>
          <a:off x="262924" y="1344948"/>
          <a:ext cx="630133" cy="6301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FA4CD-6B59-4B7E-B358-E94ADACEA9BE}">
      <dsp:nvSpPr>
        <dsp:cNvPr id="0" name=""/>
        <dsp:cNvSpPr/>
      </dsp:nvSpPr>
      <dsp:spPr>
        <a:xfrm>
          <a:off x="1354018" y="1116796"/>
          <a:ext cx="2560887" cy="108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b="1" i="0" kern="1200" baseline="0" dirty="0" err="1"/>
            <a:t>Thank</a:t>
          </a:r>
          <a:r>
            <a:rPr lang="he-IL" sz="2400" b="1" i="0" kern="1200" baseline="0" dirty="0"/>
            <a:t> </a:t>
          </a:r>
          <a:r>
            <a:rPr lang="he-IL" sz="2400" b="1" i="0" kern="1200" baseline="0" dirty="0" err="1"/>
            <a:t>you</a:t>
          </a:r>
          <a:r>
            <a:rPr lang="he-IL" sz="2400" b="1" i="0" kern="1200" baseline="0" dirty="0"/>
            <a:t> </a:t>
          </a:r>
          <a:r>
            <a:rPr lang="he-IL" sz="2400" b="1" i="0" kern="1200" baseline="0" dirty="0" err="1"/>
            <a:t>for</a:t>
          </a:r>
          <a:r>
            <a:rPr lang="he-IL" sz="2400" b="1" i="0" kern="1200" baseline="0" dirty="0"/>
            <a:t> </a:t>
          </a:r>
          <a:r>
            <a:rPr lang="he-IL" sz="2400" b="1" i="0" kern="1200" baseline="0" dirty="0" err="1"/>
            <a:t>your</a:t>
          </a:r>
          <a:r>
            <a:rPr lang="he-IL" sz="2400" b="1" i="0" kern="1200" baseline="0" dirty="0"/>
            <a:t> </a:t>
          </a:r>
          <a:r>
            <a:rPr lang="he-IL" sz="2400" b="1" i="0" kern="1200" baseline="0" dirty="0" err="1"/>
            <a:t>attention</a:t>
          </a:r>
          <a:r>
            <a:rPr lang="he-IL" sz="2400" b="1" i="0" kern="1200" baseline="0" dirty="0"/>
            <a:t>.</a:t>
          </a:r>
          <a:endParaRPr lang="en-US" sz="2400" kern="1200" dirty="0"/>
        </a:p>
      </dsp:txBody>
      <dsp:txXfrm>
        <a:off x="1354018" y="1116796"/>
        <a:ext cx="2560887" cy="1086437"/>
      </dsp:txXfrm>
    </dsp:sp>
    <dsp:sp modelId="{8AFC2429-E554-4348-B115-88138533403E}">
      <dsp:nvSpPr>
        <dsp:cNvPr id="0" name=""/>
        <dsp:cNvSpPr/>
      </dsp:nvSpPr>
      <dsp:spPr>
        <a:xfrm>
          <a:off x="4361120" y="1116796"/>
          <a:ext cx="1086437" cy="1086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C9E90-4EF3-4FC0-9B6E-90094702004B}">
      <dsp:nvSpPr>
        <dsp:cNvPr id="0" name=""/>
        <dsp:cNvSpPr/>
      </dsp:nvSpPr>
      <dsp:spPr>
        <a:xfrm>
          <a:off x="4589272" y="1344948"/>
          <a:ext cx="630133" cy="6301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0A3D5-75E6-4814-922C-BFB75E27B36D}">
      <dsp:nvSpPr>
        <dsp:cNvPr id="0" name=""/>
        <dsp:cNvSpPr/>
      </dsp:nvSpPr>
      <dsp:spPr>
        <a:xfrm>
          <a:off x="5680365" y="1116796"/>
          <a:ext cx="2560887" cy="108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b="1" i="0" kern="1200" baseline="0" dirty="0" err="1"/>
            <a:t>Questions</a:t>
          </a:r>
          <a:r>
            <a:rPr lang="en-US" sz="2400" b="1" i="0" kern="1200" baseline="0" dirty="0"/>
            <a:t>?</a:t>
          </a:r>
          <a:r>
            <a:rPr lang="he-IL" sz="2400" b="0" i="0" kern="1200" baseline="0" dirty="0"/>
            <a:t> </a:t>
          </a:r>
          <a:endParaRPr lang="en-US" sz="2400" kern="1200" dirty="0"/>
        </a:p>
      </dsp:txBody>
      <dsp:txXfrm>
        <a:off x="5680365" y="1116796"/>
        <a:ext cx="2560887" cy="1086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44C70AA0-0986-45AA-9175-FB7822F4C1F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F4DEBB96-B8AD-4D11-BEF1-BA48E31473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582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A840-D1B9-4A65-EDB4-9ECBEDD5C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4EE17-199C-D0A9-3D19-922D2015F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1168-3647-5824-7F25-4668BACD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A342-3404-F738-336A-8C8FF24A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E6C8E-92DC-174F-AF1F-8A314E44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21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9CF9-4A29-F07B-528A-F431DFF4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A53EF-C0CB-C93E-F277-8769A03C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F0166-0893-D2FA-DFCB-C78F10C9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EF1F3-848B-8B54-EFB0-53A74BFC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CE2CE-4039-231A-E0EC-5938BDFA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06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7F96-E7ED-0790-3B2B-8957279C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39A33-632F-2E6C-9355-150D59069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C95BF-3AC4-6FB5-443A-B8C0CA67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627A-D3BC-D985-C323-C3BD327E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E0B55-E994-D1AB-0F0A-B68E9319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47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6792-4EAC-9C06-32AD-F2F12417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C375E-0146-074B-9485-89B41B0F6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33BA4-2A94-B4FC-9ACC-E585B73F0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D495F-6C55-1D11-129D-ECB03F3F1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5914C-0163-27FB-E7FC-3276EFC1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4CFDE-AAC2-8B0D-7182-6C83C331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456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82A7-35C7-BB51-5488-2E154A02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DCAFF-5EA7-8D9F-6A42-F82D63E03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06169-377B-89EE-FF21-6C40DE9AC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EBCC5-275A-1234-4FA3-B233C9B5D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289B3F-1DBA-C6F7-9E90-13719124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6427E-3930-5C03-65DF-010A8D95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050B7-2C27-7509-2A5F-A371CA51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27D02-533A-6BE8-30CA-18F91CC8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569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65F3-3871-3D6A-26A7-7E44B7F6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C8BDD-3178-3891-A8CA-3F83C915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52581-F019-3331-5662-5155A054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9501D-D40A-39B6-7C49-493F5889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311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95EAB-F284-4324-B494-DB5F68CD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96924-2F97-7D53-D62B-B6B36E80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9EB8F-5011-FD6D-632A-4D5DBDA3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737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BD9-5240-B1B9-8AF7-1FF326A7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FD1BC-09D7-A811-B4CC-EA0FFA58C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FD668-FE78-55F6-D5C4-7CC512BFE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8D41B-54A0-FDAA-F11C-B1BBB3A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E2ED7-9748-3B2A-D7AD-A9A4DA99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DB18E-5652-B94E-FE19-02652845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886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0A6F-EFB5-C007-C7E9-4410513F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5EC60-9C18-E6F1-DC48-2D982F5B3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1E89F-EF99-DD5D-FD66-20E240C19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7F6D0-6028-5A77-8063-EA227522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64202-9C68-6500-0B7F-9D6DB194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BEC9D-EBF9-0DD6-AF99-F7EF3A1E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19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0EA9-C613-26A5-4931-EABDBBC0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51D91-BE09-E960-9AB1-3B5FE4BA5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7439A-B292-3242-7BC8-459BB24D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E0DA8-D12E-6D72-D25F-FB9BB4E0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0666C-D083-8A5C-7724-1645B00A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0662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A4215-28F2-6C37-7E54-2E3CF8702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C88AF-DBD3-796D-CCAF-9228FBCF2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8F280-6A0F-9DF0-31C7-3DAC7EFE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4F181-BF00-91D5-D931-04633317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056F7-AB14-678B-8805-0BB7061C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745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B3CFD-D777-D746-29C5-5235240A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4FD2D-C5A4-2ECD-1C22-88375F570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94B1E-E380-ACDC-DDEF-F2DCA5F4F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5F857-1253-4F88-9F0F-07B98092009A}" type="datetimeFigureOut">
              <a:rPr lang="he-IL" smtClean="0"/>
              <a:t>ח'/אלול/תשפ"ד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B945B-1F69-5A6C-FF29-507696033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9FCC4-7570-2D0A-9811-6092F52C7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DB32B-2698-45B4-B1C4-D0AC3C180B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244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0B6A2-2FAD-75F7-F8F6-C547323AE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905833"/>
            <a:ext cx="4215063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OptiVision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Advanced Screening for Early Detection of Vision Impairments</a:t>
            </a:r>
            <a:b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blue and black text&#10;&#10;Description automatically generated">
            <a:extLst>
              <a:ext uri="{FF2B5EF4-FFF2-40B4-BE49-F238E27FC236}">
                <a16:creationId xmlns:a16="http://schemas.microsoft.com/office/drawing/2014/main" id="{16925DFD-A5B9-AD0D-C3C0-73F970D43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617619"/>
            <a:ext cx="9875259" cy="234094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A92F83F-96B5-C024-6838-162FD1BE7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779" y="3884452"/>
            <a:ext cx="5723021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u="sng" dirty="0"/>
              <a:t>By the  students:</a:t>
            </a:r>
          </a:p>
          <a:p>
            <a:pPr algn="l"/>
            <a:r>
              <a:rPr lang="en-US" sz="2000" dirty="0"/>
              <a:t>Tameer Amer 322836388.</a:t>
            </a:r>
          </a:p>
          <a:p>
            <a:pPr algn="l"/>
            <a:r>
              <a:rPr lang="en-US" sz="2000" dirty="0"/>
              <a:t>Redan </a:t>
            </a:r>
            <a:r>
              <a:rPr lang="en-US" sz="2000" dirty="0" err="1"/>
              <a:t>Ganim</a:t>
            </a:r>
            <a:r>
              <a:rPr lang="en-US" sz="2000" dirty="0"/>
              <a:t> 209003474.</a:t>
            </a:r>
          </a:p>
          <a:p>
            <a:pPr algn="l"/>
            <a:endParaRPr lang="en-US" sz="2000" dirty="0"/>
          </a:p>
          <a:p>
            <a:pPr algn="l"/>
            <a:r>
              <a:rPr lang="en-US" sz="2000" b="1" u="sng" dirty="0"/>
              <a:t>By the mentor:</a:t>
            </a:r>
          </a:p>
          <a:p>
            <a:pPr algn="l"/>
            <a:r>
              <a:rPr lang="en-US" sz="2000" dirty="0" err="1"/>
              <a:t>Dr.Natali</a:t>
            </a:r>
            <a:r>
              <a:rPr lang="en-US" sz="2000" dirty="0"/>
              <a:t> Levi.</a:t>
            </a:r>
          </a:p>
        </p:txBody>
      </p:sp>
    </p:spTree>
    <p:extLst>
      <p:ext uri="{BB962C8B-B14F-4D97-AF65-F5344CB8AC3E}">
        <p14:creationId xmlns:p14="http://schemas.microsoft.com/office/powerpoint/2010/main" val="386356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E4A23-89D3-7D6F-D577-B1A2A771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  <a:endParaRPr lang="he-I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Rectangle 2">
            <a:extLst>
              <a:ext uri="{FF2B5EF4-FFF2-40B4-BE49-F238E27FC236}">
                <a16:creationId xmlns:a16="http://schemas.microsoft.com/office/drawing/2014/main" id="{642F3A1D-5C97-0852-D708-AC04149C8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149441"/>
              </p:ext>
            </p:extLst>
          </p:nvPr>
        </p:nvGraphicFramePr>
        <p:xfrm>
          <a:off x="780554" y="2033022"/>
          <a:ext cx="10630891" cy="4463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326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73EB9-9AA7-5DE3-20CC-B4FBE73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Problem Statement</a:t>
            </a:r>
            <a:endParaRPr lang="he-IL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1C22F9-3C6B-E5A2-A94B-D599EE200F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987" y="2285996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impairments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often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undiagnosed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until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reach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severe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levels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Lack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accessible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people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issues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home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Delayed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diagnosis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lead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serious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health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consequences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impacting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quality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life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OptiVision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aims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offering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home-based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screening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tool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0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73C71-A0FB-FE1A-440B-07D9BD5E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Project Objectives</a:t>
            </a:r>
            <a:endParaRPr lang="he-I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301E3F-5014-AF52-BC5E-53B388FDF9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easy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impairment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Scientific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Validity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Offer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scientifically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validated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Early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Encourage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early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intervention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further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deterioration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Tracking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Store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allow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track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health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over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4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34822-7765-44D6-15BC-7963B0A3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Solution Overview</a:t>
            </a:r>
            <a:br>
              <a:rPr lang="en-US" sz="37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he-IL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FD68B3-730F-FE77-FEB5-3CBA064C4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8" y="1943677"/>
            <a:ext cx="10671508" cy="4634103"/>
          </a:xfrm>
        </p:spPr>
        <p:txBody>
          <a:bodyPr anchor="ctr">
            <a:normAutofit fontScale="85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9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OptiVision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offers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range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Acuity</a:t>
            </a:r>
            <a:endParaRPr kumimoji="0" lang="he-IL" altLang="he-IL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Color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endParaRPr kumimoji="0" lang="he-IL" altLang="he-IL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Contrast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Sensitivity</a:t>
            </a:r>
            <a:endParaRPr kumimoji="0" lang="he-IL" altLang="he-IL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Blur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endParaRPr kumimoji="0" lang="he-IL" altLang="he-IL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Field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endParaRPr kumimoji="0" lang="en-US" altLang="he-IL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he-IL" altLang="he-IL" sz="16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helps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perform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these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home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he-IL" sz="19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securely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future</a:t>
            </a:r>
            <a:r>
              <a:rPr kumimoji="0" lang="he-IL" altLang="he-IL" sz="19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tracking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provides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recommendations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user's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he-IL" sz="19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kumimoji="0" lang="he-IL" altLang="he-IL" sz="19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he-IL" altLang="he-IL" sz="19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19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impairments</a:t>
            </a:r>
            <a:r>
              <a:rPr kumimoji="0" lang="he-IL" altLang="he-IL" sz="19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early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guide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toward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seeking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professional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care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needed</a:t>
            </a:r>
            <a:r>
              <a:rPr kumimoji="0" lang="en-US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he-IL" altLang="he-IL" sz="1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he-IL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8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B27AF-D903-0B12-6AAC-194BB71E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pic>
        <p:nvPicPr>
          <p:cNvPr id="3" name="Picture 2" descr="A diagram of a data flow&#10;&#10;Description automatically generated">
            <a:extLst>
              <a:ext uri="{FF2B5EF4-FFF2-40B4-BE49-F238E27FC236}">
                <a16:creationId xmlns:a16="http://schemas.microsoft.com/office/drawing/2014/main" id="{BB2D5A7E-6F56-7916-50BC-080A19974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719" y="240446"/>
            <a:ext cx="3987013" cy="637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5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34822-7765-44D6-15BC-7963B0A3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4000" dirty="0"/>
              <a:t>Vision Tests</a:t>
            </a:r>
            <a:endParaRPr lang="he-IL" sz="3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25D744D-1A33-D894-5678-4C3B11176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898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060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5AE3C-1FA8-4865-152C-997D6130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US" dirty="0"/>
              <a:t>Screen Calibration</a:t>
            </a:r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C80BE0-402D-4BE9-F494-26F3282DD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4999" y="713313"/>
            <a:ext cx="5638801" cy="54313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Why Calibration Matters:</a:t>
            </a:r>
            <a:r>
              <a:rPr lang="en-US" sz="2000" dirty="0"/>
              <a:t> Ensures that all tests are scaled correctly for the user's specific monitor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Users calibrate their screen using a real-world object (e.g., credit card or ID) to adjust screen dimensions.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Calibration ensures accurate results across different monitors and screen settings.</a:t>
            </a:r>
          </a:p>
        </p:txBody>
      </p:sp>
    </p:spTree>
    <p:extLst>
      <p:ext uri="{BB962C8B-B14F-4D97-AF65-F5344CB8AC3E}">
        <p14:creationId xmlns:p14="http://schemas.microsoft.com/office/powerpoint/2010/main" val="359964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2C264-8920-1669-26F8-A3A7165F4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 dirty="0"/>
              <a:t>Functional Flow</a:t>
            </a:r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CAEF1F-6D86-A708-940F-603C04C479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0" y="713313"/>
            <a:ext cx="4953000" cy="54313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User Login/Registration:</a:t>
            </a:r>
            <a:r>
              <a:rPr lang="en-US" sz="1900" dirty="0"/>
              <a:t> User signs in or creates an account to access the app.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Screen Calibration:</a:t>
            </a:r>
            <a:r>
              <a:rPr lang="en-US" sz="1900" dirty="0"/>
              <a:t> User performs initial screen calibration for accurate test measurements.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Perform Vision Tests:</a:t>
            </a:r>
            <a:r>
              <a:rPr lang="en-US" sz="1900" dirty="0"/>
              <a:t> User selects and completes a vision test.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Process Results:</a:t>
            </a:r>
            <a:r>
              <a:rPr lang="en-US" sz="1900" dirty="0"/>
              <a:t> System analyzes the test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Results Display:</a:t>
            </a:r>
            <a:r>
              <a:rPr lang="en-US" sz="1900" dirty="0"/>
              <a:t> User views the test results and system recommendations.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Save Results:</a:t>
            </a:r>
            <a:r>
              <a:rPr lang="en-US" sz="1900" dirty="0"/>
              <a:t> Test results are stored in the database for future reference.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Review Past Results:</a:t>
            </a:r>
            <a:r>
              <a:rPr lang="en-US" sz="1900" dirty="0"/>
              <a:t> Users can access their test history to track their vision health over time.</a:t>
            </a:r>
          </a:p>
        </p:txBody>
      </p:sp>
    </p:spTree>
    <p:extLst>
      <p:ext uri="{BB962C8B-B14F-4D97-AF65-F5344CB8AC3E}">
        <p14:creationId xmlns:p14="http://schemas.microsoft.com/office/powerpoint/2010/main" val="222453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34822-7765-44D6-15BC-7963B0A3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Technology Stack</a:t>
            </a:r>
            <a:br>
              <a:rPr lang="en-US" sz="4000" dirty="0"/>
            </a:br>
            <a:endParaRPr lang="he-IL" sz="3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3DA1C-E849-02A6-2713-FF2A8F06D944}"/>
              </a:ext>
            </a:extLst>
          </p:cNvPr>
          <p:cNvSpPr txBox="1"/>
          <p:nvPr/>
        </p:nvSpPr>
        <p:spPr>
          <a:xfrm>
            <a:off x="501445" y="2554240"/>
            <a:ext cx="3097162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u="sng" dirty="0"/>
              <a:t>Programming Language: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49C23-894F-3F0B-940E-D265816F543D}"/>
              </a:ext>
            </a:extLst>
          </p:cNvPr>
          <p:cNvSpPr txBox="1"/>
          <p:nvPr/>
        </p:nvSpPr>
        <p:spPr>
          <a:xfrm>
            <a:off x="3991895" y="2554240"/>
            <a:ext cx="21041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u="sng" dirty="0"/>
              <a:t>Desktop App:</a:t>
            </a:r>
            <a:endParaRPr lang="he-IL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56B61-75B9-BDCC-0A2E-4A8BD8E97093}"/>
              </a:ext>
            </a:extLst>
          </p:cNvPr>
          <p:cNvSpPr txBox="1"/>
          <p:nvPr/>
        </p:nvSpPr>
        <p:spPr>
          <a:xfrm>
            <a:off x="6833417" y="2556773"/>
            <a:ext cx="195661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u="sng" dirty="0"/>
              <a:t>Back-End:</a:t>
            </a:r>
            <a:endParaRPr lang="he-IL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435C1-7276-2523-9E05-4FAA0B72F7CA}"/>
              </a:ext>
            </a:extLst>
          </p:cNvPr>
          <p:cNvSpPr txBox="1"/>
          <p:nvPr/>
        </p:nvSpPr>
        <p:spPr>
          <a:xfrm>
            <a:off x="9615943" y="2556773"/>
            <a:ext cx="19861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u="sng" dirty="0"/>
              <a:t>Database:</a:t>
            </a:r>
            <a:endParaRPr lang="he-IL" b="1" u="sng" dirty="0"/>
          </a:p>
        </p:txBody>
      </p:sp>
      <p:pic>
        <p:nvPicPr>
          <p:cNvPr id="11" name="Picture 2" descr="What is Python Coding? | Juni Learning">
            <a:extLst>
              <a:ext uri="{FF2B5EF4-FFF2-40B4-BE49-F238E27FC236}">
                <a16:creationId xmlns:a16="http://schemas.microsoft.com/office/drawing/2014/main" id="{762E0828-D617-2418-5CF5-D8FB06CD3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98189"/>
            <a:ext cx="1715729" cy="171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PyQt - Wikipedia">
            <a:extLst>
              <a:ext uri="{FF2B5EF4-FFF2-40B4-BE49-F238E27FC236}">
                <a16:creationId xmlns:a16="http://schemas.microsoft.com/office/drawing/2014/main" id="{AE05F032-FEF8-9B7B-0D93-04BD65CBB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726" y="3482439"/>
            <a:ext cx="1156828" cy="120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The A to Z of Advanced Django: Unraveling the Mysteries of Django's Most  Powerful Features Part — 2 | by Bobby K Bose | Medium">
            <a:extLst>
              <a:ext uri="{FF2B5EF4-FFF2-40B4-BE49-F238E27FC236}">
                <a16:creationId xmlns:a16="http://schemas.microsoft.com/office/drawing/2014/main" id="{8A8F9223-4122-F79C-FAE9-21CC98C81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417" y="3579545"/>
            <a:ext cx="1367913" cy="136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ySQL (@MySQL) / X">
            <a:extLst>
              <a:ext uri="{FF2B5EF4-FFF2-40B4-BE49-F238E27FC236}">
                <a16:creationId xmlns:a16="http://schemas.microsoft.com/office/drawing/2014/main" id="{5135115C-464F-CB01-A25A-4003D368D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5838" y="3298189"/>
            <a:ext cx="1715729" cy="171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89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F20D5-5392-D0A3-2D08-6FF1429D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3C61B-EB06-03AA-6E76-7AECFF089C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" b="817"/>
          <a:stretch/>
        </p:blipFill>
        <p:spPr bwMode="auto">
          <a:xfrm>
            <a:off x="5895751" y="936121"/>
            <a:ext cx="5708649" cy="4955782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856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511B6-B218-D064-49CB-FF7F3ABF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47" y="202100"/>
            <a:ext cx="9392421" cy="133084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Activity Diagram</a:t>
            </a:r>
            <a:br>
              <a:rPr lang="en-US" dirty="0"/>
            </a:b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35B3-2BDF-2C1D-97C9-5D52E6685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endParaRPr lang="en-US" sz="2000"/>
          </a:p>
          <a:p>
            <a:endParaRPr lang="he-IL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7AD25-553A-1DF3-4676-7957993C1A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101" y="1202334"/>
            <a:ext cx="7496311" cy="545356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6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9A6DA-DA2F-ADCD-8D60-B0EA9B09C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2" y="-2"/>
            <a:ext cx="9392421" cy="133084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Class Diagram</a:t>
            </a:r>
            <a:endParaRPr lang="he-IL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206849-DA00-EB08-11C8-7FC9E80F9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461" y="1115711"/>
            <a:ext cx="7004835" cy="537621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5E0E9-5F93-5254-912F-BF87D16D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Testing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EA535-3A48-9225-F0F0-E1210E5A3507}"/>
              </a:ext>
            </a:extLst>
          </p:cNvPr>
          <p:cNvSpPr txBox="1"/>
          <p:nvPr/>
        </p:nvSpPr>
        <p:spPr>
          <a:xfrm>
            <a:off x="1720681" y="2200059"/>
            <a:ext cx="8749342" cy="3830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Input Hardware: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Test that the app accesses monitor, keyboard, and mouse correctly.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Desktop App: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Ensure all features work, including login, screen calibration, test execution, and result display.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Database Interaction: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Test data storage, retrieval, and validation for user accounts and test results.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Vision Test Accuracy: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Validate that all tests (visual acuity, color vision, etc.) are accurate when compared to industry benchmarks. </a:t>
            </a:r>
          </a:p>
        </p:txBody>
      </p:sp>
    </p:spTree>
    <p:extLst>
      <p:ext uri="{BB962C8B-B14F-4D97-AF65-F5344CB8AC3E}">
        <p14:creationId xmlns:p14="http://schemas.microsoft.com/office/powerpoint/2010/main" val="222512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2AB50-C20F-3396-7C40-361977D4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 fontScale="90000"/>
          </a:bodyPr>
          <a:lstStyle/>
          <a:p>
            <a:br>
              <a:rPr lang="en-US" sz="3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Evaluation</a:t>
            </a: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he-IL" sz="3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485B80A-7AAB-B7FE-E7F2-B7007ED3C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3746" y="2048925"/>
            <a:ext cx="7829983" cy="43655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Functionality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Tested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calibration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Ensured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saved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retrievable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Experience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Tested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easy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navigation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flow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follow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instructions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perform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smoothly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Verified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benchmark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optometry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practices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Accurate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issues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color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blindness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myopia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13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846FF8-0D27-4A66-8332-A0BE79BEF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73A4E-1E2D-DBA0-4F78-56C0B7A5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741082"/>
            <a:ext cx="9942970" cy="949606"/>
          </a:xfrm>
        </p:spPr>
        <p:txBody>
          <a:bodyPr>
            <a:normAutofit fontScale="90000"/>
          </a:bodyPr>
          <a:lstStyle/>
          <a:p>
            <a:br>
              <a:rPr lang="en-US" sz="3100" b="1" dirty="0"/>
            </a:br>
            <a:r>
              <a:rPr lang="en-US" sz="3100" b="1" dirty="0"/>
              <a:t>Challenges</a:t>
            </a:r>
            <a:br>
              <a:rPr lang="en-US" sz="3100" dirty="0"/>
            </a:br>
            <a:endParaRPr lang="he-IL" sz="31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B9CB01-4014-4606-90AC-ADABCFB38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49353"/>
            <a:ext cx="12192000" cy="4908647"/>
          </a:xfrm>
          <a:custGeom>
            <a:avLst/>
            <a:gdLst>
              <a:gd name="connsiteX0" fmla="*/ 4142196 w 12192000"/>
              <a:gd name="connsiteY0" fmla="*/ 33 h 5013196"/>
              <a:gd name="connsiteX1" fmla="*/ 4138795 w 12192000"/>
              <a:gd name="connsiteY1" fmla="*/ 15046 h 5013196"/>
              <a:gd name="connsiteX2" fmla="*/ 4166706 w 12192000"/>
              <a:gd name="connsiteY2" fmla="*/ 37291 h 5013196"/>
              <a:gd name="connsiteX3" fmla="*/ 4371550 w 12192000"/>
              <a:gd name="connsiteY3" fmla="*/ 22134 h 5013196"/>
              <a:gd name="connsiteX4" fmla="*/ 4424056 w 12192000"/>
              <a:gd name="connsiteY4" fmla="*/ 28369 h 5013196"/>
              <a:gd name="connsiteX5" fmla="*/ 4469897 w 12192000"/>
              <a:gd name="connsiteY5" fmla="*/ 13218 h 5013196"/>
              <a:gd name="connsiteX6" fmla="*/ 4489151 w 12192000"/>
              <a:gd name="connsiteY6" fmla="*/ 20285 h 5013196"/>
              <a:gd name="connsiteX7" fmla="*/ 4492479 w 12192000"/>
              <a:gd name="connsiteY7" fmla="*/ 21730 h 5013196"/>
              <a:gd name="connsiteX8" fmla="*/ 4505693 w 12192000"/>
              <a:gd name="connsiteY8" fmla="*/ 22584 h 5013196"/>
              <a:gd name="connsiteX9" fmla="*/ 4509529 w 12192000"/>
              <a:gd name="connsiteY9" fmla="*/ 28985 h 5013196"/>
              <a:gd name="connsiteX10" fmla="*/ 4529499 w 12192000"/>
              <a:gd name="connsiteY10" fmla="*/ 34687 h 5013196"/>
              <a:gd name="connsiteX11" fmla="*/ 4553795 w 12192000"/>
              <a:gd name="connsiteY11" fmla="*/ 34541 h 5013196"/>
              <a:gd name="connsiteX12" fmla="*/ 4640118 w 12192000"/>
              <a:gd name="connsiteY12" fmla="*/ 34699 h 5013196"/>
              <a:gd name="connsiteX13" fmla="*/ 4654127 w 12192000"/>
              <a:gd name="connsiteY13" fmla="*/ 30952 h 5013196"/>
              <a:gd name="connsiteX14" fmla="*/ 4700168 w 12192000"/>
              <a:gd name="connsiteY14" fmla="*/ 35953 h 5013196"/>
              <a:gd name="connsiteX15" fmla="*/ 4741127 w 12192000"/>
              <a:gd name="connsiteY15" fmla="*/ 36527 h 5013196"/>
              <a:gd name="connsiteX16" fmla="*/ 4767598 w 12192000"/>
              <a:gd name="connsiteY16" fmla="*/ 33272 h 5013196"/>
              <a:gd name="connsiteX17" fmla="*/ 4774592 w 12192000"/>
              <a:gd name="connsiteY17" fmla="*/ 35449 h 5013196"/>
              <a:gd name="connsiteX18" fmla="*/ 4801328 w 12192000"/>
              <a:gd name="connsiteY18" fmla="*/ 36454 h 5013196"/>
              <a:gd name="connsiteX19" fmla="*/ 4814870 w 12192000"/>
              <a:gd name="connsiteY19" fmla="*/ 32797 h 5013196"/>
              <a:gd name="connsiteX20" fmla="*/ 4828440 w 12192000"/>
              <a:gd name="connsiteY20" fmla="*/ 40415 h 5013196"/>
              <a:gd name="connsiteX21" fmla="*/ 4831826 w 12192000"/>
              <a:gd name="connsiteY21" fmla="*/ 46118 h 5013196"/>
              <a:gd name="connsiteX22" fmla="*/ 4850785 w 12192000"/>
              <a:gd name="connsiteY22" fmla="*/ 43190 h 5013196"/>
              <a:gd name="connsiteX23" fmla="*/ 4866468 w 12192000"/>
              <a:gd name="connsiteY23" fmla="*/ 48539 h 5013196"/>
              <a:gd name="connsiteX24" fmla="*/ 4879983 w 12192000"/>
              <a:gd name="connsiteY24" fmla="*/ 44615 h 5013196"/>
              <a:gd name="connsiteX25" fmla="*/ 4885635 w 12192000"/>
              <a:gd name="connsiteY25" fmla="*/ 45342 h 5013196"/>
              <a:gd name="connsiteX26" fmla="*/ 4899698 w 12192000"/>
              <a:gd name="connsiteY26" fmla="*/ 47876 h 5013196"/>
              <a:gd name="connsiteX27" fmla="*/ 4923986 w 12192000"/>
              <a:gd name="connsiteY27" fmla="*/ 53632 h 5013196"/>
              <a:gd name="connsiteX28" fmla="*/ 4931544 w 12192000"/>
              <a:gd name="connsiteY28" fmla="*/ 54358 h 5013196"/>
              <a:gd name="connsiteX29" fmla="*/ 4948135 w 12192000"/>
              <a:gd name="connsiteY29" fmla="*/ 63529 h 5013196"/>
              <a:gd name="connsiteX30" fmla="*/ 4980068 w 12192000"/>
              <a:gd name="connsiteY30" fmla="*/ 71052 h 5013196"/>
              <a:gd name="connsiteX31" fmla="*/ 5036541 w 12192000"/>
              <a:gd name="connsiteY31" fmla="*/ 98293 h 5013196"/>
              <a:gd name="connsiteX32" fmla="*/ 5069678 w 12192000"/>
              <a:gd name="connsiteY32" fmla="*/ 111179 h 5013196"/>
              <a:gd name="connsiteX33" fmla="*/ 5092160 w 12192000"/>
              <a:gd name="connsiteY33" fmla="*/ 123203 h 5013196"/>
              <a:gd name="connsiteX34" fmla="*/ 5158166 w 12192000"/>
              <a:gd name="connsiteY34" fmla="*/ 139568 h 5013196"/>
              <a:gd name="connsiteX35" fmla="*/ 5271252 w 12192000"/>
              <a:gd name="connsiteY35" fmla="*/ 160738 h 5013196"/>
              <a:gd name="connsiteX36" fmla="*/ 5294438 w 12192000"/>
              <a:gd name="connsiteY36" fmla="*/ 166556 h 5013196"/>
              <a:gd name="connsiteX37" fmla="*/ 5310840 w 12192000"/>
              <a:gd name="connsiteY37" fmla="*/ 176769 h 5013196"/>
              <a:gd name="connsiteX38" fmla="*/ 5311570 w 12192000"/>
              <a:gd name="connsiteY38" fmla="*/ 183681 h 5013196"/>
              <a:gd name="connsiteX39" fmla="*/ 5323756 w 12192000"/>
              <a:gd name="connsiteY39" fmla="*/ 187718 h 5013196"/>
              <a:gd name="connsiteX40" fmla="*/ 5326259 w 12192000"/>
              <a:gd name="connsiteY40" fmla="*/ 189880 h 5013196"/>
              <a:gd name="connsiteX41" fmla="*/ 5341357 w 12192000"/>
              <a:gd name="connsiteY41" fmla="*/ 201193 h 5013196"/>
              <a:gd name="connsiteX42" fmla="*/ 5391908 w 12192000"/>
              <a:gd name="connsiteY42" fmla="*/ 198291 h 5013196"/>
              <a:gd name="connsiteX43" fmla="*/ 5439031 w 12192000"/>
              <a:gd name="connsiteY43" fmla="*/ 216975 h 5013196"/>
              <a:gd name="connsiteX44" fmla="*/ 5640913 w 12192000"/>
              <a:gd name="connsiteY44" fmla="*/ 253028 h 5013196"/>
              <a:gd name="connsiteX45" fmla="*/ 5657312 w 12192000"/>
              <a:gd name="connsiteY45" fmla="*/ 280626 h 5013196"/>
              <a:gd name="connsiteX46" fmla="*/ 5734773 w 12192000"/>
              <a:gd name="connsiteY46" fmla="*/ 303244 h 5013196"/>
              <a:gd name="connsiteX47" fmla="*/ 5877770 w 12192000"/>
              <a:gd name="connsiteY47" fmla="*/ 296965 h 5013196"/>
              <a:gd name="connsiteX48" fmla="*/ 5989615 w 12192000"/>
              <a:gd name="connsiteY48" fmla="*/ 319663 h 5013196"/>
              <a:gd name="connsiteX49" fmla="*/ 5996857 w 12192000"/>
              <a:gd name="connsiteY49" fmla="*/ 323549 h 5013196"/>
              <a:gd name="connsiteX50" fmla="*/ 6037387 w 12192000"/>
              <a:gd name="connsiteY50" fmla="*/ 312526 h 5013196"/>
              <a:gd name="connsiteX51" fmla="*/ 6113074 w 12192000"/>
              <a:gd name="connsiteY51" fmla="*/ 325845 h 5013196"/>
              <a:gd name="connsiteX52" fmla="*/ 6280929 w 12192000"/>
              <a:gd name="connsiteY52" fmla="*/ 350444 h 5013196"/>
              <a:gd name="connsiteX53" fmla="*/ 6298665 w 12192000"/>
              <a:gd name="connsiteY53" fmla="*/ 342931 h 5013196"/>
              <a:gd name="connsiteX54" fmla="*/ 6317326 w 12192000"/>
              <a:gd name="connsiteY54" fmla="*/ 339794 h 5013196"/>
              <a:gd name="connsiteX55" fmla="*/ 6319212 w 12192000"/>
              <a:gd name="connsiteY55" fmla="*/ 341004 h 5013196"/>
              <a:gd name="connsiteX56" fmla="*/ 6339724 w 12192000"/>
              <a:gd name="connsiteY56" fmla="*/ 342098 h 5013196"/>
              <a:gd name="connsiteX57" fmla="*/ 6345010 w 12192000"/>
              <a:gd name="connsiteY57" fmla="*/ 339148 h 5013196"/>
              <a:gd name="connsiteX58" fmla="*/ 6359332 w 12192000"/>
              <a:gd name="connsiteY58" fmla="*/ 338899 h 5013196"/>
              <a:gd name="connsiteX59" fmla="*/ 6388220 w 12192000"/>
              <a:gd name="connsiteY59" fmla="*/ 335714 h 5013196"/>
              <a:gd name="connsiteX60" fmla="*/ 6392994 w 12192000"/>
              <a:gd name="connsiteY60" fmla="*/ 337644 h 5013196"/>
              <a:gd name="connsiteX61" fmla="*/ 6435581 w 12192000"/>
              <a:gd name="connsiteY61" fmla="*/ 336775 h 5013196"/>
              <a:gd name="connsiteX62" fmla="*/ 6435870 w 12192000"/>
              <a:gd name="connsiteY62" fmla="*/ 337963 h 5013196"/>
              <a:gd name="connsiteX63" fmla="*/ 6446571 w 12192000"/>
              <a:gd name="connsiteY63" fmla="*/ 342957 h 5013196"/>
              <a:gd name="connsiteX64" fmla="*/ 6467701 w 12192000"/>
              <a:gd name="connsiteY64" fmla="*/ 349765 h 5013196"/>
              <a:gd name="connsiteX65" fmla="*/ 6512727 w 12192000"/>
              <a:gd name="connsiteY65" fmla="*/ 380305 h 5013196"/>
              <a:gd name="connsiteX66" fmla="*/ 6557094 w 12192000"/>
              <a:gd name="connsiteY66" fmla="*/ 379532 h 5013196"/>
              <a:gd name="connsiteX67" fmla="*/ 6565879 w 12192000"/>
              <a:gd name="connsiteY67" fmla="*/ 380030 h 5013196"/>
              <a:gd name="connsiteX68" fmla="*/ 6565997 w 12192000"/>
              <a:gd name="connsiteY68" fmla="*/ 380310 h 5013196"/>
              <a:gd name="connsiteX69" fmla="*/ 6575147 w 12192000"/>
              <a:gd name="connsiteY69" fmla="*/ 381374 h 5013196"/>
              <a:gd name="connsiteX70" fmla="*/ 6581899 w 12192000"/>
              <a:gd name="connsiteY70" fmla="*/ 380938 h 5013196"/>
              <a:gd name="connsiteX71" fmla="*/ 6598943 w 12192000"/>
              <a:gd name="connsiteY71" fmla="*/ 381906 h 5013196"/>
              <a:gd name="connsiteX72" fmla="*/ 6604421 w 12192000"/>
              <a:gd name="connsiteY72" fmla="*/ 384033 h 5013196"/>
              <a:gd name="connsiteX73" fmla="*/ 6606035 w 12192000"/>
              <a:gd name="connsiteY73" fmla="*/ 387465 h 5013196"/>
              <a:gd name="connsiteX74" fmla="*/ 6607669 w 12192000"/>
              <a:gd name="connsiteY74" fmla="*/ 387186 h 5013196"/>
              <a:gd name="connsiteX75" fmla="*/ 6637532 w 12192000"/>
              <a:gd name="connsiteY75" fmla="*/ 398125 h 5013196"/>
              <a:gd name="connsiteX76" fmla="*/ 6706880 w 12192000"/>
              <a:gd name="connsiteY76" fmla="*/ 412381 h 5013196"/>
              <a:gd name="connsiteX77" fmla="*/ 6747500 w 12192000"/>
              <a:gd name="connsiteY77" fmla="*/ 416386 h 5013196"/>
              <a:gd name="connsiteX78" fmla="*/ 6857783 w 12192000"/>
              <a:gd name="connsiteY78" fmla="*/ 431905 h 5013196"/>
              <a:gd name="connsiteX79" fmla="*/ 6967720 w 12192000"/>
              <a:gd name="connsiteY79" fmla="*/ 450939 h 5013196"/>
              <a:gd name="connsiteX80" fmla="*/ 7018394 w 12192000"/>
              <a:gd name="connsiteY80" fmla="*/ 479831 h 5013196"/>
              <a:gd name="connsiteX81" fmla="*/ 7024679 w 12192000"/>
              <a:gd name="connsiteY81" fmla="*/ 480968 h 5013196"/>
              <a:gd name="connsiteX82" fmla="*/ 7041715 w 12192000"/>
              <a:gd name="connsiteY82" fmla="*/ 479120 h 5013196"/>
              <a:gd name="connsiteX83" fmla="*/ 7048103 w 12192000"/>
              <a:gd name="connsiteY83" fmla="*/ 477610 h 5013196"/>
              <a:gd name="connsiteX84" fmla="*/ 7057490 w 12192000"/>
              <a:gd name="connsiteY84" fmla="*/ 477135 h 5013196"/>
              <a:gd name="connsiteX85" fmla="*/ 7057730 w 12192000"/>
              <a:gd name="connsiteY85" fmla="*/ 477383 h 5013196"/>
              <a:gd name="connsiteX86" fmla="*/ 7066511 w 12192000"/>
              <a:gd name="connsiteY86" fmla="*/ 476432 h 5013196"/>
              <a:gd name="connsiteX87" fmla="*/ 7109401 w 12192000"/>
              <a:gd name="connsiteY87" fmla="*/ 468486 h 5013196"/>
              <a:gd name="connsiteX88" fmla="*/ 7166830 w 12192000"/>
              <a:gd name="connsiteY88" fmla="*/ 490255 h 5013196"/>
              <a:gd name="connsiteX89" fmla="*/ 7190442 w 12192000"/>
              <a:gd name="connsiteY89" fmla="*/ 493308 h 5013196"/>
              <a:gd name="connsiteX90" fmla="*/ 7203083 w 12192000"/>
              <a:gd name="connsiteY90" fmla="*/ 496324 h 5013196"/>
              <a:gd name="connsiteX91" fmla="*/ 7203894 w 12192000"/>
              <a:gd name="connsiteY91" fmla="*/ 497408 h 5013196"/>
              <a:gd name="connsiteX92" fmla="*/ 7245004 w 12192000"/>
              <a:gd name="connsiteY92" fmla="*/ 489662 h 5013196"/>
              <a:gd name="connsiteX93" fmla="*/ 7250514 w 12192000"/>
              <a:gd name="connsiteY93" fmla="*/ 490724 h 5013196"/>
              <a:gd name="connsiteX94" fmla="*/ 7277246 w 12192000"/>
              <a:gd name="connsiteY94" fmla="*/ 483000 h 5013196"/>
              <a:gd name="connsiteX95" fmla="*/ 7291092 w 12192000"/>
              <a:gd name="connsiteY95" fmla="*/ 480435 h 5013196"/>
              <a:gd name="connsiteX96" fmla="*/ 7294933 w 12192000"/>
              <a:gd name="connsiteY96" fmla="*/ 476767 h 5013196"/>
              <a:gd name="connsiteX97" fmla="*/ 7315408 w 12192000"/>
              <a:gd name="connsiteY97" fmla="*/ 474478 h 5013196"/>
              <a:gd name="connsiteX98" fmla="*/ 7317786 w 12192000"/>
              <a:gd name="connsiteY98" fmla="*/ 475324 h 5013196"/>
              <a:gd name="connsiteX99" fmla="*/ 7334572 w 12192000"/>
              <a:gd name="connsiteY99" fmla="*/ 469306 h 5013196"/>
              <a:gd name="connsiteX100" fmla="*/ 7348520 w 12192000"/>
              <a:gd name="connsiteY100" fmla="*/ 459268 h 5013196"/>
              <a:gd name="connsiteX101" fmla="*/ 7522997 w 12192000"/>
              <a:gd name="connsiteY101" fmla="*/ 455427 h 5013196"/>
              <a:gd name="connsiteX102" fmla="*/ 7686985 w 12192000"/>
              <a:gd name="connsiteY102" fmla="*/ 433023 h 5013196"/>
              <a:gd name="connsiteX103" fmla="*/ 7854068 w 12192000"/>
              <a:gd name="connsiteY103" fmla="*/ 422992 h 5013196"/>
              <a:gd name="connsiteX104" fmla="*/ 8034165 w 12192000"/>
              <a:gd name="connsiteY104" fmla="*/ 404917 h 5013196"/>
              <a:gd name="connsiteX105" fmla="*/ 8094381 w 12192000"/>
              <a:gd name="connsiteY105" fmla="*/ 408936 h 5013196"/>
              <a:gd name="connsiteX106" fmla="*/ 8146898 w 12192000"/>
              <a:gd name="connsiteY106" fmla="*/ 391776 h 5013196"/>
              <a:gd name="connsiteX107" fmla="*/ 8168993 w 12192000"/>
              <a:gd name="connsiteY107" fmla="*/ 398048 h 5013196"/>
              <a:gd name="connsiteX108" fmla="*/ 8172809 w 12192000"/>
              <a:gd name="connsiteY108" fmla="*/ 399355 h 5013196"/>
              <a:gd name="connsiteX109" fmla="*/ 8187962 w 12192000"/>
              <a:gd name="connsiteY109" fmla="*/ 399651 h 5013196"/>
              <a:gd name="connsiteX110" fmla="*/ 8192382 w 12192000"/>
              <a:gd name="connsiteY110" fmla="*/ 405910 h 5013196"/>
              <a:gd name="connsiteX111" fmla="*/ 8375192 w 12192000"/>
              <a:gd name="connsiteY111" fmla="*/ 397097 h 5013196"/>
              <a:gd name="connsiteX112" fmla="*/ 8454377 w 12192000"/>
              <a:gd name="connsiteY112" fmla="*/ 393549 h 5013196"/>
              <a:gd name="connsiteX113" fmla="*/ 8484740 w 12192000"/>
              <a:gd name="connsiteY113" fmla="*/ 398377 h 5013196"/>
              <a:gd name="connsiteX114" fmla="*/ 8601673 w 12192000"/>
              <a:gd name="connsiteY114" fmla="*/ 410319 h 5013196"/>
              <a:gd name="connsiteX115" fmla="*/ 8701676 w 12192000"/>
              <a:gd name="connsiteY115" fmla="*/ 414569 h 5013196"/>
              <a:gd name="connsiteX116" fmla="*/ 8773288 w 12192000"/>
              <a:gd name="connsiteY116" fmla="*/ 391295 h 5013196"/>
              <a:gd name="connsiteX117" fmla="*/ 8779909 w 12192000"/>
              <a:gd name="connsiteY117" fmla="*/ 395664 h 5013196"/>
              <a:gd name="connsiteX118" fmla="*/ 8829932 w 12192000"/>
              <a:gd name="connsiteY118" fmla="*/ 392461 h 5013196"/>
              <a:gd name="connsiteX119" fmla="*/ 9003386 w 12192000"/>
              <a:gd name="connsiteY119" fmla="*/ 349460 h 5013196"/>
              <a:gd name="connsiteX120" fmla="*/ 9101185 w 12192000"/>
              <a:gd name="connsiteY120" fmla="*/ 344080 h 5013196"/>
              <a:gd name="connsiteX121" fmla="*/ 9136185 w 12192000"/>
              <a:gd name="connsiteY121" fmla="*/ 347296 h 5013196"/>
              <a:gd name="connsiteX122" fmla="*/ 9194801 w 12192000"/>
              <a:gd name="connsiteY122" fmla="*/ 352367 h 5013196"/>
              <a:gd name="connsiteX123" fmla="*/ 9239316 w 12192000"/>
              <a:gd name="connsiteY123" fmla="*/ 368776 h 5013196"/>
              <a:gd name="connsiteX124" fmla="*/ 9288052 w 12192000"/>
              <a:gd name="connsiteY124" fmla="*/ 368014 h 5013196"/>
              <a:gd name="connsiteX125" fmla="*/ 9298465 w 12192000"/>
              <a:gd name="connsiteY125" fmla="*/ 351514 h 5013196"/>
              <a:gd name="connsiteX126" fmla="*/ 9350892 w 12192000"/>
              <a:gd name="connsiteY126" fmla="*/ 355996 h 5013196"/>
              <a:gd name="connsiteX127" fmla="*/ 9430522 w 12192000"/>
              <a:gd name="connsiteY127" fmla="*/ 364586 h 5013196"/>
              <a:gd name="connsiteX128" fmla="*/ 9476215 w 12192000"/>
              <a:gd name="connsiteY128" fmla="*/ 365325 h 5013196"/>
              <a:gd name="connsiteX129" fmla="*/ 9601276 w 12192000"/>
              <a:gd name="connsiteY129" fmla="*/ 371922 h 5013196"/>
              <a:gd name="connsiteX130" fmla="*/ 9726733 w 12192000"/>
              <a:gd name="connsiteY130" fmla="*/ 382019 h 5013196"/>
              <a:gd name="connsiteX131" fmla="*/ 9802144 w 12192000"/>
              <a:gd name="connsiteY131" fmla="*/ 407697 h 5013196"/>
              <a:gd name="connsiteX132" fmla="*/ 9905153 w 12192000"/>
              <a:gd name="connsiteY132" fmla="*/ 413868 h 5013196"/>
              <a:gd name="connsiteX133" fmla="*/ 9922553 w 12192000"/>
              <a:gd name="connsiteY133" fmla="*/ 417787 h 5013196"/>
              <a:gd name="connsiteX134" fmla="*/ 10044658 w 12192000"/>
              <a:gd name="connsiteY134" fmla="*/ 431295 h 5013196"/>
              <a:gd name="connsiteX135" fmla="*/ 10184585 w 12192000"/>
              <a:gd name="connsiteY135" fmla="*/ 420356 h 5013196"/>
              <a:gd name="connsiteX136" fmla="*/ 10366435 w 12192000"/>
              <a:gd name="connsiteY136" fmla="*/ 475646 h 5013196"/>
              <a:gd name="connsiteX137" fmla="*/ 10688220 w 12192000"/>
              <a:gd name="connsiteY137" fmla="*/ 555476 h 5013196"/>
              <a:gd name="connsiteX138" fmla="*/ 11026690 w 12192000"/>
              <a:gd name="connsiteY138" fmla="*/ 563899 h 5013196"/>
              <a:gd name="connsiteX139" fmla="*/ 11113779 w 12192000"/>
              <a:gd name="connsiteY139" fmla="*/ 547086 h 5013196"/>
              <a:gd name="connsiteX140" fmla="*/ 11369556 w 12192000"/>
              <a:gd name="connsiteY140" fmla="*/ 504937 h 5013196"/>
              <a:gd name="connsiteX141" fmla="*/ 11623342 w 12192000"/>
              <a:gd name="connsiteY141" fmla="*/ 401646 h 5013196"/>
              <a:gd name="connsiteX142" fmla="*/ 11786511 w 12192000"/>
              <a:gd name="connsiteY142" fmla="*/ 371608 h 5013196"/>
              <a:gd name="connsiteX143" fmla="*/ 11862577 w 12192000"/>
              <a:gd name="connsiteY143" fmla="*/ 343767 h 5013196"/>
              <a:gd name="connsiteX144" fmla="*/ 11916612 w 12192000"/>
              <a:gd name="connsiteY144" fmla="*/ 337028 h 5013196"/>
              <a:gd name="connsiteX145" fmla="*/ 11948830 w 12192000"/>
              <a:gd name="connsiteY145" fmla="*/ 331280 h 5013196"/>
              <a:gd name="connsiteX146" fmla="*/ 12001583 w 12192000"/>
              <a:gd name="connsiteY146" fmla="*/ 292861 h 5013196"/>
              <a:gd name="connsiteX147" fmla="*/ 12174977 w 12192000"/>
              <a:gd name="connsiteY147" fmla="*/ 277870 h 5013196"/>
              <a:gd name="connsiteX148" fmla="*/ 12192000 w 12192000"/>
              <a:gd name="connsiteY148" fmla="*/ 269767 h 5013196"/>
              <a:gd name="connsiteX149" fmla="*/ 12192000 w 12192000"/>
              <a:gd name="connsiteY149" fmla="*/ 5013196 h 5013196"/>
              <a:gd name="connsiteX150" fmla="*/ 0 w 12192000"/>
              <a:gd name="connsiteY150" fmla="*/ 5013196 h 5013196"/>
              <a:gd name="connsiteX151" fmla="*/ 0 w 12192000"/>
              <a:gd name="connsiteY151" fmla="*/ 630667 h 5013196"/>
              <a:gd name="connsiteX152" fmla="*/ 11075 w 12192000"/>
              <a:gd name="connsiteY152" fmla="*/ 628396 h 5013196"/>
              <a:gd name="connsiteX153" fmla="*/ 44061 w 12192000"/>
              <a:gd name="connsiteY153" fmla="*/ 621814 h 5013196"/>
              <a:gd name="connsiteX154" fmla="*/ 136694 w 12192000"/>
              <a:gd name="connsiteY154" fmla="*/ 569633 h 5013196"/>
              <a:gd name="connsiteX155" fmla="*/ 170342 w 12192000"/>
              <a:gd name="connsiteY155" fmla="*/ 564295 h 5013196"/>
              <a:gd name="connsiteX156" fmla="*/ 168955 w 12192000"/>
              <a:gd name="connsiteY156" fmla="*/ 555382 h 5013196"/>
              <a:gd name="connsiteX157" fmla="*/ 181474 w 12192000"/>
              <a:gd name="connsiteY157" fmla="*/ 554499 h 5013196"/>
              <a:gd name="connsiteX158" fmla="*/ 209440 w 12192000"/>
              <a:gd name="connsiteY158" fmla="*/ 553779 h 5013196"/>
              <a:gd name="connsiteX159" fmla="*/ 293152 w 12192000"/>
              <a:gd name="connsiteY159" fmla="*/ 549794 h 5013196"/>
              <a:gd name="connsiteX160" fmla="*/ 315693 w 12192000"/>
              <a:gd name="connsiteY160" fmla="*/ 532248 h 5013196"/>
              <a:gd name="connsiteX161" fmla="*/ 337305 w 12192000"/>
              <a:gd name="connsiteY161" fmla="*/ 531590 h 5013196"/>
              <a:gd name="connsiteX162" fmla="*/ 462252 w 12192000"/>
              <a:gd name="connsiteY162" fmla="*/ 506369 h 5013196"/>
              <a:gd name="connsiteX163" fmla="*/ 479457 w 12192000"/>
              <a:gd name="connsiteY163" fmla="*/ 504341 h 5013196"/>
              <a:gd name="connsiteX164" fmla="*/ 488653 w 12192000"/>
              <a:gd name="connsiteY164" fmla="*/ 496475 h 5013196"/>
              <a:gd name="connsiteX165" fmla="*/ 522053 w 12192000"/>
              <a:gd name="connsiteY165" fmla="*/ 494343 h 5013196"/>
              <a:gd name="connsiteX166" fmla="*/ 523520 w 12192000"/>
              <a:gd name="connsiteY166" fmla="*/ 489931 h 5013196"/>
              <a:gd name="connsiteX167" fmla="*/ 632714 w 12192000"/>
              <a:gd name="connsiteY167" fmla="*/ 450319 h 5013196"/>
              <a:gd name="connsiteX168" fmla="*/ 651426 w 12192000"/>
              <a:gd name="connsiteY168" fmla="*/ 443762 h 5013196"/>
              <a:gd name="connsiteX169" fmla="*/ 667724 w 12192000"/>
              <a:gd name="connsiteY169" fmla="*/ 445356 h 5013196"/>
              <a:gd name="connsiteX170" fmla="*/ 757679 w 12192000"/>
              <a:gd name="connsiteY170" fmla="*/ 438363 h 5013196"/>
              <a:gd name="connsiteX171" fmla="*/ 779159 w 12192000"/>
              <a:gd name="connsiteY171" fmla="*/ 441277 h 5013196"/>
              <a:gd name="connsiteX172" fmla="*/ 788293 w 12192000"/>
              <a:gd name="connsiteY172" fmla="*/ 448081 h 5013196"/>
              <a:gd name="connsiteX173" fmla="*/ 822923 w 12192000"/>
              <a:gd name="connsiteY173" fmla="*/ 434292 h 5013196"/>
              <a:gd name="connsiteX174" fmla="*/ 876559 w 12192000"/>
              <a:gd name="connsiteY174" fmla="*/ 424306 h 5013196"/>
              <a:gd name="connsiteX175" fmla="*/ 902011 w 12192000"/>
              <a:gd name="connsiteY175" fmla="*/ 417336 h 5013196"/>
              <a:gd name="connsiteX176" fmla="*/ 922715 w 12192000"/>
              <a:gd name="connsiteY176" fmla="*/ 420917 h 5013196"/>
              <a:gd name="connsiteX177" fmla="*/ 1040139 w 12192000"/>
              <a:gd name="connsiteY177" fmla="*/ 419808 h 5013196"/>
              <a:gd name="connsiteX178" fmla="*/ 1067251 w 12192000"/>
              <a:gd name="connsiteY178" fmla="*/ 425602 h 5013196"/>
              <a:gd name="connsiteX179" fmla="*/ 1080272 w 12192000"/>
              <a:gd name="connsiteY179" fmla="*/ 437887 h 5013196"/>
              <a:gd name="connsiteX180" fmla="*/ 1090219 w 12192000"/>
              <a:gd name="connsiteY180" fmla="*/ 433244 h 5013196"/>
              <a:gd name="connsiteX181" fmla="*/ 1161226 w 12192000"/>
              <a:gd name="connsiteY181" fmla="*/ 431522 h 5013196"/>
              <a:gd name="connsiteX182" fmla="*/ 1207525 w 12192000"/>
              <a:gd name="connsiteY182" fmla="*/ 429257 h 5013196"/>
              <a:gd name="connsiteX183" fmla="*/ 1210030 w 12192000"/>
              <a:gd name="connsiteY183" fmla="*/ 412023 h 5013196"/>
              <a:gd name="connsiteX184" fmla="*/ 1251170 w 12192000"/>
              <a:gd name="connsiteY184" fmla="*/ 405160 h 5013196"/>
              <a:gd name="connsiteX185" fmla="*/ 1295331 w 12192000"/>
              <a:gd name="connsiteY185" fmla="*/ 415400 h 5013196"/>
              <a:gd name="connsiteX186" fmla="*/ 1347118 w 12192000"/>
              <a:gd name="connsiteY186" fmla="*/ 412922 h 5013196"/>
              <a:gd name="connsiteX187" fmla="*/ 1378108 w 12192000"/>
              <a:gd name="connsiteY187" fmla="*/ 411628 h 5013196"/>
              <a:gd name="connsiteX188" fmla="*/ 1459192 w 12192000"/>
              <a:gd name="connsiteY188" fmla="*/ 394137 h 5013196"/>
              <a:gd name="connsiteX189" fmla="*/ 1590120 w 12192000"/>
              <a:gd name="connsiteY189" fmla="*/ 330826 h 5013196"/>
              <a:gd name="connsiteX190" fmla="*/ 1631417 w 12192000"/>
              <a:gd name="connsiteY190" fmla="*/ 321445 h 5013196"/>
              <a:gd name="connsiteX191" fmla="*/ 1638727 w 12192000"/>
              <a:gd name="connsiteY191" fmla="*/ 324828 h 5013196"/>
              <a:gd name="connsiteX192" fmla="*/ 1844438 w 12192000"/>
              <a:gd name="connsiteY192" fmla="*/ 284522 h 5013196"/>
              <a:gd name="connsiteX193" fmla="*/ 1881324 w 12192000"/>
              <a:gd name="connsiteY193" fmla="*/ 281715 h 5013196"/>
              <a:gd name="connsiteX194" fmla="*/ 1908999 w 12192000"/>
              <a:gd name="connsiteY194" fmla="*/ 282556 h 5013196"/>
              <a:gd name="connsiteX195" fmla="*/ 1974956 w 12192000"/>
              <a:gd name="connsiteY195" fmla="*/ 269176 h 5013196"/>
              <a:gd name="connsiteX196" fmla="*/ 2082409 w 12192000"/>
              <a:gd name="connsiteY196" fmla="*/ 240508 h 5013196"/>
              <a:gd name="connsiteX197" fmla="*/ 2105639 w 12192000"/>
              <a:gd name="connsiteY197" fmla="*/ 235866 h 5013196"/>
              <a:gd name="connsiteX198" fmla="*/ 2126992 w 12192000"/>
              <a:gd name="connsiteY198" fmla="*/ 237686 h 5013196"/>
              <a:gd name="connsiteX199" fmla="*/ 2133154 w 12192000"/>
              <a:gd name="connsiteY199" fmla="*/ 243170 h 5013196"/>
              <a:gd name="connsiteX200" fmla="*/ 2146154 w 12192000"/>
              <a:gd name="connsiteY200" fmla="*/ 241550 h 5013196"/>
              <a:gd name="connsiteX201" fmla="*/ 2149901 w 12192000"/>
              <a:gd name="connsiteY201" fmla="*/ 242334 h 5013196"/>
              <a:gd name="connsiteX202" fmla="*/ 2171100 w 12192000"/>
              <a:gd name="connsiteY202" fmla="*/ 245607 h 5013196"/>
              <a:gd name="connsiteX203" fmla="*/ 2209148 w 12192000"/>
              <a:gd name="connsiteY203" fmla="*/ 222443 h 5013196"/>
              <a:gd name="connsiteX204" fmla="*/ 2261889 w 12192000"/>
              <a:gd name="connsiteY204" fmla="*/ 218750 h 5013196"/>
              <a:gd name="connsiteX205" fmla="*/ 2452315 w 12192000"/>
              <a:gd name="connsiteY205" fmla="*/ 166117 h 5013196"/>
              <a:gd name="connsiteX206" fmla="*/ 2487710 w 12192000"/>
              <a:gd name="connsiteY206" fmla="*/ 182485 h 5013196"/>
              <a:gd name="connsiteX207" fmla="*/ 2567870 w 12192000"/>
              <a:gd name="connsiteY207" fmla="*/ 169640 h 5013196"/>
              <a:gd name="connsiteX208" fmla="*/ 2677053 w 12192000"/>
              <a:gd name="connsiteY208" fmla="*/ 105731 h 5013196"/>
              <a:gd name="connsiteX209" fmla="*/ 2823914 w 12192000"/>
              <a:gd name="connsiteY209" fmla="*/ 80085 h 5013196"/>
              <a:gd name="connsiteX210" fmla="*/ 2831912 w 12192000"/>
              <a:gd name="connsiteY210" fmla="*/ 68644 h 5013196"/>
              <a:gd name="connsiteX211" fmla="*/ 2843870 w 12192000"/>
              <a:gd name="connsiteY211" fmla="*/ 60725 h 5013196"/>
              <a:gd name="connsiteX212" fmla="*/ 2846217 w 12192000"/>
              <a:gd name="connsiteY212" fmla="*/ 61243 h 5013196"/>
              <a:gd name="connsiteX213" fmla="*/ 2862745 w 12192000"/>
              <a:gd name="connsiteY213" fmla="*/ 56460 h 5013196"/>
              <a:gd name="connsiteX214" fmla="*/ 2864596 w 12192000"/>
              <a:gd name="connsiteY214" fmla="*/ 52436 h 5013196"/>
              <a:gd name="connsiteX215" fmla="*/ 2875381 w 12192000"/>
              <a:gd name="connsiteY215" fmla="*/ 48221 h 5013196"/>
              <a:gd name="connsiteX216" fmla="*/ 2895139 w 12192000"/>
              <a:gd name="connsiteY216" fmla="*/ 37404 h 5013196"/>
              <a:gd name="connsiteX217" fmla="*/ 2900232 w 12192000"/>
              <a:gd name="connsiteY217" fmla="*/ 37736 h 5013196"/>
              <a:gd name="connsiteX218" fmla="*/ 2932205 w 12192000"/>
              <a:gd name="connsiteY218" fmla="*/ 25091 h 5013196"/>
              <a:gd name="connsiteX219" fmla="*/ 2933310 w 12192000"/>
              <a:gd name="connsiteY219" fmla="*/ 26034 h 5013196"/>
              <a:gd name="connsiteX220" fmla="*/ 2945218 w 12192000"/>
              <a:gd name="connsiteY220" fmla="*/ 27359 h 5013196"/>
              <a:gd name="connsiteX221" fmla="*/ 2966465 w 12192000"/>
              <a:gd name="connsiteY221" fmla="*/ 27335 h 5013196"/>
              <a:gd name="connsiteX222" fmla="*/ 3023668 w 12192000"/>
              <a:gd name="connsiteY222" fmla="*/ 41123 h 5013196"/>
              <a:gd name="connsiteX223" fmla="*/ 3057077 w 12192000"/>
              <a:gd name="connsiteY223" fmla="*/ 28063 h 5013196"/>
              <a:gd name="connsiteX224" fmla="*/ 3151915 w 12192000"/>
              <a:gd name="connsiteY224" fmla="*/ 24461 h 5013196"/>
              <a:gd name="connsiteX225" fmla="*/ 3251671 w 12192000"/>
              <a:gd name="connsiteY225" fmla="*/ 44793 h 5013196"/>
              <a:gd name="connsiteX226" fmla="*/ 3351400 w 12192000"/>
              <a:gd name="connsiteY226" fmla="*/ 45905 h 5013196"/>
              <a:gd name="connsiteX227" fmla="*/ 3387481 w 12192000"/>
              <a:gd name="connsiteY227" fmla="*/ 44661 h 5013196"/>
              <a:gd name="connsiteX228" fmla="*/ 3451923 w 12192000"/>
              <a:gd name="connsiteY228" fmla="*/ 49700 h 5013196"/>
              <a:gd name="connsiteX229" fmla="*/ 3481520 w 12192000"/>
              <a:gd name="connsiteY229" fmla="*/ 56505 h 5013196"/>
              <a:gd name="connsiteX230" fmla="*/ 3482804 w 12192000"/>
              <a:gd name="connsiteY230" fmla="*/ 56030 h 5013196"/>
              <a:gd name="connsiteX231" fmla="*/ 3485495 w 12192000"/>
              <a:gd name="connsiteY231" fmla="*/ 59139 h 5013196"/>
              <a:gd name="connsiteX232" fmla="*/ 3490972 w 12192000"/>
              <a:gd name="connsiteY232" fmla="*/ 60504 h 5013196"/>
              <a:gd name="connsiteX233" fmla="*/ 3505835 w 12192000"/>
              <a:gd name="connsiteY233" fmla="*/ 59295 h 5013196"/>
              <a:gd name="connsiteX234" fmla="*/ 3511410 w 12192000"/>
              <a:gd name="connsiteY234" fmla="*/ 58026 h 5013196"/>
              <a:gd name="connsiteX235" fmla="*/ 3519598 w 12192000"/>
              <a:gd name="connsiteY235" fmla="*/ 57901 h 5013196"/>
              <a:gd name="connsiteX236" fmla="*/ 3519807 w 12192000"/>
              <a:gd name="connsiteY236" fmla="*/ 58156 h 5013196"/>
              <a:gd name="connsiteX237" fmla="*/ 3527466 w 12192000"/>
              <a:gd name="connsiteY237" fmla="*/ 57534 h 5013196"/>
              <a:gd name="connsiteX238" fmla="*/ 3564889 w 12192000"/>
              <a:gd name="connsiteY238" fmla="*/ 51208 h 5013196"/>
              <a:gd name="connsiteX239" fmla="*/ 3614922 w 12192000"/>
              <a:gd name="connsiteY239" fmla="*/ 75022 h 5013196"/>
              <a:gd name="connsiteX240" fmla="*/ 3635506 w 12192000"/>
              <a:gd name="connsiteY240" fmla="*/ 78936 h 5013196"/>
              <a:gd name="connsiteX241" fmla="*/ 3646525 w 12192000"/>
              <a:gd name="connsiteY241" fmla="*/ 82411 h 5013196"/>
              <a:gd name="connsiteX242" fmla="*/ 3647224 w 12192000"/>
              <a:gd name="connsiteY242" fmla="*/ 83521 h 5013196"/>
              <a:gd name="connsiteX243" fmla="*/ 3683100 w 12192000"/>
              <a:gd name="connsiteY243" fmla="*/ 77327 h 5013196"/>
              <a:gd name="connsiteX244" fmla="*/ 3687901 w 12192000"/>
              <a:gd name="connsiteY244" fmla="*/ 78590 h 5013196"/>
              <a:gd name="connsiteX245" fmla="*/ 3711234 w 12192000"/>
              <a:gd name="connsiteY245" fmla="*/ 71883 h 5013196"/>
              <a:gd name="connsiteX246" fmla="*/ 3723318 w 12192000"/>
              <a:gd name="connsiteY246" fmla="*/ 69843 h 5013196"/>
              <a:gd name="connsiteX247" fmla="*/ 3726677 w 12192000"/>
              <a:gd name="connsiteY247" fmla="*/ 66330 h 5013196"/>
              <a:gd name="connsiteX248" fmla="*/ 3744535 w 12192000"/>
              <a:gd name="connsiteY248" fmla="*/ 64808 h 5013196"/>
              <a:gd name="connsiteX249" fmla="*/ 3746608 w 12192000"/>
              <a:gd name="connsiteY249" fmla="*/ 65740 h 5013196"/>
              <a:gd name="connsiteX250" fmla="*/ 3761262 w 12192000"/>
              <a:gd name="connsiteY250" fmla="*/ 60365 h 5013196"/>
              <a:gd name="connsiteX251" fmla="*/ 3773451 w 12192000"/>
              <a:gd name="connsiteY251" fmla="*/ 50884 h 5013196"/>
              <a:gd name="connsiteX252" fmla="*/ 3925626 w 12192000"/>
              <a:gd name="connsiteY252" fmla="*/ 53519 h 5013196"/>
              <a:gd name="connsiteX253" fmla="*/ 4056184 w 12192000"/>
              <a:gd name="connsiteY253" fmla="*/ 12503 h 5013196"/>
              <a:gd name="connsiteX254" fmla="*/ 4142196 w 12192000"/>
              <a:gd name="connsiteY254" fmla="*/ 33 h 5013196"/>
              <a:gd name="connsiteX0" fmla="*/ 4056184 w 12192000"/>
              <a:gd name="connsiteY0" fmla="*/ 3115 h 5003808"/>
              <a:gd name="connsiteX1" fmla="*/ 4138795 w 12192000"/>
              <a:gd name="connsiteY1" fmla="*/ 5658 h 5003808"/>
              <a:gd name="connsiteX2" fmla="*/ 4166706 w 12192000"/>
              <a:gd name="connsiteY2" fmla="*/ 27903 h 5003808"/>
              <a:gd name="connsiteX3" fmla="*/ 4371550 w 12192000"/>
              <a:gd name="connsiteY3" fmla="*/ 12746 h 5003808"/>
              <a:gd name="connsiteX4" fmla="*/ 4424056 w 12192000"/>
              <a:gd name="connsiteY4" fmla="*/ 18981 h 5003808"/>
              <a:gd name="connsiteX5" fmla="*/ 4469897 w 12192000"/>
              <a:gd name="connsiteY5" fmla="*/ 3830 h 5003808"/>
              <a:gd name="connsiteX6" fmla="*/ 4489151 w 12192000"/>
              <a:gd name="connsiteY6" fmla="*/ 10897 h 5003808"/>
              <a:gd name="connsiteX7" fmla="*/ 4492479 w 12192000"/>
              <a:gd name="connsiteY7" fmla="*/ 12342 h 5003808"/>
              <a:gd name="connsiteX8" fmla="*/ 4505693 w 12192000"/>
              <a:gd name="connsiteY8" fmla="*/ 13196 h 5003808"/>
              <a:gd name="connsiteX9" fmla="*/ 4509529 w 12192000"/>
              <a:gd name="connsiteY9" fmla="*/ 19597 h 5003808"/>
              <a:gd name="connsiteX10" fmla="*/ 4529499 w 12192000"/>
              <a:gd name="connsiteY10" fmla="*/ 25299 h 5003808"/>
              <a:gd name="connsiteX11" fmla="*/ 4553795 w 12192000"/>
              <a:gd name="connsiteY11" fmla="*/ 25153 h 5003808"/>
              <a:gd name="connsiteX12" fmla="*/ 4640118 w 12192000"/>
              <a:gd name="connsiteY12" fmla="*/ 25311 h 5003808"/>
              <a:gd name="connsiteX13" fmla="*/ 4654127 w 12192000"/>
              <a:gd name="connsiteY13" fmla="*/ 21564 h 5003808"/>
              <a:gd name="connsiteX14" fmla="*/ 4700168 w 12192000"/>
              <a:gd name="connsiteY14" fmla="*/ 26565 h 5003808"/>
              <a:gd name="connsiteX15" fmla="*/ 4741127 w 12192000"/>
              <a:gd name="connsiteY15" fmla="*/ 27139 h 5003808"/>
              <a:gd name="connsiteX16" fmla="*/ 4767598 w 12192000"/>
              <a:gd name="connsiteY16" fmla="*/ 23884 h 5003808"/>
              <a:gd name="connsiteX17" fmla="*/ 4774592 w 12192000"/>
              <a:gd name="connsiteY17" fmla="*/ 26061 h 5003808"/>
              <a:gd name="connsiteX18" fmla="*/ 4801328 w 12192000"/>
              <a:gd name="connsiteY18" fmla="*/ 27066 h 5003808"/>
              <a:gd name="connsiteX19" fmla="*/ 4814870 w 12192000"/>
              <a:gd name="connsiteY19" fmla="*/ 23409 h 5003808"/>
              <a:gd name="connsiteX20" fmla="*/ 4828440 w 12192000"/>
              <a:gd name="connsiteY20" fmla="*/ 31027 h 5003808"/>
              <a:gd name="connsiteX21" fmla="*/ 4831826 w 12192000"/>
              <a:gd name="connsiteY21" fmla="*/ 36730 h 5003808"/>
              <a:gd name="connsiteX22" fmla="*/ 4850785 w 12192000"/>
              <a:gd name="connsiteY22" fmla="*/ 33802 h 5003808"/>
              <a:gd name="connsiteX23" fmla="*/ 4866468 w 12192000"/>
              <a:gd name="connsiteY23" fmla="*/ 39151 h 5003808"/>
              <a:gd name="connsiteX24" fmla="*/ 4879983 w 12192000"/>
              <a:gd name="connsiteY24" fmla="*/ 35227 h 5003808"/>
              <a:gd name="connsiteX25" fmla="*/ 4885635 w 12192000"/>
              <a:gd name="connsiteY25" fmla="*/ 35954 h 5003808"/>
              <a:gd name="connsiteX26" fmla="*/ 4899698 w 12192000"/>
              <a:gd name="connsiteY26" fmla="*/ 38488 h 5003808"/>
              <a:gd name="connsiteX27" fmla="*/ 4923986 w 12192000"/>
              <a:gd name="connsiteY27" fmla="*/ 44244 h 5003808"/>
              <a:gd name="connsiteX28" fmla="*/ 4931544 w 12192000"/>
              <a:gd name="connsiteY28" fmla="*/ 44970 h 5003808"/>
              <a:gd name="connsiteX29" fmla="*/ 4948135 w 12192000"/>
              <a:gd name="connsiteY29" fmla="*/ 54141 h 5003808"/>
              <a:gd name="connsiteX30" fmla="*/ 4980068 w 12192000"/>
              <a:gd name="connsiteY30" fmla="*/ 61664 h 5003808"/>
              <a:gd name="connsiteX31" fmla="*/ 5036541 w 12192000"/>
              <a:gd name="connsiteY31" fmla="*/ 88905 h 5003808"/>
              <a:gd name="connsiteX32" fmla="*/ 5069678 w 12192000"/>
              <a:gd name="connsiteY32" fmla="*/ 101791 h 5003808"/>
              <a:gd name="connsiteX33" fmla="*/ 5092160 w 12192000"/>
              <a:gd name="connsiteY33" fmla="*/ 113815 h 5003808"/>
              <a:gd name="connsiteX34" fmla="*/ 5158166 w 12192000"/>
              <a:gd name="connsiteY34" fmla="*/ 130180 h 5003808"/>
              <a:gd name="connsiteX35" fmla="*/ 5271252 w 12192000"/>
              <a:gd name="connsiteY35" fmla="*/ 151350 h 5003808"/>
              <a:gd name="connsiteX36" fmla="*/ 5294438 w 12192000"/>
              <a:gd name="connsiteY36" fmla="*/ 157168 h 5003808"/>
              <a:gd name="connsiteX37" fmla="*/ 5310840 w 12192000"/>
              <a:gd name="connsiteY37" fmla="*/ 167381 h 5003808"/>
              <a:gd name="connsiteX38" fmla="*/ 5311570 w 12192000"/>
              <a:gd name="connsiteY38" fmla="*/ 174293 h 5003808"/>
              <a:gd name="connsiteX39" fmla="*/ 5323756 w 12192000"/>
              <a:gd name="connsiteY39" fmla="*/ 178330 h 5003808"/>
              <a:gd name="connsiteX40" fmla="*/ 5326259 w 12192000"/>
              <a:gd name="connsiteY40" fmla="*/ 180492 h 5003808"/>
              <a:gd name="connsiteX41" fmla="*/ 5341357 w 12192000"/>
              <a:gd name="connsiteY41" fmla="*/ 191805 h 5003808"/>
              <a:gd name="connsiteX42" fmla="*/ 5391908 w 12192000"/>
              <a:gd name="connsiteY42" fmla="*/ 188903 h 5003808"/>
              <a:gd name="connsiteX43" fmla="*/ 5439031 w 12192000"/>
              <a:gd name="connsiteY43" fmla="*/ 207587 h 5003808"/>
              <a:gd name="connsiteX44" fmla="*/ 5640913 w 12192000"/>
              <a:gd name="connsiteY44" fmla="*/ 243640 h 5003808"/>
              <a:gd name="connsiteX45" fmla="*/ 5657312 w 12192000"/>
              <a:gd name="connsiteY45" fmla="*/ 271238 h 5003808"/>
              <a:gd name="connsiteX46" fmla="*/ 5734773 w 12192000"/>
              <a:gd name="connsiteY46" fmla="*/ 293856 h 5003808"/>
              <a:gd name="connsiteX47" fmla="*/ 5877770 w 12192000"/>
              <a:gd name="connsiteY47" fmla="*/ 287577 h 5003808"/>
              <a:gd name="connsiteX48" fmla="*/ 5989615 w 12192000"/>
              <a:gd name="connsiteY48" fmla="*/ 310275 h 5003808"/>
              <a:gd name="connsiteX49" fmla="*/ 5996857 w 12192000"/>
              <a:gd name="connsiteY49" fmla="*/ 314161 h 5003808"/>
              <a:gd name="connsiteX50" fmla="*/ 6037387 w 12192000"/>
              <a:gd name="connsiteY50" fmla="*/ 303138 h 5003808"/>
              <a:gd name="connsiteX51" fmla="*/ 6113074 w 12192000"/>
              <a:gd name="connsiteY51" fmla="*/ 316457 h 5003808"/>
              <a:gd name="connsiteX52" fmla="*/ 6280929 w 12192000"/>
              <a:gd name="connsiteY52" fmla="*/ 341056 h 5003808"/>
              <a:gd name="connsiteX53" fmla="*/ 6298665 w 12192000"/>
              <a:gd name="connsiteY53" fmla="*/ 333543 h 5003808"/>
              <a:gd name="connsiteX54" fmla="*/ 6317326 w 12192000"/>
              <a:gd name="connsiteY54" fmla="*/ 330406 h 5003808"/>
              <a:gd name="connsiteX55" fmla="*/ 6319212 w 12192000"/>
              <a:gd name="connsiteY55" fmla="*/ 331616 h 5003808"/>
              <a:gd name="connsiteX56" fmla="*/ 6339724 w 12192000"/>
              <a:gd name="connsiteY56" fmla="*/ 332710 h 5003808"/>
              <a:gd name="connsiteX57" fmla="*/ 6345010 w 12192000"/>
              <a:gd name="connsiteY57" fmla="*/ 329760 h 5003808"/>
              <a:gd name="connsiteX58" fmla="*/ 6359332 w 12192000"/>
              <a:gd name="connsiteY58" fmla="*/ 329511 h 5003808"/>
              <a:gd name="connsiteX59" fmla="*/ 6388220 w 12192000"/>
              <a:gd name="connsiteY59" fmla="*/ 326326 h 5003808"/>
              <a:gd name="connsiteX60" fmla="*/ 6392994 w 12192000"/>
              <a:gd name="connsiteY60" fmla="*/ 328256 h 5003808"/>
              <a:gd name="connsiteX61" fmla="*/ 6435581 w 12192000"/>
              <a:gd name="connsiteY61" fmla="*/ 327387 h 5003808"/>
              <a:gd name="connsiteX62" fmla="*/ 6435870 w 12192000"/>
              <a:gd name="connsiteY62" fmla="*/ 328575 h 5003808"/>
              <a:gd name="connsiteX63" fmla="*/ 6446571 w 12192000"/>
              <a:gd name="connsiteY63" fmla="*/ 333569 h 5003808"/>
              <a:gd name="connsiteX64" fmla="*/ 6467701 w 12192000"/>
              <a:gd name="connsiteY64" fmla="*/ 340377 h 5003808"/>
              <a:gd name="connsiteX65" fmla="*/ 6512727 w 12192000"/>
              <a:gd name="connsiteY65" fmla="*/ 370917 h 5003808"/>
              <a:gd name="connsiteX66" fmla="*/ 6557094 w 12192000"/>
              <a:gd name="connsiteY66" fmla="*/ 370144 h 5003808"/>
              <a:gd name="connsiteX67" fmla="*/ 6565879 w 12192000"/>
              <a:gd name="connsiteY67" fmla="*/ 370642 h 5003808"/>
              <a:gd name="connsiteX68" fmla="*/ 6565997 w 12192000"/>
              <a:gd name="connsiteY68" fmla="*/ 370922 h 5003808"/>
              <a:gd name="connsiteX69" fmla="*/ 6575147 w 12192000"/>
              <a:gd name="connsiteY69" fmla="*/ 371986 h 5003808"/>
              <a:gd name="connsiteX70" fmla="*/ 6581899 w 12192000"/>
              <a:gd name="connsiteY70" fmla="*/ 371550 h 5003808"/>
              <a:gd name="connsiteX71" fmla="*/ 6598943 w 12192000"/>
              <a:gd name="connsiteY71" fmla="*/ 372518 h 5003808"/>
              <a:gd name="connsiteX72" fmla="*/ 6604421 w 12192000"/>
              <a:gd name="connsiteY72" fmla="*/ 374645 h 5003808"/>
              <a:gd name="connsiteX73" fmla="*/ 6606035 w 12192000"/>
              <a:gd name="connsiteY73" fmla="*/ 378077 h 5003808"/>
              <a:gd name="connsiteX74" fmla="*/ 6607669 w 12192000"/>
              <a:gd name="connsiteY74" fmla="*/ 377798 h 5003808"/>
              <a:gd name="connsiteX75" fmla="*/ 6637532 w 12192000"/>
              <a:gd name="connsiteY75" fmla="*/ 388737 h 5003808"/>
              <a:gd name="connsiteX76" fmla="*/ 6706880 w 12192000"/>
              <a:gd name="connsiteY76" fmla="*/ 402993 h 5003808"/>
              <a:gd name="connsiteX77" fmla="*/ 6747500 w 12192000"/>
              <a:gd name="connsiteY77" fmla="*/ 406998 h 5003808"/>
              <a:gd name="connsiteX78" fmla="*/ 6857783 w 12192000"/>
              <a:gd name="connsiteY78" fmla="*/ 422517 h 5003808"/>
              <a:gd name="connsiteX79" fmla="*/ 6967720 w 12192000"/>
              <a:gd name="connsiteY79" fmla="*/ 441551 h 5003808"/>
              <a:gd name="connsiteX80" fmla="*/ 7018394 w 12192000"/>
              <a:gd name="connsiteY80" fmla="*/ 470443 h 5003808"/>
              <a:gd name="connsiteX81" fmla="*/ 7024679 w 12192000"/>
              <a:gd name="connsiteY81" fmla="*/ 471580 h 5003808"/>
              <a:gd name="connsiteX82" fmla="*/ 7041715 w 12192000"/>
              <a:gd name="connsiteY82" fmla="*/ 469732 h 5003808"/>
              <a:gd name="connsiteX83" fmla="*/ 7048103 w 12192000"/>
              <a:gd name="connsiteY83" fmla="*/ 468222 h 5003808"/>
              <a:gd name="connsiteX84" fmla="*/ 7057490 w 12192000"/>
              <a:gd name="connsiteY84" fmla="*/ 467747 h 5003808"/>
              <a:gd name="connsiteX85" fmla="*/ 7057730 w 12192000"/>
              <a:gd name="connsiteY85" fmla="*/ 467995 h 5003808"/>
              <a:gd name="connsiteX86" fmla="*/ 7066511 w 12192000"/>
              <a:gd name="connsiteY86" fmla="*/ 467044 h 5003808"/>
              <a:gd name="connsiteX87" fmla="*/ 7109401 w 12192000"/>
              <a:gd name="connsiteY87" fmla="*/ 459098 h 5003808"/>
              <a:gd name="connsiteX88" fmla="*/ 7166830 w 12192000"/>
              <a:gd name="connsiteY88" fmla="*/ 480867 h 5003808"/>
              <a:gd name="connsiteX89" fmla="*/ 7190442 w 12192000"/>
              <a:gd name="connsiteY89" fmla="*/ 483920 h 5003808"/>
              <a:gd name="connsiteX90" fmla="*/ 7203083 w 12192000"/>
              <a:gd name="connsiteY90" fmla="*/ 486936 h 5003808"/>
              <a:gd name="connsiteX91" fmla="*/ 7203894 w 12192000"/>
              <a:gd name="connsiteY91" fmla="*/ 488020 h 5003808"/>
              <a:gd name="connsiteX92" fmla="*/ 7245004 w 12192000"/>
              <a:gd name="connsiteY92" fmla="*/ 480274 h 5003808"/>
              <a:gd name="connsiteX93" fmla="*/ 7250514 w 12192000"/>
              <a:gd name="connsiteY93" fmla="*/ 481336 h 5003808"/>
              <a:gd name="connsiteX94" fmla="*/ 7277246 w 12192000"/>
              <a:gd name="connsiteY94" fmla="*/ 473612 h 5003808"/>
              <a:gd name="connsiteX95" fmla="*/ 7291092 w 12192000"/>
              <a:gd name="connsiteY95" fmla="*/ 471047 h 5003808"/>
              <a:gd name="connsiteX96" fmla="*/ 7294933 w 12192000"/>
              <a:gd name="connsiteY96" fmla="*/ 467379 h 5003808"/>
              <a:gd name="connsiteX97" fmla="*/ 7315408 w 12192000"/>
              <a:gd name="connsiteY97" fmla="*/ 465090 h 5003808"/>
              <a:gd name="connsiteX98" fmla="*/ 7317786 w 12192000"/>
              <a:gd name="connsiteY98" fmla="*/ 465936 h 5003808"/>
              <a:gd name="connsiteX99" fmla="*/ 7334572 w 12192000"/>
              <a:gd name="connsiteY99" fmla="*/ 459918 h 5003808"/>
              <a:gd name="connsiteX100" fmla="*/ 7348520 w 12192000"/>
              <a:gd name="connsiteY100" fmla="*/ 449880 h 5003808"/>
              <a:gd name="connsiteX101" fmla="*/ 7522997 w 12192000"/>
              <a:gd name="connsiteY101" fmla="*/ 446039 h 5003808"/>
              <a:gd name="connsiteX102" fmla="*/ 7686985 w 12192000"/>
              <a:gd name="connsiteY102" fmla="*/ 423635 h 5003808"/>
              <a:gd name="connsiteX103" fmla="*/ 7854068 w 12192000"/>
              <a:gd name="connsiteY103" fmla="*/ 413604 h 5003808"/>
              <a:gd name="connsiteX104" fmla="*/ 8034165 w 12192000"/>
              <a:gd name="connsiteY104" fmla="*/ 395529 h 5003808"/>
              <a:gd name="connsiteX105" fmla="*/ 8094381 w 12192000"/>
              <a:gd name="connsiteY105" fmla="*/ 399548 h 5003808"/>
              <a:gd name="connsiteX106" fmla="*/ 8146898 w 12192000"/>
              <a:gd name="connsiteY106" fmla="*/ 382388 h 5003808"/>
              <a:gd name="connsiteX107" fmla="*/ 8168993 w 12192000"/>
              <a:gd name="connsiteY107" fmla="*/ 388660 h 5003808"/>
              <a:gd name="connsiteX108" fmla="*/ 8172809 w 12192000"/>
              <a:gd name="connsiteY108" fmla="*/ 389967 h 5003808"/>
              <a:gd name="connsiteX109" fmla="*/ 8187962 w 12192000"/>
              <a:gd name="connsiteY109" fmla="*/ 390263 h 5003808"/>
              <a:gd name="connsiteX110" fmla="*/ 8192382 w 12192000"/>
              <a:gd name="connsiteY110" fmla="*/ 396522 h 5003808"/>
              <a:gd name="connsiteX111" fmla="*/ 8375192 w 12192000"/>
              <a:gd name="connsiteY111" fmla="*/ 387709 h 5003808"/>
              <a:gd name="connsiteX112" fmla="*/ 8454377 w 12192000"/>
              <a:gd name="connsiteY112" fmla="*/ 384161 h 5003808"/>
              <a:gd name="connsiteX113" fmla="*/ 8484740 w 12192000"/>
              <a:gd name="connsiteY113" fmla="*/ 388989 h 5003808"/>
              <a:gd name="connsiteX114" fmla="*/ 8601673 w 12192000"/>
              <a:gd name="connsiteY114" fmla="*/ 400931 h 5003808"/>
              <a:gd name="connsiteX115" fmla="*/ 8701676 w 12192000"/>
              <a:gd name="connsiteY115" fmla="*/ 405181 h 5003808"/>
              <a:gd name="connsiteX116" fmla="*/ 8773288 w 12192000"/>
              <a:gd name="connsiteY116" fmla="*/ 381907 h 5003808"/>
              <a:gd name="connsiteX117" fmla="*/ 8779909 w 12192000"/>
              <a:gd name="connsiteY117" fmla="*/ 386276 h 5003808"/>
              <a:gd name="connsiteX118" fmla="*/ 8829932 w 12192000"/>
              <a:gd name="connsiteY118" fmla="*/ 383073 h 5003808"/>
              <a:gd name="connsiteX119" fmla="*/ 9003386 w 12192000"/>
              <a:gd name="connsiteY119" fmla="*/ 340072 h 5003808"/>
              <a:gd name="connsiteX120" fmla="*/ 9101185 w 12192000"/>
              <a:gd name="connsiteY120" fmla="*/ 334692 h 5003808"/>
              <a:gd name="connsiteX121" fmla="*/ 9136185 w 12192000"/>
              <a:gd name="connsiteY121" fmla="*/ 337908 h 5003808"/>
              <a:gd name="connsiteX122" fmla="*/ 9194801 w 12192000"/>
              <a:gd name="connsiteY122" fmla="*/ 342979 h 5003808"/>
              <a:gd name="connsiteX123" fmla="*/ 9239316 w 12192000"/>
              <a:gd name="connsiteY123" fmla="*/ 359388 h 5003808"/>
              <a:gd name="connsiteX124" fmla="*/ 9288052 w 12192000"/>
              <a:gd name="connsiteY124" fmla="*/ 358626 h 5003808"/>
              <a:gd name="connsiteX125" fmla="*/ 9298465 w 12192000"/>
              <a:gd name="connsiteY125" fmla="*/ 342126 h 5003808"/>
              <a:gd name="connsiteX126" fmla="*/ 9350892 w 12192000"/>
              <a:gd name="connsiteY126" fmla="*/ 346608 h 5003808"/>
              <a:gd name="connsiteX127" fmla="*/ 9430522 w 12192000"/>
              <a:gd name="connsiteY127" fmla="*/ 355198 h 5003808"/>
              <a:gd name="connsiteX128" fmla="*/ 9476215 w 12192000"/>
              <a:gd name="connsiteY128" fmla="*/ 355937 h 5003808"/>
              <a:gd name="connsiteX129" fmla="*/ 9601276 w 12192000"/>
              <a:gd name="connsiteY129" fmla="*/ 362534 h 5003808"/>
              <a:gd name="connsiteX130" fmla="*/ 9726733 w 12192000"/>
              <a:gd name="connsiteY130" fmla="*/ 372631 h 5003808"/>
              <a:gd name="connsiteX131" fmla="*/ 9802144 w 12192000"/>
              <a:gd name="connsiteY131" fmla="*/ 398309 h 5003808"/>
              <a:gd name="connsiteX132" fmla="*/ 9905153 w 12192000"/>
              <a:gd name="connsiteY132" fmla="*/ 404480 h 5003808"/>
              <a:gd name="connsiteX133" fmla="*/ 9922553 w 12192000"/>
              <a:gd name="connsiteY133" fmla="*/ 408399 h 5003808"/>
              <a:gd name="connsiteX134" fmla="*/ 10044658 w 12192000"/>
              <a:gd name="connsiteY134" fmla="*/ 421907 h 5003808"/>
              <a:gd name="connsiteX135" fmla="*/ 10184585 w 12192000"/>
              <a:gd name="connsiteY135" fmla="*/ 410968 h 5003808"/>
              <a:gd name="connsiteX136" fmla="*/ 10366435 w 12192000"/>
              <a:gd name="connsiteY136" fmla="*/ 466258 h 5003808"/>
              <a:gd name="connsiteX137" fmla="*/ 10688220 w 12192000"/>
              <a:gd name="connsiteY137" fmla="*/ 546088 h 5003808"/>
              <a:gd name="connsiteX138" fmla="*/ 11026690 w 12192000"/>
              <a:gd name="connsiteY138" fmla="*/ 554511 h 5003808"/>
              <a:gd name="connsiteX139" fmla="*/ 11113779 w 12192000"/>
              <a:gd name="connsiteY139" fmla="*/ 537698 h 5003808"/>
              <a:gd name="connsiteX140" fmla="*/ 11369556 w 12192000"/>
              <a:gd name="connsiteY140" fmla="*/ 495549 h 5003808"/>
              <a:gd name="connsiteX141" fmla="*/ 11623342 w 12192000"/>
              <a:gd name="connsiteY141" fmla="*/ 392258 h 5003808"/>
              <a:gd name="connsiteX142" fmla="*/ 11786511 w 12192000"/>
              <a:gd name="connsiteY142" fmla="*/ 362220 h 5003808"/>
              <a:gd name="connsiteX143" fmla="*/ 11862577 w 12192000"/>
              <a:gd name="connsiteY143" fmla="*/ 334379 h 5003808"/>
              <a:gd name="connsiteX144" fmla="*/ 11916612 w 12192000"/>
              <a:gd name="connsiteY144" fmla="*/ 327640 h 5003808"/>
              <a:gd name="connsiteX145" fmla="*/ 11948830 w 12192000"/>
              <a:gd name="connsiteY145" fmla="*/ 321892 h 5003808"/>
              <a:gd name="connsiteX146" fmla="*/ 12001583 w 12192000"/>
              <a:gd name="connsiteY146" fmla="*/ 283473 h 5003808"/>
              <a:gd name="connsiteX147" fmla="*/ 12174977 w 12192000"/>
              <a:gd name="connsiteY147" fmla="*/ 268482 h 5003808"/>
              <a:gd name="connsiteX148" fmla="*/ 12192000 w 12192000"/>
              <a:gd name="connsiteY148" fmla="*/ 260379 h 5003808"/>
              <a:gd name="connsiteX149" fmla="*/ 12192000 w 12192000"/>
              <a:gd name="connsiteY149" fmla="*/ 5003808 h 5003808"/>
              <a:gd name="connsiteX150" fmla="*/ 0 w 12192000"/>
              <a:gd name="connsiteY150" fmla="*/ 5003808 h 5003808"/>
              <a:gd name="connsiteX151" fmla="*/ 0 w 12192000"/>
              <a:gd name="connsiteY151" fmla="*/ 621279 h 5003808"/>
              <a:gd name="connsiteX152" fmla="*/ 11075 w 12192000"/>
              <a:gd name="connsiteY152" fmla="*/ 619008 h 5003808"/>
              <a:gd name="connsiteX153" fmla="*/ 44061 w 12192000"/>
              <a:gd name="connsiteY153" fmla="*/ 612426 h 5003808"/>
              <a:gd name="connsiteX154" fmla="*/ 136694 w 12192000"/>
              <a:gd name="connsiteY154" fmla="*/ 560245 h 5003808"/>
              <a:gd name="connsiteX155" fmla="*/ 170342 w 12192000"/>
              <a:gd name="connsiteY155" fmla="*/ 554907 h 5003808"/>
              <a:gd name="connsiteX156" fmla="*/ 168955 w 12192000"/>
              <a:gd name="connsiteY156" fmla="*/ 545994 h 5003808"/>
              <a:gd name="connsiteX157" fmla="*/ 181474 w 12192000"/>
              <a:gd name="connsiteY157" fmla="*/ 545111 h 5003808"/>
              <a:gd name="connsiteX158" fmla="*/ 209440 w 12192000"/>
              <a:gd name="connsiteY158" fmla="*/ 544391 h 5003808"/>
              <a:gd name="connsiteX159" fmla="*/ 293152 w 12192000"/>
              <a:gd name="connsiteY159" fmla="*/ 540406 h 5003808"/>
              <a:gd name="connsiteX160" fmla="*/ 315693 w 12192000"/>
              <a:gd name="connsiteY160" fmla="*/ 522860 h 5003808"/>
              <a:gd name="connsiteX161" fmla="*/ 337305 w 12192000"/>
              <a:gd name="connsiteY161" fmla="*/ 522202 h 5003808"/>
              <a:gd name="connsiteX162" fmla="*/ 462252 w 12192000"/>
              <a:gd name="connsiteY162" fmla="*/ 496981 h 5003808"/>
              <a:gd name="connsiteX163" fmla="*/ 479457 w 12192000"/>
              <a:gd name="connsiteY163" fmla="*/ 494953 h 5003808"/>
              <a:gd name="connsiteX164" fmla="*/ 488653 w 12192000"/>
              <a:gd name="connsiteY164" fmla="*/ 487087 h 5003808"/>
              <a:gd name="connsiteX165" fmla="*/ 522053 w 12192000"/>
              <a:gd name="connsiteY165" fmla="*/ 484955 h 5003808"/>
              <a:gd name="connsiteX166" fmla="*/ 523520 w 12192000"/>
              <a:gd name="connsiteY166" fmla="*/ 480543 h 5003808"/>
              <a:gd name="connsiteX167" fmla="*/ 632714 w 12192000"/>
              <a:gd name="connsiteY167" fmla="*/ 440931 h 5003808"/>
              <a:gd name="connsiteX168" fmla="*/ 651426 w 12192000"/>
              <a:gd name="connsiteY168" fmla="*/ 434374 h 5003808"/>
              <a:gd name="connsiteX169" fmla="*/ 667724 w 12192000"/>
              <a:gd name="connsiteY169" fmla="*/ 435968 h 5003808"/>
              <a:gd name="connsiteX170" fmla="*/ 757679 w 12192000"/>
              <a:gd name="connsiteY170" fmla="*/ 428975 h 5003808"/>
              <a:gd name="connsiteX171" fmla="*/ 779159 w 12192000"/>
              <a:gd name="connsiteY171" fmla="*/ 431889 h 5003808"/>
              <a:gd name="connsiteX172" fmla="*/ 788293 w 12192000"/>
              <a:gd name="connsiteY172" fmla="*/ 438693 h 5003808"/>
              <a:gd name="connsiteX173" fmla="*/ 822923 w 12192000"/>
              <a:gd name="connsiteY173" fmla="*/ 424904 h 5003808"/>
              <a:gd name="connsiteX174" fmla="*/ 876559 w 12192000"/>
              <a:gd name="connsiteY174" fmla="*/ 414918 h 5003808"/>
              <a:gd name="connsiteX175" fmla="*/ 902011 w 12192000"/>
              <a:gd name="connsiteY175" fmla="*/ 407948 h 5003808"/>
              <a:gd name="connsiteX176" fmla="*/ 922715 w 12192000"/>
              <a:gd name="connsiteY176" fmla="*/ 411529 h 5003808"/>
              <a:gd name="connsiteX177" fmla="*/ 1040139 w 12192000"/>
              <a:gd name="connsiteY177" fmla="*/ 410420 h 5003808"/>
              <a:gd name="connsiteX178" fmla="*/ 1067251 w 12192000"/>
              <a:gd name="connsiteY178" fmla="*/ 416214 h 5003808"/>
              <a:gd name="connsiteX179" fmla="*/ 1080272 w 12192000"/>
              <a:gd name="connsiteY179" fmla="*/ 428499 h 5003808"/>
              <a:gd name="connsiteX180" fmla="*/ 1090219 w 12192000"/>
              <a:gd name="connsiteY180" fmla="*/ 423856 h 5003808"/>
              <a:gd name="connsiteX181" fmla="*/ 1161226 w 12192000"/>
              <a:gd name="connsiteY181" fmla="*/ 422134 h 5003808"/>
              <a:gd name="connsiteX182" fmla="*/ 1207525 w 12192000"/>
              <a:gd name="connsiteY182" fmla="*/ 419869 h 5003808"/>
              <a:gd name="connsiteX183" fmla="*/ 1210030 w 12192000"/>
              <a:gd name="connsiteY183" fmla="*/ 402635 h 5003808"/>
              <a:gd name="connsiteX184" fmla="*/ 1251170 w 12192000"/>
              <a:gd name="connsiteY184" fmla="*/ 395772 h 5003808"/>
              <a:gd name="connsiteX185" fmla="*/ 1295331 w 12192000"/>
              <a:gd name="connsiteY185" fmla="*/ 406012 h 5003808"/>
              <a:gd name="connsiteX186" fmla="*/ 1347118 w 12192000"/>
              <a:gd name="connsiteY186" fmla="*/ 403534 h 5003808"/>
              <a:gd name="connsiteX187" fmla="*/ 1378108 w 12192000"/>
              <a:gd name="connsiteY187" fmla="*/ 402240 h 5003808"/>
              <a:gd name="connsiteX188" fmla="*/ 1459192 w 12192000"/>
              <a:gd name="connsiteY188" fmla="*/ 384749 h 5003808"/>
              <a:gd name="connsiteX189" fmla="*/ 1590120 w 12192000"/>
              <a:gd name="connsiteY189" fmla="*/ 321438 h 5003808"/>
              <a:gd name="connsiteX190" fmla="*/ 1631417 w 12192000"/>
              <a:gd name="connsiteY190" fmla="*/ 312057 h 5003808"/>
              <a:gd name="connsiteX191" fmla="*/ 1638727 w 12192000"/>
              <a:gd name="connsiteY191" fmla="*/ 315440 h 5003808"/>
              <a:gd name="connsiteX192" fmla="*/ 1844438 w 12192000"/>
              <a:gd name="connsiteY192" fmla="*/ 275134 h 5003808"/>
              <a:gd name="connsiteX193" fmla="*/ 1881324 w 12192000"/>
              <a:gd name="connsiteY193" fmla="*/ 272327 h 5003808"/>
              <a:gd name="connsiteX194" fmla="*/ 1908999 w 12192000"/>
              <a:gd name="connsiteY194" fmla="*/ 273168 h 5003808"/>
              <a:gd name="connsiteX195" fmla="*/ 1974956 w 12192000"/>
              <a:gd name="connsiteY195" fmla="*/ 259788 h 5003808"/>
              <a:gd name="connsiteX196" fmla="*/ 2082409 w 12192000"/>
              <a:gd name="connsiteY196" fmla="*/ 231120 h 5003808"/>
              <a:gd name="connsiteX197" fmla="*/ 2105639 w 12192000"/>
              <a:gd name="connsiteY197" fmla="*/ 226478 h 5003808"/>
              <a:gd name="connsiteX198" fmla="*/ 2126992 w 12192000"/>
              <a:gd name="connsiteY198" fmla="*/ 228298 h 5003808"/>
              <a:gd name="connsiteX199" fmla="*/ 2133154 w 12192000"/>
              <a:gd name="connsiteY199" fmla="*/ 233782 h 5003808"/>
              <a:gd name="connsiteX200" fmla="*/ 2146154 w 12192000"/>
              <a:gd name="connsiteY200" fmla="*/ 232162 h 5003808"/>
              <a:gd name="connsiteX201" fmla="*/ 2149901 w 12192000"/>
              <a:gd name="connsiteY201" fmla="*/ 232946 h 5003808"/>
              <a:gd name="connsiteX202" fmla="*/ 2171100 w 12192000"/>
              <a:gd name="connsiteY202" fmla="*/ 236219 h 5003808"/>
              <a:gd name="connsiteX203" fmla="*/ 2209148 w 12192000"/>
              <a:gd name="connsiteY203" fmla="*/ 213055 h 5003808"/>
              <a:gd name="connsiteX204" fmla="*/ 2261889 w 12192000"/>
              <a:gd name="connsiteY204" fmla="*/ 209362 h 5003808"/>
              <a:gd name="connsiteX205" fmla="*/ 2452315 w 12192000"/>
              <a:gd name="connsiteY205" fmla="*/ 156729 h 5003808"/>
              <a:gd name="connsiteX206" fmla="*/ 2487710 w 12192000"/>
              <a:gd name="connsiteY206" fmla="*/ 173097 h 5003808"/>
              <a:gd name="connsiteX207" fmla="*/ 2567870 w 12192000"/>
              <a:gd name="connsiteY207" fmla="*/ 160252 h 5003808"/>
              <a:gd name="connsiteX208" fmla="*/ 2677053 w 12192000"/>
              <a:gd name="connsiteY208" fmla="*/ 96343 h 5003808"/>
              <a:gd name="connsiteX209" fmla="*/ 2823914 w 12192000"/>
              <a:gd name="connsiteY209" fmla="*/ 70697 h 5003808"/>
              <a:gd name="connsiteX210" fmla="*/ 2831912 w 12192000"/>
              <a:gd name="connsiteY210" fmla="*/ 59256 h 5003808"/>
              <a:gd name="connsiteX211" fmla="*/ 2843870 w 12192000"/>
              <a:gd name="connsiteY211" fmla="*/ 51337 h 5003808"/>
              <a:gd name="connsiteX212" fmla="*/ 2846217 w 12192000"/>
              <a:gd name="connsiteY212" fmla="*/ 51855 h 5003808"/>
              <a:gd name="connsiteX213" fmla="*/ 2862745 w 12192000"/>
              <a:gd name="connsiteY213" fmla="*/ 47072 h 5003808"/>
              <a:gd name="connsiteX214" fmla="*/ 2864596 w 12192000"/>
              <a:gd name="connsiteY214" fmla="*/ 43048 h 5003808"/>
              <a:gd name="connsiteX215" fmla="*/ 2875381 w 12192000"/>
              <a:gd name="connsiteY215" fmla="*/ 38833 h 5003808"/>
              <a:gd name="connsiteX216" fmla="*/ 2895139 w 12192000"/>
              <a:gd name="connsiteY216" fmla="*/ 28016 h 5003808"/>
              <a:gd name="connsiteX217" fmla="*/ 2900232 w 12192000"/>
              <a:gd name="connsiteY217" fmla="*/ 28348 h 5003808"/>
              <a:gd name="connsiteX218" fmla="*/ 2932205 w 12192000"/>
              <a:gd name="connsiteY218" fmla="*/ 15703 h 5003808"/>
              <a:gd name="connsiteX219" fmla="*/ 2933310 w 12192000"/>
              <a:gd name="connsiteY219" fmla="*/ 16646 h 5003808"/>
              <a:gd name="connsiteX220" fmla="*/ 2945218 w 12192000"/>
              <a:gd name="connsiteY220" fmla="*/ 17971 h 5003808"/>
              <a:gd name="connsiteX221" fmla="*/ 2966465 w 12192000"/>
              <a:gd name="connsiteY221" fmla="*/ 17947 h 5003808"/>
              <a:gd name="connsiteX222" fmla="*/ 3023668 w 12192000"/>
              <a:gd name="connsiteY222" fmla="*/ 31735 h 5003808"/>
              <a:gd name="connsiteX223" fmla="*/ 3057077 w 12192000"/>
              <a:gd name="connsiteY223" fmla="*/ 18675 h 5003808"/>
              <a:gd name="connsiteX224" fmla="*/ 3151915 w 12192000"/>
              <a:gd name="connsiteY224" fmla="*/ 15073 h 5003808"/>
              <a:gd name="connsiteX225" fmla="*/ 3251671 w 12192000"/>
              <a:gd name="connsiteY225" fmla="*/ 35405 h 5003808"/>
              <a:gd name="connsiteX226" fmla="*/ 3351400 w 12192000"/>
              <a:gd name="connsiteY226" fmla="*/ 36517 h 5003808"/>
              <a:gd name="connsiteX227" fmla="*/ 3387481 w 12192000"/>
              <a:gd name="connsiteY227" fmla="*/ 35273 h 5003808"/>
              <a:gd name="connsiteX228" fmla="*/ 3451923 w 12192000"/>
              <a:gd name="connsiteY228" fmla="*/ 40312 h 5003808"/>
              <a:gd name="connsiteX229" fmla="*/ 3481520 w 12192000"/>
              <a:gd name="connsiteY229" fmla="*/ 47117 h 5003808"/>
              <a:gd name="connsiteX230" fmla="*/ 3482804 w 12192000"/>
              <a:gd name="connsiteY230" fmla="*/ 46642 h 5003808"/>
              <a:gd name="connsiteX231" fmla="*/ 3485495 w 12192000"/>
              <a:gd name="connsiteY231" fmla="*/ 49751 h 5003808"/>
              <a:gd name="connsiteX232" fmla="*/ 3490972 w 12192000"/>
              <a:gd name="connsiteY232" fmla="*/ 51116 h 5003808"/>
              <a:gd name="connsiteX233" fmla="*/ 3505835 w 12192000"/>
              <a:gd name="connsiteY233" fmla="*/ 49907 h 5003808"/>
              <a:gd name="connsiteX234" fmla="*/ 3511410 w 12192000"/>
              <a:gd name="connsiteY234" fmla="*/ 48638 h 5003808"/>
              <a:gd name="connsiteX235" fmla="*/ 3519598 w 12192000"/>
              <a:gd name="connsiteY235" fmla="*/ 48513 h 5003808"/>
              <a:gd name="connsiteX236" fmla="*/ 3519807 w 12192000"/>
              <a:gd name="connsiteY236" fmla="*/ 48768 h 5003808"/>
              <a:gd name="connsiteX237" fmla="*/ 3527466 w 12192000"/>
              <a:gd name="connsiteY237" fmla="*/ 48146 h 5003808"/>
              <a:gd name="connsiteX238" fmla="*/ 3564889 w 12192000"/>
              <a:gd name="connsiteY238" fmla="*/ 41820 h 5003808"/>
              <a:gd name="connsiteX239" fmla="*/ 3614922 w 12192000"/>
              <a:gd name="connsiteY239" fmla="*/ 65634 h 5003808"/>
              <a:gd name="connsiteX240" fmla="*/ 3635506 w 12192000"/>
              <a:gd name="connsiteY240" fmla="*/ 69548 h 5003808"/>
              <a:gd name="connsiteX241" fmla="*/ 3646525 w 12192000"/>
              <a:gd name="connsiteY241" fmla="*/ 73023 h 5003808"/>
              <a:gd name="connsiteX242" fmla="*/ 3647224 w 12192000"/>
              <a:gd name="connsiteY242" fmla="*/ 74133 h 5003808"/>
              <a:gd name="connsiteX243" fmla="*/ 3683100 w 12192000"/>
              <a:gd name="connsiteY243" fmla="*/ 67939 h 5003808"/>
              <a:gd name="connsiteX244" fmla="*/ 3687901 w 12192000"/>
              <a:gd name="connsiteY244" fmla="*/ 69202 h 5003808"/>
              <a:gd name="connsiteX245" fmla="*/ 3711234 w 12192000"/>
              <a:gd name="connsiteY245" fmla="*/ 62495 h 5003808"/>
              <a:gd name="connsiteX246" fmla="*/ 3723318 w 12192000"/>
              <a:gd name="connsiteY246" fmla="*/ 60455 h 5003808"/>
              <a:gd name="connsiteX247" fmla="*/ 3726677 w 12192000"/>
              <a:gd name="connsiteY247" fmla="*/ 56942 h 5003808"/>
              <a:gd name="connsiteX248" fmla="*/ 3744535 w 12192000"/>
              <a:gd name="connsiteY248" fmla="*/ 55420 h 5003808"/>
              <a:gd name="connsiteX249" fmla="*/ 3746608 w 12192000"/>
              <a:gd name="connsiteY249" fmla="*/ 56352 h 5003808"/>
              <a:gd name="connsiteX250" fmla="*/ 3761262 w 12192000"/>
              <a:gd name="connsiteY250" fmla="*/ 50977 h 5003808"/>
              <a:gd name="connsiteX251" fmla="*/ 3773451 w 12192000"/>
              <a:gd name="connsiteY251" fmla="*/ 41496 h 5003808"/>
              <a:gd name="connsiteX252" fmla="*/ 3925626 w 12192000"/>
              <a:gd name="connsiteY252" fmla="*/ 44131 h 5003808"/>
              <a:gd name="connsiteX253" fmla="*/ 4056184 w 12192000"/>
              <a:gd name="connsiteY253" fmla="*/ 3115 h 5003808"/>
              <a:gd name="connsiteX0" fmla="*/ 4056184 w 12192000"/>
              <a:gd name="connsiteY0" fmla="*/ 3115 h 5003808"/>
              <a:gd name="connsiteX1" fmla="*/ 4138795 w 12192000"/>
              <a:gd name="connsiteY1" fmla="*/ 5658 h 5003808"/>
              <a:gd name="connsiteX2" fmla="*/ 4166706 w 12192000"/>
              <a:gd name="connsiteY2" fmla="*/ 27903 h 5003808"/>
              <a:gd name="connsiteX3" fmla="*/ 4371550 w 12192000"/>
              <a:gd name="connsiteY3" fmla="*/ 12746 h 5003808"/>
              <a:gd name="connsiteX4" fmla="*/ 4424056 w 12192000"/>
              <a:gd name="connsiteY4" fmla="*/ 18981 h 5003808"/>
              <a:gd name="connsiteX5" fmla="*/ 4469897 w 12192000"/>
              <a:gd name="connsiteY5" fmla="*/ 3830 h 5003808"/>
              <a:gd name="connsiteX6" fmla="*/ 4489151 w 12192000"/>
              <a:gd name="connsiteY6" fmla="*/ 10897 h 5003808"/>
              <a:gd name="connsiteX7" fmla="*/ 4492479 w 12192000"/>
              <a:gd name="connsiteY7" fmla="*/ 12342 h 5003808"/>
              <a:gd name="connsiteX8" fmla="*/ 4505693 w 12192000"/>
              <a:gd name="connsiteY8" fmla="*/ 13196 h 5003808"/>
              <a:gd name="connsiteX9" fmla="*/ 4509529 w 12192000"/>
              <a:gd name="connsiteY9" fmla="*/ 19597 h 5003808"/>
              <a:gd name="connsiteX10" fmla="*/ 4529499 w 12192000"/>
              <a:gd name="connsiteY10" fmla="*/ 25299 h 5003808"/>
              <a:gd name="connsiteX11" fmla="*/ 4553795 w 12192000"/>
              <a:gd name="connsiteY11" fmla="*/ 25153 h 5003808"/>
              <a:gd name="connsiteX12" fmla="*/ 4640118 w 12192000"/>
              <a:gd name="connsiteY12" fmla="*/ 25311 h 5003808"/>
              <a:gd name="connsiteX13" fmla="*/ 4654127 w 12192000"/>
              <a:gd name="connsiteY13" fmla="*/ 21564 h 5003808"/>
              <a:gd name="connsiteX14" fmla="*/ 4700168 w 12192000"/>
              <a:gd name="connsiteY14" fmla="*/ 26565 h 5003808"/>
              <a:gd name="connsiteX15" fmla="*/ 4741127 w 12192000"/>
              <a:gd name="connsiteY15" fmla="*/ 27139 h 5003808"/>
              <a:gd name="connsiteX16" fmla="*/ 4767598 w 12192000"/>
              <a:gd name="connsiteY16" fmla="*/ 23884 h 5003808"/>
              <a:gd name="connsiteX17" fmla="*/ 4774592 w 12192000"/>
              <a:gd name="connsiteY17" fmla="*/ 26061 h 5003808"/>
              <a:gd name="connsiteX18" fmla="*/ 4801328 w 12192000"/>
              <a:gd name="connsiteY18" fmla="*/ 27066 h 5003808"/>
              <a:gd name="connsiteX19" fmla="*/ 4814870 w 12192000"/>
              <a:gd name="connsiteY19" fmla="*/ 23409 h 5003808"/>
              <a:gd name="connsiteX20" fmla="*/ 4828440 w 12192000"/>
              <a:gd name="connsiteY20" fmla="*/ 31027 h 5003808"/>
              <a:gd name="connsiteX21" fmla="*/ 4831826 w 12192000"/>
              <a:gd name="connsiteY21" fmla="*/ 36730 h 5003808"/>
              <a:gd name="connsiteX22" fmla="*/ 4850785 w 12192000"/>
              <a:gd name="connsiteY22" fmla="*/ 33802 h 5003808"/>
              <a:gd name="connsiteX23" fmla="*/ 4866468 w 12192000"/>
              <a:gd name="connsiteY23" fmla="*/ 39151 h 5003808"/>
              <a:gd name="connsiteX24" fmla="*/ 4879983 w 12192000"/>
              <a:gd name="connsiteY24" fmla="*/ 35227 h 5003808"/>
              <a:gd name="connsiteX25" fmla="*/ 4885635 w 12192000"/>
              <a:gd name="connsiteY25" fmla="*/ 35954 h 5003808"/>
              <a:gd name="connsiteX26" fmla="*/ 4899698 w 12192000"/>
              <a:gd name="connsiteY26" fmla="*/ 38488 h 5003808"/>
              <a:gd name="connsiteX27" fmla="*/ 4923986 w 12192000"/>
              <a:gd name="connsiteY27" fmla="*/ 44244 h 5003808"/>
              <a:gd name="connsiteX28" fmla="*/ 4931544 w 12192000"/>
              <a:gd name="connsiteY28" fmla="*/ 44970 h 5003808"/>
              <a:gd name="connsiteX29" fmla="*/ 4948135 w 12192000"/>
              <a:gd name="connsiteY29" fmla="*/ 54141 h 5003808"/>
              <a:gd name="connsiteX30" fmla="*/ 4980068 w 12192000"/>
              <a:gd name="connsiteY30" fmla="*/ 61664 h 5003808"/>
              <a:gd name="connsiteX31" fmla="*/ 5036541 w 12192000"/>
              <a:gd name="connsiteY31" fmla="*/ 88905 h 5003808"/>
              <a:gd name="connsiteX32" fmla="*/ 5069678 w 12192000"/>
              <a:gd name="connsiteY32" fmla="*/ 101791 h 5003808"/>
              <a:gd name="connsiteX33" fmla="*/ 5092160 w 12192000"/>
              <a:gd name="connsiteY33" fmla="*/ 113815 h 5003808"/>
              <a:gd name="connsiteX34" fmla="*/ 5158166 w 12192000"/>
              <a:gd name="connsiteY34" fmla="*/ 130180 h 5003808"/>
              <a:gd name="connsiteX35" fmla="*/ 5271252 w 12192000"/>
              <a:gd name="connsiteY35" fmla="*/ 151350 h 5003808"/>
              <a:gd name="connsiteX36" fmla="*/ 5294438 w 12192000"/>
              <a:gd name="connsiteY36" fmla="*/ 157168 h 5003808"/>
              <a:gd name="connsiteX37" fmla="*/ 5310840 w 12192000"/>
              <a:gd name="connsiteY37" fmla="*/ 167381 h 5003808"/>
              <a:gd name="connsiteX38" fmla="*/ 5311570 w 12192000"/>
              <a:gd name="connsiteY38" fmla="*/ 174293 h 5003808"/>
              <a:gd name="connsiteX39" fmla="*/ 5323756 w 12192000"/>
              <a:gd name="connsiteY39" fmla="*/ 178330 h 5003808"/>
              <a:gd name="connsiteX40" fmla="*/ 5326259 w 12192000"/>
              <a:gd name="connsiteY40" fmla="*/ 180492 h 5003808"/>
              <a:gd name="connsiteX41" fmla="*/ 5341357 w 12192000"/>
              <a:gd name="connsiteY41" fmla="*/ 191805 h 5003808"/>
              <a:gd name="connsiteX42" fmla="*/ 5391908 w 12192000"/>
              <a:gd name="connsiteY42" fmla="*/ 188903 h 5003808"/>
              <a:gd name="connsiteX43" fmla="*/ 5439031 w 12192000"/>
              <a:gd name="connsiteY43" fmla="*/ 207587 h 5003808"/>
              <a:gd name="connsiteX44" fmla="*/ 5640913 w 12192000"/>
              <a:gd name="connsiteY44" fmla="*/ 243640 h 5003808"/>
              <a:gd name="connsiteX45" fmla="*/ 5657312 w 12192000"/>
              <a:gd name="connsiteY45" fmla="*/ 271238 h 5003808"/>
              <a:gd name="connsiteX46" fmla="*/ 5877770 w 12192000"/>
              <a:gd name="connsiteY46" fmla="*/ 287577 h 5003808"/>
              <a:gd name="connsiteX47" fmla="*/ 5989615 w 12192000"/>
              <a:gd name="connsiteY47" fmla="*/ 310275 h 5003808"/>
              <a:gd name="connsiteX48" fmla="*/ 5996857 w 12192000"/>
              <a:gd name="connsiteY48" fmla="*/ 314161 h 5003808"/>
              <a:gd name="connsiteX49" fmla="*/ 6037387 w 12192000"/>
              <a:gd name="connsiteY49" fmla="*/ 303138 h 5003808"/>
              <a:gd name="connsiteX50" fmla="*/ 6113074 w 12192000"/>
              <a:gd name="connsiteY50" fmla="*/ 316457 h 5003808"/>
              <a:gd name="connsiteX51" fmla="*/ 6280929 w 12192000"/>
              <a:gd name="connsiteY51" fmla="*/ 341056 h 5003808"/>
              <a:gd name="connsiteX52" fmla="*/ 6298665 w 12192000"/>
              <a:gd name="connsiteY52" fmla="*/ 333543 h 5003808"/>
              <a:gd name="connsiteX53" fmla="*/ 6317326 w 12192000"/>
              <a:gd name="connsiteY53" fmla="*/ 330406 h 5003808"/>
              <a:gd name="connsiteX54" fmla="*/ 6319212 w 12192000"/>
              <a:gd name="connsiteY54" fmla="*/ 331616 h 5003808"/>
              <a:gd name="connsiteX55" fmla="*/ 6339724 w 12192000"/>
              <a:gd name="connsiteY55" fmla="*/ 332710 h 5003808"/>
              <a:gd name="connsiteX56" fmla="*/ 6345010 w 12192000"/>
              <a:gd name="connsiteY56" fmla="*/ 329760 h 5003808"/>
              <a:gd name="connsiteX57" fmla="*/ 6359332 w 12192000"/>
              <a:gd name="connsiteY57" fmla="*/ 329511 h 5003808"/>
              <a:gd name="connsiteX58" fmla="*/ 6388220 w 12192000"/>
              <a:gd name="connsiteY58" fmla="*/ 326326 h 5003808"/>
              <a:gd name="connsiteX59" fmla="*/ 6392994 w 12192000"/>
              <a:gd name="connsiteY59" fmla="*/ 328256 h 5003808"/>
              <a:gd name="connsiteX60" fmla="*/ 6435581 w 12192000"/>
              <a:gd name="connsiteY60" fmla="*/ 327387 h 5003808"/>
              <a:gd name="connsiteX61" fmla="*/ 6435870 w 12192000"/>
              <a:gd name="connsiteY61" fmla="*/ 328575 h 5003808"/>
              <a:gd name="connsiteX62" fmla="*/ 6446571 w 12192000"/>
              <a:gd name="connsiteY62" fmla="*/ 333569 h 5003808"/>
              <a:gd name="connsiteX63" fmla="*/ 6467701 w 12192000"/>
              <a:gd name="connsiteY63" fmla="*/ 340377 h 5003808"/>
              <a:gd name="connsiteX64" fmla="*/ 6512727 w 12192000"/>
              <a:gd name="connsiteY64" fmla="*/ 370917 h 5003808"/>
              <a:gd name="connsiteX65" fmla="*/ 6557094 w 12192000"/>
              <a:gd name="connsiteY65" fmla="*/ 370144 h 5003808"/>
              <a:gd name="connsiteX66" fmla="*/ 6565879 w 12192000"/>
              <a:gd name="connsiteY66" fmla="*/ 370642 h 5003808"/>
              <a:gd name="connsiteX67" fmla="*/ 6565997 w 12192000"/>
              <a:gd name="connsiteY67" fmla="*/ 370922 h 5003808"/>
              <a:gd name="connsiteX68" fmla="*/ 6575147 w 12192000"/>
              <a:gd name="connsiteY68" fmla="*/ 371986 h 5003808"/>
              <a:gd name="connsiteX69" fmla="*/ 6581899 w 12192000"/>
              <a:gd name="connsiteY69" fmla="*/ 371550 h 5003808"/>
              <a:gd name="connsiteX70" fmla="*/ 6598943 w 12192000"/>
              <a:gd name="connsiteY70" fmla="*/ 372518 h 5003808"/>
              <a:gd name="connsiteX71" fmla="*/ 6604421 w 12192000"/>
              <a:gd name="connsiteY71" fmla="*/ 374645 h 5003808"/>
              <a:gd name="connsiteX72" fmla="*/ 6606035 w 12192000"/>
              <a:gd name="connsiteY72" fmla="*/ 378077 h 5003808"/>
              <a:gd name="connsiteX73" fmla="*/ 6607669 w 12192000"/>
              <a:gd name="connsiteY73" fmla="*/ 377798 h 5003808"/>
              <a:gd name="connsiteX74" fmla="*/ 6637532 w 12192000"/>
              <a:gd name="connsiteY74" fmla="*/ 388737 h 5003808"/>
              <a:gd name="connsiteX75" fmla="*/ 6706880 w 12192000"/>
              <a:gd name="connsiteY75" fmla="*/ 402993 h 5003808"/>
              <a:gd name="connsiteX76" fmla="*/ 6747500 w 12192000"/>
              <a:gd name="connsiteY76" fmla="*/ 406998 h 5003808"/>
              <a:gd name="connsiteX77" fmla="*/ 6857783 w 12192000"/>
              <a:gd name="connsiteY77" fmla="*/ 422517 h 5003808"/>
              <a:gd name="connsiteX78" fmla="*/ 6967720 w 12192000"/>
              <a:gd name="connsiteY78" fmla="*/ 441551 h 5003808"/>
              <a:gd name="connsiteX79" fmla="*/ 7018394 w 12192000"/>
              <a:gd name="connsiteY79" fmla="*/ 470443 h 5003808"/>
              <a:gd name="connsiteX80" fmla="*/ 7024679 w 12192000"/>
              <a:gd name="connsiteY80" fmla="*/ 471580 h 5003808"/>
              <a:gd name="connsiteX81" fmla="*/ 7041715 w 12192000"/>
              <a:gd name="connsiteY81" fmla="*/ 469732 h 5003808"/>
              <a:gd name="connsiteX82" fmla="*/ 7048103 w 12192000"/>
              <a:gd name="connsiteY82" fmla="*/ 468222 h 5003808"/>
              <a:gd name="connsiteX83" fmla="*/ 7057490 w 12192000"/>
              <a:gd name="connsiteY83" fmla="*/ 467747 h 5003808"/>
              <a:gd name="connsiteX84" fmla="*/ 7057730 w 12192000"/>
              <a:gd name="connsiteY84" fmla="*/ 467995 h 5003808"/>
              <a:gd name="connsiteX85" fmla="*/ 7066511 w 12192000"/>
              <a:gd name="connsiteY85" fmla="*/ 467044 h 5003808"/>
              <a:gd name="connsiteX86" fmla="*/ 7109401 w 12192000"/>
              <a:gd name="connsiteY86" fmla="*/ 459098 h 5003808"/>
              <a:gd name="connsiteX87" fmla="*/ 7166830 w 12192000"/>
              <a:gd name="connsiteY87" fmla="*/ 480867 h 5003808"/>
              <a:gd name="connsiteX88" fmla="*/ 7190442 w 12192000"/>
              <a:gd name="connsiteY88" fmla="*/ 483920 h 5003808"/>
              <a:gd name="connsiteX89" fmla="*/ 7203083 w 12192000"/>
              <a:gd name="connsiteY89" fmla="*/ 486936 h 5003808"/>
              <a:gd name="connsiteX90" fmla="*/ 7203894 w 12192000"/>
              <a:gd name="connsiteY90" fmla="*/ 488020 h 5003808"/>
              <a:gd name="connsiteX91" fmla="*/ 7245004 w 12192000"/>
              <a:gd name="connsiteY91" fmla="*/ 480274 h 5003808"/>
              <a:gd name="connsiteX92" fmla="*/ 7250514 w 12192000"/>
              <a:gd name="connsiteY92" fmla="*/ 481336 h 5003808"/>
              <a:gd name="connsiteX93" fmla="*/ 7277246 w 12192000"/>
              <a:gd name="connsiteY93" fmla="*/ 473612 h 5003808"/>
              <a:gd name="connsiteX94" fmla="*/ 7291092 w 12192000"/>
              <a:gd name="connsiteY94" fmla="*/ 471047 h 5003808"/>
              <a:gd name="connsiteX95" fmla="*/ 7294933 w 12192000"/>
              <a:gd name="connsiteY95" fmla="*/ 467379 h 5003808"/>
              <a:gd name="connsiteX96" fmla="*/ 7315408 w 12192000"/>
              <a:gd name="connsiteY96" fmla="*/ 465090 h 5003808"/>
              <a:gd name="connsiteX97" fmla="*/ 7317786 w 12192000"/>
              <a:gd name="connsiteY97" fmla="*/ 465936 h 5003808"/>
              <a:gd name="connsiteX98" fmla="*/ 7334572 w 12192000"/>
              <a:gd name="connsiteY98" fmla="*/ 459918 h 5003808"/>
              <a:gd name="connsiteX99" fmla="*/ 7348520 w 12192000"/>
              <a:gd name="connsiteY99" fmla="*/ 449880 h 5003808"/>
              <a:gd name="connsiteX100" fmla="*/ 7522997 w 12192000"/>
              <a:gd name="connsiteY100" fmla="*/ 446039 h 5003808"/>
              <a:gd name="connsiteX101" fmla="*/ 7686985 w 12192000"/>
              <a:gd name="connsiteY101" fmla="*/ 423635 h 5003808"/>
              <a:gd name="connsiteX102" fmla="*/ 7854068 w 12192000"/>
              <a:gd name="connsiteY102" fmla="*/ 413604 h 5003808"/>
              <a:gd name="connsiteX103" fmla="*/ 8034165 w 12192000"/>
              <a:gd name="connsiteY103" fmla="*/ 395529 h 5003808"/>
              <a:gd name="connsiteX104" fmla="*/ 8094381 w 12192000"/>
              <a:gd name="connsiteY104" fmla="*/ 399548 h 5003808"/>
              <a:gd name="connsiteX105" fmla="*/ 8146898 w 12192000"/>
              <a:gd name="connsiteY105" fmla="*/ 382388 h 5003808"/>
              <a:gd name="connsiteX106" fmla="*/ 8168993 w 12192000"/>
              <a:gd name="connsiteY106" fmla="*/ 388660 h 5003808"/>
              <a:gd name="connsiteX107" fmla="*/ 8172809 w 12192000"/>
              <a:gd name="connsiteY107" fmla="*/ 389967 h 5003808"/>
              <a:gd name="connsiteX108" fmla="*/ 8187962 w 12192000"/>
              <a:gd name="connsiteY108" fmla="*/ 390263 h 5003808"/>
              <a:gd name="connsiteX109" fmla="*/ 8192382 w 12192000"/>
              <a:gd name="connsiteY109" fmla="*/ 396522 h 5003808"/>
              <a:gd name="connsiteX110" fmla="*/ 8375192 w 12192000"/>
              <a:gd name="connsiteY110" fmla="*/ 387709 h 5003808"/>
              <a:gd name="connsiteX111" fmla="*/ 8454377 w 12192000"/>
              <a:gd name="connsiteY111" fmla="*/ 384161 h 5003808"/>
              <a:gd name="connsiteX112" fmla="*/ 8484740 w 12192000"/>
              <a:gd name="connsiteY112" fmla="*/ 388989 h 5003808"/>
              <a:gd name="connsiteX113" fmla="*/ 8601673 w 12192000"/>
              <a:gd name="connsiteY113" fmla="*/ 400931 h 5003808"/>
              <a:gd name="connsiteX114" fmla="*/ 8701676 w 12192000"/>
              <a:gd name="connsiteY114" fmla="*/ 405181 h 5003808"/>
              <a:gd name="connsiteX115" fmla="*/ 8773288 w 12192000"/>
              <a:gd name="connsiteY115" fmla="*/ 381907 h 5003808"/>
              <a:gd name="connsiteX116" fmla="*/ 8779909 w 12192000"/>
              <a:gd name="connsiteY116" fmla="*/ 386276 h 5003808"/>
              <a:gd name="connsiteX117" fmla="*/ 8829932 w 12192000"/>
              <a:gd name="connsiteY117" fmla="*/ 383073 h 5003808"/>
              <a:gd name="connsiteX118" fmla="*/ 9003386 w 12192000"/>
              <a:gd name="connsiteY118" fmla="*/ 340072 h 5003808"/>
              <a:gd name="connsiteX119" fmla="*/ 9101185 w 12192000"/>
              <a:gd name="connsiteY119" fmla="*/ 334692 h 5003808"/>
              <a:gd name="connsiteX120" fmla="*/ 9136185 w 12192000"/>
              <a:gd name="connsiteY120" fmla="*/ 337908 h 5003808"/>
              <a:gd name="connsiteX121" fmla="*/ 9194801 w 12192000"/>
              <a:gd name="connsiteY121" fmla="*/ 342979 h 5003808"/>
              <a:gd name="connsiteX122" fmla="*/ 9239316 w 12192000"/>
              <a:gd name="connsiteY122" fmla="*/ 359388 h 5003808"/>
              <a:gd name="connsiteX123" fmla="*/ 9288052 w 12192000"/>
              <a:gd name="connsiteY123" fmla="*/ 358626 h 5003808"/>
              <a:gd name="connsiteX124" fmla="*/ 9298465 w 12192000"/>
              <a:gd name="connsiteY124" fmla="*/ 342126 h 5003808"/>
              <a:gd name="connsiteX125" fmla="*/ 9350892 w 12192000"/>
              <a:gd name="connsiteY125" fmla="*/ 346608 h 5003808"/>
              <a:gd name="connsiteX126" fmla="*/ 9430522 w 12192000"/>
              <a:gd name="connsiteY126" fmla="*/ 355198 h 5003808"/>
              <a:gd name="connsiteX127" fmla="*/ 9476215 w 12192000"/>
              <a:gd name="connsiteY127" fmla="*/ 355937 h 5003808"/>
              <a:gd name="connsiteX128" fmla="*/ 9601276 w 12192000"/>
              <a:gd name="connsiteY128" fmla="*/ 362534 h 5003808"/>
              <a:gd name="connsiteX129" fmla="*/ 9726733 w 12192000"/>
              <a:gd name="connsiteY129" fmla="*/ 372631 h 5003808"/>
              <a:gd name="connsiteX130" fmla="*/ 9802144 w 12192000"/>
              <a:gd name="connsiteY130" fmla="*/ 398309 h 5003808"/>
              <a:gd name="connsiteX131" fmla="*/ 9905153 w 12192000"/>
              <a:gd name="connsiteY131" fmla="*/ 404480 h 5003808"/>
              <a:gd name="connsiteX132" fmla="*/ 9922553 w 12192000"/>
              <a:gd name="connsiteY132" fmla="*/ 408399 h 5003808"/>
              <a:gd name="connsiteX133" fmla="*/ 10044658 w 12192000"/>
              <a:gd name="connsiteY133" fmla="*/ 421907 h 5003808"/>
              <a:gd name="connsiteX134" fmla="*/ 10184585 w 12192000"/>
              <a:gd name="connsiteY134" fmla="*/ 410968 h 5003808"/>
              <a:gd name="connsiteX135" fmla="*/ 10366435 w 12192000"/>
              <a:gd name="connsiteY135" fmla="*/ 466258 h 5003808"/>
              <a:gd name="connsiteX136" fmla="*/ 10688220 w 12192000"/>
              <a:gd name="connsiteY136" fmla="*/ 546088 h 5003808"/>
              <a:gd name="connsiteX137" fmla="*/ 11026690 w 12192000"/>
              <a:gd name="connsiteY137" fmla="*/ 554511 h 5003808"/>
              <a:gd name="connsiteX138" fmla="*/ 11113779 w 12192000"/>
              <a:gd name="connsiteY138" fmla="*/ 537698 h 5003808"/>
              <a:gd name="connsiteX139" fmla="*/ 11369556 w 12192000"/>
              <a:gd name="connsiteY139" fmla="*/ 495549 h 5003808"/>
              <a:gd name="connsiteX140" fmla="*/ 11623342 w 12192000"/>
              <a:gd name="connsiteY140" fmla="*/ 392258 h 5003808"/>
              <a:gd name="connsiteX141" fmla="*/ 11786511 w 12192000"/>
              <a:gd name="connsiteY141" fmla="*/ 362220 h 5003808"/>
              <a:gd name="connsiteX142" fmla="*/ 11862577 w 12192000"/>
              <a:gd name="connsiteY142" fmla="*/ 334379 h 5003808"/>
              <a:gd name="connsiteX143" fmla="*/ 11916612 w 12192000"/>
              <a:gd name="connsiteY143" fmla="*/ 327640 h 5003808"/>
              <a:gd name="connsiteX144" fmla="*/ 11948830 w 12192000"/>
              <a:gd name="connsiteY144" fmla="*/ 321892 h 5003808"/>
              <a:gd name="connsiteX145" fmla="*/ 12001583 w 12192000"/>
              <a:gd name="connsiteY145" fmla="*/ 283473 h 5003808"/>
              <a:gd name="connsiteX146" fmla="*/ 12174977 w 12192000"/>
              <a:gd name="connsiteY146" fmla="*/ 268482 h 5003808"/>
              <a:gd name="connsiteX147" fmla="*/ 12192000 w 12192000"/>
              <a:gd name="connsiteY147" fmla="*/ 260379 h 5003808"/>
              <a:gd name="connsiteX148" fmla="*/ 12192000 w 12192000"/>
              <a:gd name="connsiteY148" fmla="*/ 5003808 h 5003808"/>
              <a:gd name="connsiteX149" fmla="*/ 0 w 12192000"/>
              <a:gd name="connsiteY149" fmla="*/ 5003808 h 5003808"/>
              <a:gd name="connsiteX150" fmla="*/ 0 w 12192000"/>
              <a:gd name="connsiteY150" fmla="*/ 621279 h 5003808"/>
              <a:gd name="connsiteX151" fmla="*/ 11075 w 12192000"/>
              <a:gd name="connsiteY151" fmla="*/ 619008 h 5003808"/>
              <a:gd name="connsiteX152" fmla="*/ 44061 w 12192000"/>
              <a:gd name="connsiteY152" fmla="*/ 612426 h 5003808"/>
              <a:gd name="connsiteX153" fmla="*/ 136694 w 12192000"/>
              <a:gd name="connsiteY153" fmla="*/ 560245 h 5003808"/>
              <a:gd name="connsiteX154" fmla="*/ 170342 w 12192000"/>
              <a:gd name="connsiteY154" fmla="*/ 554907 h 5003808"/>
              <a:gd name="connsiteX155" fmla="*/ 168955 w 12192000"/>
              <a:gd name="connsiteY155" fmla="*/ 545994 h 5003808"/>
              <a:gd name="connsiteX156" fmla="*/ 181474 w 12192000"/>
              <a:gd name="connsiteY156" fmla="*/ 545111 h 5003808"/>
              <a:gd name="connsiteX157" fmla="*/ 209440 w 12192000"/>
              <a:gd name="connsiteY157" fmla="*/ 544391 h 5003808"/>
              <a:gd name="connsiteX158" fmla="*/ 293152 w 12192000"/>
              <a:gd name="connsiteY158" fmla="*/ 540406 h 5003808"/>
              <a:gd name="connsiteX159" fmla="*/ 315693 w 12192000"/>
              <a:gd name="connsiteY159" fmla="*/ 522860 h 5003808"/>
              <a:gd name="connsiteX160" fmla="*/ 337305 w 12192000"/>
              <a:gd name="connsiteY160" fmla="*/ 522202 h 5003808"/>
              <a:gd name="connsiteX161" fmla="*/ 462252 w 12192000"/>
              <a:gd name="connsiteY161" fmla="*/ 496981 h 5003808"/>
              <a:gd name="connsiteX162" fmla="*/ 479457 w 12192000"/>
              <a:gd name="connsiteY162" fmla="*/ 494953 h 5003808"/>
              <a:gd name="connsiteX163" fmla="*/ 488653 w 12192000"/>
              <a:gd name="connsiteY163" fmla="*/ 487087 h 5003808"/>
              <a:gd name="connsiteX164" fmla="*/ 522053 w 12192000"/>
              <a:gd name="connsiteY164" fmla="*/ 484955 h 5003808"/>
              <a:gd name="connsiteX165" fmla="*/ 523520 w 12192000"/>
              <a:gd name="connsiteY165" fmla="*/ 480543 h 5003808"/>
              <a:gd name="connsiteX166" fmla="*/ 632714 w 12192000"/>
              <a:gd name="connsiteY166" fmla="*/ 440931 h 5003808"/>
              <a:gd name="connsiteX167" fmla="*/ 651426 w 12192000"/>
              <a:gd name="connsiteY167" fmla="*/ 434374 h 5003808"/>
              <a:gd name="connsiteX168" fmla="*/ 667724 w 12192000"/>
              <a:gd name="connsiteY168" fmla="*/ 435968 h 5003808"/>
              <a:gd name="connsiteX169" fmla="*/ 757679 w 12192000"/>
              <a:gd name="connsiteY169" fmla="*/ 428975 h 5003808"/>
              <a:gd name="connsiteX170" fmla="*/ 779159 w 12192000"/>
              <a:gd name="connsiteY170" fmla="*/ 431889 h 5003808"/>
              <a:gd name="connsiteX171" fmla="*/ 788293 w 12192000"/>
              <a:gd name="connsiteY171" fmla="*/ 438693 h 5003808"/>
              <a:gd name="connsiteX172" fmla="*/ 822923 w 12192000"/>
              <a:gd name="connsiteY172" fmla="*/ 424904 h 5003808"/>
              <a:gd name="connsiteX173" fmla="*/ 876559 w 12192000"/>
              <a:gd name="connsiteY173" fmla="*/ 414918 h 5003808"/>
              <a:gd name="connsiteX174" fmla="*/ 902011 w 12192000"/>
              <a:gd name="connsiteY174" fmla="*/ 407948 h 5003808"/>
              <a:gd name="connsiteX175" fmla="*/ 922715 w 12192000"/>
              <a:gd name="connsiteY175" fmla="*/ 411529 h 5003808"/>
              <a:gd name="connsiteX176" fmla="*/ 1040139 w 12192000"/>
              <a:gd name="connsiteY176" fmla="*/ 410420 h 5003808"/>
              <a:gd name="connsiteX177" fmla="*/ 1067251 w 12192000"/>
              <a:gd name="connsiteY177" fmla="*/ 416214 h 5003808"/>
              <a:gd name="connsiteX178" fmla="*/ 1080272 w 12192000"/>
              <a:gd name="connsiteY178" fmla="*/ 428499 h 5003808"/>
              <a:gd name="connsiteX179" fmla="*/ 1090219 w 12192000"/>
              <a:gd name="connsiteY179" fmla="*/ 423856 h 5003808"/>
              <a:gd name="connsiteX180" fmla="*/ 1161226 w 12192000"/>
              <a:gd name="connsiteY180" fmla="*/ 422134 h 5003808"/>
              <a:gd name="connsiteX181" fmla="*/ 1207525 w 12192000"/>
              <a:gd name="connsiteY181" fmla="*/ 419869 h 5003808"/>
              <a:gd name="connsiteX182" fmla="*/ 1210030 w 12192000"/>
              <a:gd name="connsiteY182" fmla="*/ 402635 h 5003808"/>
              <a:gd name="connsiteX183" fmla="*/ 1251170 w 12192000"/>
              <a:gd name="connsiteY183" fmla="*/ 395772 h 5003808"/>
              <a:gd name="connsiteX184" fmla="*/ 1295331 w 12192000"/>
              <a:gd name="connsiteY184" fmla="*/ 406012 h 5003808"/>
              <a:gd name="connsiteX185" fmla="*/ 1347118 w 12192000"/>
              <a:gd name="connsiteY185" fmla="*/ 403534 h 5003808"/>
              <a:gd name="connsiteX186" fmla="*/ 1378108 w 12192000"/>
              <a:gd name="connsiteY186" fmla="*/ 402240 h 5003808"/>
              <a:gd name="connsiteX187" fmla="*/ 1459192 w 12192000"/>
              <a:gd name="connsiteY187" fmla="*/ 384749 h 5003808"/>
              <a:gd name="connsiteX188" fmla="*/ 1590120 w 12192000"/>
              <a:gd name="connsiteY188" fmla="*/ 321438 h 5003808"/>
              <a:gd name="connsiteX189" fmla="*/ 1631417 w 12192000"/>
              <a:gd name="connsiteY189" fmla="*/ 312057 h 5003808"/>
              <a:gd name="connsiteX190" fmla="*/ 1638727 w 12192000"/>
              <a:gd name="connsiteY190" fmla="*/ 315440 h 5003808"/>
              <a:gd name="connsiteX191" fmla="*/ 1844438 w 12192000"/>
              <a:gd name="connsiteY191" fmla="*/ 275134 h 5003808"/>
              <a:gd name="connsiteX192" fmla="*/ 1881324 w 12192000"/>
              <a:gd name="connsiteY192" fmla="*/ 272327 h 5003808"/>
              <a:gd name="connsiteX193" fmla="*/ 1908999 w 12192000"/>
              <a:gd name="connsiteY193" fmla="*/ 273168 h 5003808"/>
              <a:gd name="connsiteX194" fmla="*/ 1974956 w 12192000"/>
              <a:gd name="connsiteY194" fmla="*/ 259788 h 5003808"/>
              <a:gd name="connsiteX195" fmla="*/ 2082409 w 12192000"/>
              <a:gd name="connsiteY195" fmla="*/ 231120 h 5003808"/>
              <a:gd name="connsiteX196" fmla="*/ 2105639 w 12192000"/>
              <a:gd name="connsiteY196" fmla="*/ 226478 h 5003808"/>
              <a:gd name="connsiteX197" fmla="*/ 2126992 w 12192000"/>
              <a:gd name="connsiteY197" fmla="*/ 228298 h 5003808"/>
              <a:gd name="connsiteX198" fmla="*/ 2133154 w 12192000"/>
              <a:gd name="connsiteY198" fmla="*/ 233782 h 5003808"/>
              <a:gd name="connsiteX199" fmla="*/ 2146154 w 12192000"/>
              <a:gd name="connsiteY199" fmla="*/ 232162 h 5003808"/>
              <a:gd name="connsiteX200" fmla="*/ 2149901 w 12192000"/>
              <a:gd name="connsiteY200" fmla="*/ 232946 h 5003808"/>
              <a:gd name="connsiteX201" fmla="*/ 2171100 w 12192000"/>
              <a:gd name="connsiteY201" fmla="*/ 236219 h 5003808"/>
              <a:gd name="connsiteX202" fmla="*/ 2209148 w 12192000"/>
              <a:gd name="connsiteY202" fmla="*/ 213055 h 5003808"/>
              <a:gd name="connsiteX203" fmla="*/ 2261889 w 12192000"/>
              <a:gd name="connsiteY203" fmla="*/ 209362 h 5003808"/>
              <a:gd name="connsiteX204" fmla="*/ 2452315 w 12192000"/>
              <a:gd name="connsiteY204" fmla="*/ 156729 h 5003808"/>
              <a:gd name="connsiteX205" fmla="*/ 2487710 w 12192000"/>
              <a:gd name="connsiteY205" fmla="*/ 173097 h 5003808"/>
              <a:gd name="connsiteX206" fmla="*/ 2567870 w 12192000"/>
              <a:gd name="connsiteY206" fmla="*/ 160252 h 5003808"/>
              <a:gd name="connsiteX207" fmla="*/ 2677053 w 12192000"/>
              <a:gd name="connsiteY207" fmla="*/ 96343 h 5003808"/>
              <a:gd name="connsiteX208" fmla="*/ 2823914 w 12192000"/>
              <a:gd name="connsiteY208" fmla="*/ 70697 h 5003808"/>
              <a:gd name="connsiteX209" fmla="*/ 2831912 w 12192000"/>
              <a:gd name="connsiteY209" fmla="*/ 59256 h 5003808"/>
              <a:gd name="connsiteX210" fmla="*/ 2843870 w 12192000"/>
              <a:gd name="connsiteY210" fmla="*/ 51337 h 5003808"/>
              <a:gd name="connsiteX211" fmla="*/ 2846217 w 12192000"/>
              <a:gd name="connsiteY211" fmla="*/ 51855 h 5003808"/>
              <a:gd name="connsiteX212" fmla="*/ 2862745 w 12192000"/>
              <a:gd name="connsiteY212" fmla="*/ 47072 h 5003808"/>
              <a:gd name="connsiteX213" fmla="*/ 2864596 w 12192000"/>
              <a:gd name="connsiteY213" fmla="*/ 43048 h 5003808"/>
              <a:gd name="connsiteX214" fmla="*/ 2875381 w 12192000"/>
              <a:gd name="connsiteY214" fmla="*/ 38833 h 5003808"/>
              <a:gd name="connsiteX215" fmla="*/ 2895139 w 12192000"/>
              <a:gd name="connsiteY215" fmla="*/ 28016 h 5003808"/>
              <a:gd name="connsiteX216" fmla="*/ 2900232 w 12192000"/>
              <a:gd name="connsiteY216" fmla="*/ 28348 h 5003808"/>
              <a:gd name="connsiteX217" fmla="*/ 2932205 w 12192000"/>
              <a:gd name="connsiteY217" fmla="*/ 15703 h 5003808"/>
              <a:gd name="connsiteX218" fmla="*/ 2933310 w 12192000"/>
              <a:gd name="connsiteY218" fmla="*/ 16646 h 5003808"/>
              <a:gd name="connsiteX219" fmla="*/ 2945218 w 12192000"/>
              <a:gd name="connsiteY219" fmla="*/ 17971 h 5003808"/>
              <a:gd name="connsiteX220" fmla="*/ 2966465 w 12192000"/>
              <a:gd name="connsiteY220" fmla="*/ 17947 h 5003808"/>
              <a:gd name="connsiteX221" fmla="*/ 3023668 w 12192000"/>
              <a:gd name="connsiteY221" fmla="*/ 31735 h 5003808"/>
              <a:gd name="connsiteX222" fmla="*/ 3057077 w 12192000"/>
              <a:gd name="connsiteY222" fmla="*/ 18675 h 5003808"/>
              <a:gd name="connsiteX223" fmla="*/ 3151915 w 12192000"/>
              <a:gd name="connsiteY223" fmla="*/ 15073 h 5003808"/>
              <a:gd name="connsiteX224" fmla="*/ 3251671 w 12192000"/>
              <a:gd name="connsiteY224" fmla="*/ 35405 h 5003808"/>
              <a:gd name="connsiteX225" fmla="*/ 3351400 w 12192000"/>
              <a:gd name="connsiteY225" fmla="*/ 36517 h 5003808"/>
              <a:gd name="connsiteX226" fmla="*/ 3387481 w 12192000"/>
              <a:gd name="connsiteY226" fmla="*/ 35273 h 5003808"/>
              <a:gd name="connsiteX227" fmla="*/ 3451923 w 12192000"/>
              <a:gd name="connsiteY227" fmla="*/ 40312 h 5003808"/>
              <a:gd name="connsiteX228" fmla="*/ 3481520 w 12192000"/>
              <a:gd name="connsiteY228" fmla="*/ 47117 h 5003808"/>
              <a:gd name="connsiteX229" fmla="*/ 3482804 w 12192000"/>
              <a:gd name="connsiteY229" fmla="*/ 46642 h 5003808"/>
              <a:gd name="connsiteX230" fmla="*/ 3485495 w 12192000"/>
              <a:gd name="connsiteY230" fmla="*/ 49751 h 5003808"/>
              <a:gd name="connsiteX231" fmla="*/ 3490972 w 12192000"/>
              <a:gd name="connsiteY231" fmla="*/ 51116 h 5003808"/>
              <a:gd name="connsiteX232" fmla="*/ 3505835 w 12192000"/>
              <a:gd name="connsiteY232" fmla="*/ 49907 h 5003808"/>
              <a:gd name="connsiteX233" fmla="*/ 3511410 w 12192000"/>
              <a:gd name="connsiteY233" fmla="*/ 48638 h 5003808"/>
              <a:gd name="connsiteX234" fmla="*/ 3519598 w 12192000"/>
              <a:gd name="connsiteY234" fmla="*/ 48513 h 5003808"/>
              <a:gd name="connsiteX235" fmla="*/ 3519807 w 12192000"/>
              <a:gd name="connsiteY235" fmla="*/ 48768 h 5003808"/>
              <a:gd name="connsiteX236" fmla="*/ 3527466 w 12192000"/>
              <a:gd name="connsiteY236" fmla="*/ 48146 h 5003808"/>
              <a:gd name="connsiteX237" fmla="*/ 3564889 w 12192000"/>
              <a:gd name="connsiteY237" fmla="*/ 41820 h 5003808"/>
              <a:gd name="connsiteX238" fmla="*/ 3614922 w 12192000"/>
              <a:gd name="connsiteY238" fmla="*/ 65634 h 5003808"/>
              <a:gd name="connsiteX239" fmla="*/ 3635506 w 12192000"/>
              <a:gd name="connsiteY239" fmla="*/ 69548 h 5003808"/>
              <a:gd name="connsiteX240" fmla="*/ 3646525 w 12192000"/>
              <a:gd name="connsiteY240" fmla="*/ 73023 h 5003808"/>
              <a:gd name="connsiteX241" fmla="*/ 3647224 w 12192000"/>
              <a:gd name="connsiteY241" fmla="*/ 74133 h 5003808"/>
              <a:gd name="connsiteX242" fmla="*/ 3683100 w 12192000"/>
              <a:gd name="connsiteY242" fmla="*/ 67939 h 5003808"/>
              <a:gd name="connsiteX243" fmla="*/ 3687901 w 12192000"/>
              <a:gd name="connsiteY243" fmla="*/ 69202 h 5003808"/>
              <a:gd name="connsiteX244" fmla="*/ 3711234 w 12192000"/>
              <a:gd name="connsiteY244" fmla="*/ 62495 h 5003808"/>
              <a:gd name="connsiteX245" fmla="*/ 3723318 w 12192000"/>
              <a:gd name="connsiteY245" fmla="*/ 60455 h 5003808"/>
              <a:gd name="connsiteX246" fmla="*/ 3726677 w 12192000"/>
              <a:gd name="connsiteY246" fmla="*/ 56942 h 5003808"/>
              <a:gd name="connsiteX247" fmla="*/ 3744535 w 12192000"/>
              <a:gd name="connsiteY247" fmla="*/ 55420 h 5003808"/>
              <a:gd name="connsiteX248" fmla="*/ 3746608 w 12192000"/>
              <a:gd name="connsiteY248" fmla="*/ 56352 h 5003808"/>
              <a:gd name="connsiteX249" fmla="*/ 3761262 w 12192000"/>
              <a:gd name="connsiteY249" fmla="*/ 50977 h 5003808"/>
              <a:gd name="connsiteX250" fmla="*/ 3773451 w 12192000"/>
              <a:gd name="connsiteY250" fmla="*/ 41496 h 5003808"/>
              <a:gd name="connsiteX251" fmla="*/ 3925626 w 12192000"/>
              <a:gd name="connsiteY251" fmla="*/ 44131 h 5003808"/>
              <a:gd name="connsiteX252" fmla="*/ 4056184 w 12192000"/>
              <a:gd name="connsiteY252" fmla="*/ 3115 h 5003808"/>
              <a:gd name="connsiteX0" fmla="*/ 4056184 w 12192000"/>
              <a:gd name="connsiteY0" fmla="*/ 3115 h 5003808"/>
              <a:gd name="connsiteX1" fmla="*/ 4138795 w 12192000"/>
              <a:gd name="connsiteY1" fmla="*/ 5658 h 5003808"/>
              <a:gd name="connsiteX2" fmla="*/ 4166706 w 12192000"/>
              <a:gd name="connsiteY2" fmla="*/ 27903 h 5003808"/>
              <a:gd name="connsiteX3" fmla="*/ 4371550 w 12192000"/>
              <a:gd name="connsiteY3" fmla="*/ 12746 h 5003808"/>
              <a:gd name="connsiteX4" fmla="*/ 4424056 w 12192000"/>
              <a:gd name="connsiteY4" fmla="*/ 18981 h 5003808"/>
              <a:gd name="connsiteX5" fmla="*/ 4469897 w 12192000"/>
              <a:gd name="connsiteY5" fmla="*/ 3830 h 5003808"/>
              <a:gd name="connsiteX6" fmla="*/ 4489151 w 12192000"/>
              <a:gd name="connsiteY6" fmla="*/ 10897 h 5003808"/>
              <a:gd name="connsiteX7" fmla="*/ 4492479 w 12192000"/>
              <a:gd name="connsiteY7" fmla="*/ 12342 h 5003808"/>
              <a:gd name="connsiteX8" fmla="*/ 4505693 w 12192000"/>
              <a:gd name="connsiteY8" fmla="*/ 13196 h 5003808"/>
              <a:gd name="connsiteX9" fmla="*/ 4509529 w 12192000"/>
              <a:gd name="connsiteY9" fmla="*/ 19597 h 5003808"/>
              <a:gd name="connsiteX10" fmla="*/ 4529499 w 12192000"/>
              <a:gd name="connsiteY10" fmla="*/ 25299 h 5003808"/>
              <a:gd name="connsiteX11" fmla="*/ 4553795 w 12192000"/>
              <a:gd name="connsiteY11" fmla="*/ 25153 h 5003808"/>
              <a:gd name="connsiteX12" fmla="*/ 4640118 w 12192000"/>
              <a:gd name="connsiteY12" fmla="*/ 25311 h 5003808"/>
              <a:gd name="connsiteX13" fmla="*/ 4654127 w 12192000"/>
              <a:gd name="connsiteY13" fmla="*/ 21564 h 5003808"/>
              <a:gd name="connsiteX14" fmla="*/ 4700168 w 12192000"/>
              <a:gd name="connsiteY14" fmla="*/ 26565 h 5003808"/>
              <a:gd name="connsiteX15" fmla="*/ 4741127 w 12192000"/>
              <a:gd name="connsiteY15" fmla="*/ 27139 h 5003808"/>
              <a:gd name="connsiteX16" fmla="*/ 4767598 w 12192000"/>
              <a:gd name="connsiteY16" fmla="*/ 23884 h 5003808"/>
              <a:gd name="connsiteX17" fmla="*/ 4774592 w 12192000"/>
              <a:gd name="connsiteY17" fmla="*/ 26061 h 5003808"/>
              <a:gd name="connsiteX18" fmla="*/ 4801328 w 12192000"/>
              <a:gd name="connsiteY18" fmla="*/ 27066 h 5003808"/>
              <a:gd name="connsiteX19" fmla="*/ 4814870 w 12192000"/>
              <a:gd name="connsiteY19" fmla="*/ 23409 h 5003808"/>
              <a:gd name="connsiteX20" fmla="*/ 4828440 w 12192000"/>
              <a:gd name="connsiteY20" fmla="*/ 31027 h 5003808"/>
              <a:gd name="connsiteX21" fmla="*/ 4831826 w 12192000"/>
              <a:gd name="connsiteY21" fmla="*/ 36730 h 5003808"/>
              <a:gd name="connsiteX22" fmla="*/ 4850785 w 12192000"/>
              <a:gd name="connsiteY22" fmla="*/ 33802 h 5003808"/>
              <a:gd name="connsiteX23" fmla="*/ 4866468 w 12192000"/>
              <a:gd name="connsiteY23" fmla="*/ 39151 h 5003808"/>
              <a:gd name="connsiteX24" fmla="*/ 4879983 w 12192000"/>
              <a:gd name="connsiteY24" fmla="*/ 35227 h 5003808"/>
              <a:gd name="connsiteX25" fmla="*/ 4885635 w 12192000"/>
              <a:gd name="connsiteY25" fmla="*/ 35954 h 5003808"/>
              <a:gd name="connsiteX26" fmla="*/ 4899698 w 12192000"/>
              <a:gd name="connsiteY26" fmla="*/ 38488 h 5003808"/>
              <a:gd name="connsiteX27" fmla="*/ 4923986 w 12192000"/>
              <a:gd name="connsiteY27" fmla="*/ 44244 h 5003808"/>
              <a:gd name="connsiteX28" fmla="*/ 4931544 w 12192000"/>
              <a:gd name="connsiteY28" fmla="*/ 44970 h 5003808"/>
              <a:gd name="connsiteX29" fmla="*/ 4948135 w 12192000"/>
              <a:gd name="connsiteY29" fmla="*/ 54141 h 5003808"/>
              <a:gd name="connsiteX30" fmla="*/ 4980068 w 12192000"/>
              <a:gd name="connsiteY30" fmla="*/ 61664 h 5003808"/>
              <a:gd name="connsiteX31" fmla="*/ 5036541 w 12192000"/>
              <a:gd name="connsiteY31" fmla="*/ 88905 h 5003808"/>
              <a:gd name="connsiteX32" fmla="*/ 5069678 w 12192000"/>
              <a:gd name="connsiteY32" fmla="*/ 101791 h 5003808"/>
              <a:gd name="connsiteX33" fmla="*/ 5092160 w 12192000"/>
              <a:gd name="connsiteY33" fmla="*/ 113815 h 5003808"/>
              <a:gd name="connsiteX34" fmla="*/ 5158166 w 12192000"/>
              <a:gd name="connsiteY34" fmla="*/ 130180 h 5003808"/>
              <a:gd name="connsiteX35" fmla="*/ 5271252 w 12192000"/>
              <a:gd name="connsiteY35" fmla="*/ 151350 h 5003808"/>
              <a:gd name="connsiteX36" fmla="*/ 5294438 w 12192000"/>
              <a:gd name="connsiteY36" fmla="*/ 157168 h 5003808"/>
              <a:gd name="connsiteX37" fmla="*/ 5310840 w 12192000"/>
              <a:gd name="connsiteY37" fmla="*/ 167381 h 5003808"/>
              <a:gd name="connsiteX38" fmla="*/ 5311570 w 12192000"/>
              <a:gd name="connsiteY38" fmla="*/ 174293 h 5003808"/>
              <a:gd name="connsiteX39" fmla="*/ 5323756 w 12192000"/>
              <a:gd name="connsiteY39" fmla="*/ 178330 h 5003808"/>
              <a:gd name="connsiteX40" fmla="*/ 5326259 w 12192000"/>
              <a:gd name="connsiteY40" fmla="*/ 180492 h 5003808"/>
              <a:gd name="connsiteX41" fmla="*/ 5341357 w 12192000"/>
              <a:gd name="connsiteY41" fmla="*/ 191805 h 5003808"/>
              <a:gd name="connsiteX42" fmla="*/ 5391908 w 12192000"/>
              <a:gd name="connsiteY42" fmla="*/ 188903 h 5003808"/>
              <a:gd name="connsiteX43" fmla="*/ 5439031 w 12192000"/>
              <a:gd name="connsiteY43" fmla="*/ 207587 h 5003808"/>
              <a:gd name="connsiteX44" fmla="*/ 5640913 w 12192000"/>
              <a:gd name="connsiteY44" fmla="*/ 243640 h 5003808"/>
              <a:gd name="connsiteX45" fmla="*/ 5877770 w 12192000"/>
              <a:gd name="connsiteY45" fmla="*/ 287577 h 5003808"/>
              <a:gd name="connsiteX46" fmla="*/ 5989615 w 12192000"/>
              <a:gd name="connsiteY46" fmla="*/ 310275 h 5003808"/>
              <a:gd name="connsiteX47" fmla="*/ 5996857 w 12192000"/>
              <a:gd name="connsiteY47" fmla="*/ 314161 h 5003808"/>
              <a:gd name="connsiteX48" fmla="*/ 6037387 w 12192000"/>
              <a:gd name="connsiteY48" fmla="*/ 303138 h 5003808"/>
              <a:gd name="connsiteX49" fmla="*/ 6113074 w 12192000"/>
              <a:gd name="connsiteY49" fmla="*/ 316457 h 5003808"/>
              <a:gd name="connsiteX50" fmla="*/ 6280929 w 12192000"/>
              <a:gd name="connsiteY50" fmla="*/ 341056 h 5003808"/>
              <a:gd name="connsiteX51" fmla="*/ 6298665 w 12192000"/>
              <a:gd name="connsiteY51" fmla="*/ 333543 h 5003808"/>
              <a:gd name="connsiteX52" fmla="*/ 6317326 w 12192000"/>
              <a:gd name="connsiteY52" fmla="*/ 330406 h 5003808"/>
              <a:gd name="connsiteX53" fmla="*/ 6319212 w 12192000"/>
              <a:gd name="connsiteY53" fmla="*/ 331616 h 5003808"/>
              <a:gd name="connsiteX54" fmla="*/ 6339724 w 12192000"/>
              <a:gd name="connsiteY54" fmla="*/ 332710 h 5003808"/>
              <a:gd name="connsiteX55" fmla="*/ 6345010 w 12192000"/>
              <a:gd name="connsiteY55" fmla="*/ 329760 h 5003808"/>
              <a:gd name="connsiteX56" fmla="*/ 6359332 w 12192000"/>
              <a:gd name="connsiteY56" fmla="*/ 329511 h 5003808"/>
              <a:gd name="connsiteX57" fmla="*/ 6388220 w 12192000"/>
              <a:gd name="connsiteY57" fmla="*/ 326326 h 5003808"/>
              <a:gd name="connsiteX58" fmla="*/ 6392994 w 12192000"/>
              <a:gd name="connsiteY58" fmla="*/ 328256 h 5003808"/>
              <a:gd name="connsiteX59" fmla="*/ 6435581 w 12192000"/>
              <a:gd name="connsiteY59" fmla="*/ 327387 h 5003808"/>
              <a:gd name="connsiteX60" fmla="*/ 6435870 w 12192000"/>
              <a:gd name="connsiteY60" fmla="*/ 328575 h 5003808"/>
              <a:gd name="connsiteX61" fmla="*/ 6446571 w 12192000"/>
              <a:gd name="connsiteY61" fmla="*/ 333569 h 5003808"/>
              <a:gd name="connsiteX62" fmla="*/ 6467701 w 12192000"/>
              <a:gd name="connsiteY62" fmla="*/ 340377 h 5003808"/>
              <a:gd name="connsiteX63" fmla="*/ 6512727 w 12192000"/>
              <a:gd name="connsiteY63" fmla="*/ 370917 h 5003808"/>
              <a:gd name="connsiteX64" fmla="*/ 6557094 w 12192000"/>
              <a:gd name="connsiteY64" fmla="*/ 370144 h 5003808"/>
              <a:gd name="connsiteX65" fmla="*/ 6565879 w 12192000"/>
              <a:gd name="connsiteY65" fmla="*/ 370642 h 5003808"/>
              <a:gd name="connsiteX66" fmla="*/ 6565997 w 12192000"/>
              <a:gd name="connsiteY66" fmla="*/ 370922 h 5003808"/>
              <a:gd name="connsiteX67" fmla="*/ 6575147 w 12192000"/>
              <a:gd name="connsiteY67" fmla="*/ 371986 h 5003808"/>
              <a:gd name="connsiteX68" fmla="*/ 6581899 w 12192000"/>
              <a:gd name="connsiteY68" fmla="*/ 371550 h 5003808"/>
              <a:gd name="connsiteX69" fmla="*/ 6598943 w 12192000"/>
              <a:gd name="connsiteY69" fmla="*/ 372518 h 5003808"/>
              <a:gd name="connsiteX70" fmla="*/ 6604421 w 12192000"/>
              <a:gd name="connsiteY70" fmla="*/ 374645 h 5003808"/>
              <a:gd name="connsiteX71" fmla="*/ 6606035 w 12192000"/>
              <a:gd name="connsiteY71" fmla="*/ 378077 h 5003808"/>
              <a:gd name="connsiteX72" fmla="*/ 6607669 w 12192000"/>
              <a:gd name="connsiteY72" fmla="*/ 377798 h 5003808"/>
              <a:gd name="connsiteX73" fmla="*/ 6637532 w 12192000"/>
              <a:gd name="connsiteY73" fmla="*/ 388737 h 5003808"/>
              <a:gd name="connsiteX74" fmla="*/ 6706880 w 12192000"/>
              <a:gd name="connsiteY74" fmla="*/ 402993 h 5003808"/>
              <a:gd name="connsiteX75" fmla="*/ 6747500 w 12192000"/>
              <a:gd name="connsiteY75" fmla="*/ 406998 h 5003808"/>
              <a:gd name="connsiteX76" fmla="*/ 6857783 w 12192000"/>
              <a:gd name="connsiteY76" fmla="*/ 422517 h 5003808"/>
              <a:gd name="connsiteX77" fmla="*/ 6967720 w 12192000"/>
              <a:gd name="connsiteY77" fmla="*/ 441551 h 5003808"/>
              <a:gd name="connsiteX78" fmla="*/ 7018394 w 12192000"/>
              <a:gd name="connsiteY78" fmla="*/ 470443 h 5003808"/>
              <a:gd name="connsiteX79" fmla="*/ 7024679 w 12192000"/>
              <a:gd name="connsiteY79" fmla="*/ 471580 h 5003808"/>
              <a:gd name="connsiteX80" fmla="*/ 7041715 w 12192000"/>
              <a:gd name="connsiteY80" fmla="*/ 469732 h 5003808"/>
              <a:gd name="connsiteX81" fmla="*/ 7048103 w 12192000"/>
              <a:gd name="connsiteY81" fmla="*/ 468222 h 5003808"/>
              <a:gd name="connsiteX82" fmla="*/ 7057490 w 12192000"/>
              <a:gd name="connsiteY82" fmla="*/ 467747 h 5003808"/>
              <a:gd name="connsiteX83" fmla="*/ 7057730 w 12192000"/>
              <a:gd name="connsiteY83" fmla="*/ 467995 h 5003808"/>
              <a:gd name="connsiteX84" fmla="*/ 7066511 w 12192000"/>
              <a:gd name="connsiteY84" fmla="*/ 467044 h 5003808"/>
              <a:gd name="connsiteX85" fmla="*/ 7109401 w 12192000"/>
              <a:gd name="connsiteY85" fmla="*/ 459098 h 5003808"/>
              <a:gd name="connsiteX86" fmla="*/ 7166830 w 12192000"/>
              <a:gd name="connsiteY86" fmla="*/ 480867 h 5003808"/>
              <a:gd name="connsiteX87" fmla="*/ 7190442 w 12192000"/>
              <a:gd name="connsiteY87" fmla="*/ 483920 h 5003808"/>
              <a:gd name="connsiteX88" fmla="*/ 7203083 w 12192000"/>
              <a:gd name="connsiteY88" fmla="*/ 486936 h 5003808"/>
              <a:gd name="connsiteX89" fmla="*/ 7203894 w 12192000"/>
              <a:gd name="connsiteY89" fmla="*/ 488020 h 5003808"/>
              <a:gd name="connsiteX90" fmla="*/ 7245004 w 12192000"/>
              <a:gd name="connsiteY90" fmla="*/ 480274 h 5003808"/>
              <a:gd name="connsiteX91" fmla="*/ 7250514 w 12192000"/>
              <a:gd name="connsiteY91" fmla="*/ 481336 h 5003808"/>
              <a:gd name="connsiteX92" fmla="*/ 7277246 w 12192000"/>
              <a:gd name="connsiteY92" fmla="*/ 473612 h 5003808"/>
              <a:gd name="connsiteX93" fmla="*/ 7291092 w 12192000"/>
              <a:gd name="connsiteY93" fmla="*/ 471047 h 5003808"/>
              <a:gd name="connsiteX94" fmla="*/ 7294933 w 12192000"/>
              <a:gd name="connsiteY94" fmla="*/ 467379 h 5003808"/>
              <a:gd name="connsiteX95" fmla="*/ 7315408 w 12192000"/>
              <a:gd name="connsiteY95" fmla="*/ 465090 h 5003808"/>
              <a:gd name="connsiteX96" fmla="*/ 7317786 w 12192000"/>
              <a:gd name="connsiteY96" fmla="*/ 465936 h 5003808"/>
              <a:gd name="connsiteX97" fmla="*/ 7334572 w 12192000"/>
              <a:gd name="connsiteY97" fmla="*/ 459918 h 5003808"/>
              <a:gd name="connsiteX98" fmla="*/ 7348520 w 12192000"/>
              <a:gd name="connsiteY98" fmla="*/ 449880 h 5003808"/>
              <a:gd name="connsiteX99" fmla="*/ 7522997 w 12192000"/>
              <a:gd name="connsiteY99" fmla="*/ 446039 h 5003808"/>
              <a:gd name="connsiteX100" fmla="*/ 7686985 w 12192000"/>
              <a:gd name="connsiteY100" fmla="*/ 423635 h 5003808"/>
              <a:gd name="connsiteX101" fmla="*/ 7854068 w 12192000"/>
              <a:gd name="connsiteY101" fmla="*/ 413604 h 5003808"/>
              <a:gd name="connsiteX102" fmla="*/ 8034165 w 12192000"/>
              <a:gd name="connsiteY102" fmla="*/ 395529 h 5003808"/>
              <a:gd name="connsiteX103" fmla="*/ 8094381 w 12192000"/>
              <a:gd name="connsiteY103" fmla="*/ 399548 h 5003808"/>
              <a:gd name="connsiteX104" fmla="*/ 8146898 w 12192000"/>
              <a:gd name="connsiteY104" fmla="*/ 382388 h 5003808"/>
              <a:gd name="connsiteX105" fmla="*/ 8168993 w 12192000"/>
              <a:gd name="connsiteY105" fmla="*/ 388660 h 5003808"/>
              <a:gd name="connsiteX106" fmla="*/ 8172809 w 12192000"/>
              <a:gd name="connsiteY106" fmla="*/ 389967 h 5003808"/>
              <a:gd name="connsiteX107" fmla="*/ 8187962 w 12192000"/>
              <a:gd name="connsiteY107" fmla="*/ 390263 h 5003808"/>
              <a:gd name="connsiteX108" fmla="*/ 8192382 w 12192000"/>
              <a:gd name="connsiteY108" fmla="*/ 396522 h 5003808"/>
              <a:gd name="connsiteX109" fmla="*/ 8375192 w 12192000"/>
              <a:gd name="connsiteY109" fmla="*/ 387709 h 5003808"/>
              <a:gd name="connsiteX110" fmla="*/ 8454377 w 12192000"/>
              <a:gd name="connsiteY110" fmla="*/ 384161 h 5003808"/>
              <a:gd name="connsiteX111" fmla="*/ 8484740 w 12192000"/>
              <a:gd name="connsiteY111" fmla="*/ 388989 h 5003808"/>
              <a:gd name="connsiteX112" fmla="*/ 8601673 w 12192000"/>
              <a:gd name="connsiteY112" fmla="*/ 400931 h 5003808"/>
              <a:gd name="connsiteX113" fmla="*/ 8701676 w 12192000"/>
              <a:gd name="connsiteY113" fmla="*/ 405181 h 5003808"/>
              <a:gd name="connsiteX114" fmla="*/ 8773288 w 12192000"/>
              <a:gd name="connsiteY114" fmla="*/ 381907 h 5003808"/>
              <a:gd name="connsiteX115" fmla="*/ 8779909 w 12192000"/>
              <a:gd name="connsiteY115" fmla="*/ 386276 h 5003808"/>
              <a:gd name="connsiteX116" fmla="*/ 8829932 w 12192000"/>
              <a:gd name="connsiteY116" fmla="*/ 383073 h 5003808"/>
              <a:gd name="connsiteX117" fmla="*/ 9003386 w 12192000"/>
              <a:gd name="connsiteY117" fmla="*/ 340072 h 5003808"/>
              <a:gd name="connsiteX118" fmla="*/ 9101185 w 12192000"/>
              <a:gd name="connsiteY118" fmla="*/ 334692 h 5003808"/>
              <a:gd name="connsiteX119" fmla="*/ 9136185 w 12192000"/>
              <a:gd name="connsiteY119" fmla="*/ 337908 h 5003808"/>
              <a:gd name="connsiteX120" fmla="*/ 9194801 w 12192000"/>
              <a:gd name="connsiteY120" fmla="*/ 342979 h 5003808"/>
              <a:gd name="connsiteX121" fmla="*/ 9239316 w 12192000"/>
              <a:gd name="connsiteY121" fmla="*/ 359388 h 5003808"/>
              <a:gd name="connsiteX122" fmla="*/ 9288052 w 12192000"/>
              <a:gd name="connsiteY122" fmla="*/ 358626 h 5003808"/>
              <a:gd name="connsiteX123" fmla="*/ 9298465 w 12192000"/>
              <a:gd name="connsiteY123" fmla="*/ 342126 h 5003808"/>
              <a:gd name="connsiteX124" fmla="*/ 9350892 w 12192000"/>
              <a:gd name="connsiteY124" fmla="*/ 346608 h 5003808"/>
              <a:gd name="connsiteX125" fmla="*/ 9430522 w 12192000"/>
              <a:gd name="connsiteY125" fmla="*/ 355198 h 5003808"/>
              <a:gd name="connsiteX126" fmla="*/ 9476215 w 12192000"/>
              <a:gd name="connsiteY126" fmla="*/ 355937 h 5003808"/>
              <a:gd name="connsiteX127" fmla="*/ 9601276 w 12192000"/>
              <a:gd name="connsiteY127" fmla="*/ 362534 h 5003808"/>
              <a:gd name="connsiteX128" fmla="*/ 9726733 w 12192000"/>
              <a:gd name="connsiteY128" fmla="*/ 372631 h 5003808"/>
              <a:gd name="connsiteX129" fmla="*/ 9802144 w 12192000"/>
              <a:gd name="connsiteY129" fmla="*/ 398309 h 5003808"/>
              <a:gd name="connsiteX130" fmla="*/ 9905153 w 12192000"/>
              <a:gd name="connsiteY130" fmla="*/ 404480 h 5003808"/>
              <a:gd name="connsiteX131" fmla="*/ 9922553 w 12192000"/>
              <a:gd name="connsiteY131" fmla="*/ 408399 h 5003808"/>
              <a:gd name="connsiteX132" fmla="*/ 10044658 w 12192000"/>
              <a:gd name="connsiteY132" fmla="*/ 421907 h 5003808"/>
              <a:gd name="connsiteX133" fmla="*/ 10184585 w 12192000"/>
              <a:gd name="connsiteY133" fmla="*/ 410968 h 5003808"/>
              <a:gd name="connsiteX134" fmla="*/ 10366435 w 12192000"/>
              <a:gd name="connsiteY134" fmla="*/ 466258 h 5003808"/>
              <a:gd name="connsiteX135" fmla="*/ 10688220 w 12192000"/>
              <a:gd name="connsiteY135" fmla="*/ 546088 h 5003808"/>
              <a:gd name="connsiteX136" fmla="*/ 11026690 w 12192000"/>
              <a:gd name="connsiteY136" fmla="*/ 554511 h 5003808"/>
              <a:gd name="connsiteX137" fmla="*/ 11113779 w 12192000"/>
              <a:gd name="connsiteY137" fmla="*/ 537698 h 5003808"/>
              <a:gd name="connsiteX138" fmla="*/ 11369556 w 12192000"/>
              <a:gd name="connsiteY138" fmla="*/ 495549 h 5003808"/>
              <a:gd name="connsiteX139" fmla="*/ 11623342 w 12192000"/>
              <a:gd name="connsiteY139" fmla="*/ 392258 h 5003808"/>
              <a:gd name="connsiteX140" fmla="*/ 11786511 w 12192000"/>
              <a:gd name="connsiteY140" fmla="*/ 362220 h 5003808"/>
              <a:gd name="connsiteX141" fmla="*/ 11862577 w 12192000"/>
              <a:gd name="connsiteY141" fmla="*/ 334379 h 5003808"/>
              <a:gd name="connsiteX142" fmla="*/ 11916612 w 12192000"/>
              <a:gd name="connsiteY142" fmla="*/ 327640 h 5003808"/>
              <a:gd name="connsiteX143" fmla="*/ 11948830 w 12192000"/>
              <a:gd name="connsiteY143" fmla="*/ 321892 h 5003808"/>
              <a:gd name="connsiteX144" fmla="*/ 12001583 w 12192000"/>
              <a:gd name="connsiteY144" fmla="*/ 283473 h 5003808"/>
              <a:gd name="connsiteX145" fmla="*/ 12174977 w 12192000"/>
              <a:gd name="connsiteY145" fmla="*/ 268482 h 5003808"/>
              <a:gd name="connsiteX146" fmla="*/ 12192000 w 12192000"/>
              <a:gd name="connsiteY146" fmla="*/ 260379 h 5003808"/>
              <a:gd name="connsiteX147" fmla="*/ 12192000 w 12192000"/>
              <a:gd name="connsiteY147" fmla="*/ 5003808 h 5003808"/>
              <a:gd name="connsiteX148" fmla="*/ 0 w 12192000"/>
              <a:gd name="connsiteY148" fmla="*/ 5003808 h 5003808"/>
              <a:gd name="connsiteX149" fmla="*/ 0 w 12192000"/>
              <a:gd name="connsiteY149" fmla="*/ 621279 h 5003808"/>
              <a:gd name="connsiteX150" fmla="*/ 11075 w 12192000"/>
              <a:gd name="connsiteY150" fmla="*/ 619008 h 5003808"/>
              <a:gd name="connsiteX151" fmla="*/ 44061 w 12192000"/>
              <a:gd name="connsiteY151" fmla="*/ 612426 h 5003808"/>
              <a:gd name="connsiteX152" fmla="*/ 136694 w 12192000"/>
              <a:gd name="connsiteY152" fmla="*/ 560245 h 5003808"/>
              <a:gd name="connsiteX153" fmla="*/ 170342 w 12192000"/>
              <a:gd name="connsiteY153" fmla="*/ 554907 h 5003808"/>
              <a:gd name="connsiteX154" fmla="*/ 168955 w 12192000"/>
              <a:gd name="connsiteY154" fmla="*/ 545994 h 5003808"/>
              <a:gd name="connsiteX155" fmla="*/ 181474 w 12192000"/>
              <a:gd name="connsiteY155" fmla="*/ 545111 h 5003808"/>
              <a:gd name="connsiteX156" fmla="*/ 209440 w 12192000"/>
              <a:gd name="connsiteY156" fmla="*/ 544391 h 5003808"/>
              <a:gd name="connsiteX157" fmla="*/ 293152 w 12192000"/>
              <a:gd name="connsiteY157" fmla="*/ 540406 h 5003808"/>
              <a:gd name="connsiteX158" fmla="*/ 315693 w 12192000"/>
              <a:gd name="connsiteY158" fmla="*/ 522860 h 5003808"/>
              <a:gd name="connsiteX159" fmla="*/ 337305 w 12192000"/>
              <a:gd name="connsiteY159" fmla="*/ 522202 h 5003808"/>
              <a:gd name="connsiteX160" fmla="*/ 462252 w 12192000"/>
              <a:gd name="connsiteY160" fmla="*/ 496981 h 5003808"/>
              <a:gd name="connsiteX161" fmla="*/ 479457 w 12192000"/>
              <a:gd name="connsiteY161" fmla="*/ 494953 h 5003808"/>
              <a:gd name="connsiteX162" fmla="*/ 488653 w 12192000"/>
              <a:gd name="connsiteY162" fmla="*/ 487087 h 5003808"/>
              <a:gd name="connsiteX163" fmla="*/ 522053 w 12192000"/>
              <a:gd name="connsiteY163" fmla="*/ 484955 h 5003808"/>
              <a:gd name="connsiteX164" fmla="*/ 523520 w 12192000"/>
              <a:gd name="connsiteY164" fmla="*/ 480543 h 5003808"/>
              <a:gd name="connsiteX165" fmla="*/ 632714 w 12192000"/>
              <a:gd name="connsiteY165" fmla="*/ 440931 h 5003808"/>
              <a:gd name="connsiteX166" fmla="*/ 651426 w 12192000"/>
              <a:gd name="connsiteY166" fmla="*/ 434374 h 5003808"/>
              <a:gd name="connsiteX167" fmla="*/ 667724 w 12192000"/>
              <a:gd name="connsiteY167" fmla="*/ 435968 h 5003808"/>
              <a:gd name="connsiteX168" fmla="*/ 757679 w 12192000"/>
              <a:gd name="connsiteY168" fmla="*/ 428975 h 5003808"/>
              <a:gd name="connsiteX169" fmla="*/ 779159 w 12192000"/>
              <a:gd name="connsiteY169" fmla="*/ 431889 h 5003808"/>
              <a:gd name="connsiteX170" fmla="*/ 788293 w 12192000"/>
              <a:gd name="connsiteY170" fmla="*/ 438693 h 5003808"/>
              <a:gd name="connsiteX171" fmla="*/ 822923 w 12192000"/>
              <a:gd name="connsiteY171" fmla="*/ 424904 h 5003808"/>
              <a:gd name="connsiteX172" fmla="*/ 876559 w 12192000"/>
              <a:gd name="connsiteY172" fmla="*/ 414918 h 5003808"/>
              <a:gd name="connsiteX173" fmla="*/ 902011 w 12192000"/>
              <a:gd name="connsiteY173" fmla="*/ 407948 h 5003808"/>
              <a:gd name="connsiteX174" fmla="*/ 922715 w 12192000"/>
              <a:gd name="connsiteY174" fmla="*/ 411529 h 5003808"/>
              <a:gd name="connsiteX175" fmla="*/ 1040139 w 12192000"/>
              <a:gd name="connsiteY175" fmla="*/ 410420 h 5003808"/>
              <a:gd name="connsiteX176" fmla="*/ 1067251 w 12192000"/>
              <a:gd name="connsiteY176" fmla="*/ 416214 h 5003808"/>
              <a:gd name="connsiteX177" fmla="*/ 1080272 w 12192000"/>
              <a:gd name="connsiteY177" fmla="*/ 428499 h 5003808"/>
              <a:gd name="connsiteX178" fmla="*/ 1090219 w 12192000"/>
              <a:gd name="connsiteY178" fmla="*/ 423856 h 5003808"/>
              <a:gd name="connsiteX179" fmla="*/ 1161226 w 12192000"/>
              <a:gd name="connsiteY179" fmla="*/ 422134 h 5003808"/>
              <a:gd name="connsiteX180" fmla="*/ 1207525 w 12192000"/>
              <a:gd name="connsiteY180" fmla="*/ 419869 h 5003808"/>
              <a:gd name="connsiteX181" fmla="*/ 1210030 w 12192000"/>
              <a:gd name="connsiteY181" fmla="*/ 402635 h 5003808"/>
              <a:gd name="connsiteX182" fmla="*/ 1251170 w 12192000"/>
              <a:gd name="connsiteY182" fmla="*/ 395772 h 5003808"/>
              <a:gd name="connsiteX183" fmla="*/ 1295331 w 12192000"/>
              <a:gd name="connsiteY183" fmla="*/ 406012 h 5003808"/>
              <a:gd name="connsiteX184" fmla="*/ 1347118 w 12192000"/>
              <a:gd name="connsiteY184" fmla="*/ 403534 h 5003808"/>
              <a:gd name="connsiteX185" fmla="*/ 1378108 w 12192000"/>
              <a:gd name="connsiteY185" fmla="*/ 402240 h 5003808"/>
              <a:gd name="connsiteX186" fmla="*/ 1459192 w 12192000"/>
              <a:gd name="connsiteY186" fmla="*/ 384749 h 5003808"/>
              <a:gd name="connsiteX187" fmla="*/ 1590120 w 12192000"/>
              <a:gd name="connsiteY187" fmla="*/ 321438 h 5003808"/>
              <a:gd name="connsiteX188" fmla="*/ 1631417 w 12192000"/>
              <a:gd name="connsiteY188" fmla="*/ 312057 h 5003808"/>
              <a:gd name="connsiteX189" fmla="*/ 1638727 w 12192000"/>
              <a:gd name="connsiteY189" fmla="*/ 315440 h 5003808"/>
              <a:gd name="connsiteX190" fmla="*/ 1844438 w 12192000"/>
              <a:gd name="connsiteY190" fmla="*/ 275134 h 5003808"/>
              <a:gd name="connsiteX191" fmla="*/ 1881324 w 12192000"/>
              <a:gd name="connsiteY191" fmla="*/ 272327 h 5003808"/>
              <a:gd name="connsiteX192" fmla="*/ 1908999 w 12192000"/>
              <a:gd name="connsiteY192" fmla="*/ 273168 h 5003808"/>
              <a:gd name="connsiteX193" fmla="*/ 1974956 w 12192000"/>
              <a:gd name="connsiteY193" fmla="*/ 259788 h 5003808"/>
              <a:gd name="connsiteX194" fmla="*/ 2082409 w 12192000"/>
              <a:gd name="connsiteY194" fmla="*/ 231120 h 5003808"/>
              <a:gd name="connsiteX195" fmla="*/ 2105639 w 12192000"/>
              <a:gd name="connsiteY195" fmla="*/ 226478 h 5003808"/>
              <a:gd name="connsiteX196" fmla="*/ 2126992 w 12192000"/>
              <a:gd name="connsiteY196" fmla="*/ 228298 h 5003808"/>
              <a:gd name="connsiteX197" fmla="*/ 2133154 w 12192000"/>
              <a:gd name="connsiteY197" fmla="*/ 233782 h 5003808"/>
              <a:gd name="connsiteX198" fmla="*/ 2146154 w 12192000"/>
              <a:gd name="connsiteY198" fmla="*/ 232162 h 5003808"/>
              <a:gd name="connsiteX199" fmla="*/ 2149901 w 12192000"/>
              <a:gd name="connsiteY199" fmla="*/ 232946 h 5003808"/>
              <a:gd name="connsiteX200" fmla="*/ 2171100 w 12192000"/>
              <a:gd name="connsiteY200" fmla="*/ 236219 h 5003808"/>
              <a:gd name="connsiteX201" fmla="*/ 2209148 w 12192000"/>
              <a:gd name="connsiteY201" fmla="*/ 213055 h 5003808"/>
              <a:gd name="connsiteX202" fmla="*/ 2261889 w 12192000"/>
              <a:gd name="connsiteY202" fmla="*/ 209362 h 5003808"/>
              <a:gd name="connsiteX203" fmla="*/ 2452315 w 12192000"/>
              <a:gd name="connsiteY203" fmla="*/ 156729 h 5003808"/>
              <a:gd name="connsiteX204" fmla="*/ 2487710 w 12192000"/>
              <a:gd name="connsiteY204" fmla="*/ 173097 h 5003808"/>
              <a:gd name="connsiteX205" fmla="*/ 2567870 w 12192000"/>
              <a:gd name="connsiteY205" fmla="*/ 160252 h 5003808"/>
              <a:gd name="connsiteX206" fmla="*/ 2677053 w 12192000"/>
              <a:gd name="connsiteY206" fmla="*/ 96343 h 5003808"/>
              <a:gd name="connsiteX207" fmla="*/ 2823914 w 12192000"/>
              <a:gd name="connsiteY207" fmla="*/ 70697 h 5003808"/>
              <a:gd name="connsiteX208" fmla="*/ 2831912 w 12192000"/>
              <a:gd name="connsiteY208" fmla="*/ 59256 h 5003808"/>
              <a:gd name="connsiteX209" fmla="*/ 2843870 w 12192000"/>
              <a:gd name="connsiteY209" fmla="*/ 51337 h 5003808"/>
              <a:gd name="connsiteX210" fmla="*/ 2846217 w 12192000"/>
              <a:gd name="connsiteY210" fmla="*/ 51855 h 5003808"/>
              <a:gd name="connsiteX211" fmla="*/ 2862745 w 12192000"/>
              <a:gd name="connsiteY211" fmla="*/ 47072 h 5003808"/>
              <a:gd name="connsiteX212" fmla="*/ 2864596 w 12192000"/>
              <a:gd name="connsiteY212" fmla="*/ 43048 h 5003808"/>
              <a:gd name="connsiteX213" fmla="*/ 2875381 w 12192000"/>
              <a:gd name="connsiteY213" fmla="*/ 38833 h 5003808"/>
              <a:gd name="connsiteX214" fmla="*/ 2895139 w 12192000"/>
              <a:gd name="connsiteY214" fmla="*/ 28016 h 5003808"/>
              <a:gd name="connsiteX215" fmla="*/ 2900232 w 12192000"/>
              <a:gd name="connsiteY215" fmla="*/ 28348 h 5003808"/>
              <a:gd name="connsiteX216" fmla="*/ 2932205 w 12192000"/>
              <a:gd name="connsiteY216" fmla="*/ 15703 h 5003808"/>
              <a:gd name="connsiteX217" fmla="*/ 2933310 w 12192000"/>
              <a:gd name="connsiteY217" fmla="*/ 16646 h 5003808"/>
              <a:gd name="connsiteX218" fmla="*/ 2945218 w 12192000"/>
              <a:gd name="connsiteY218" fmla="*/ 17971 h 5003808"/>
              <a:gd name="connsiteX219" fmla="*/ 2966465 w 12192000"/>
              <a:gd name="connsiteY219" fmla="*/ 17947 h 5003808"/>
              <a:gd name="connsiteX220" fmla="*/ 3023668 w 12192000"/>
              <a:gd name="connsiteY220" fmla="*/ 31735 h 5003808"/>
              <a:gd name="connsiteX221" fmla="*/ 3057077 w 12192000"/>
              <a:gd name="connsiteY221" fmla="*/ 18675 h 5003808"/>
              <a:gd name="connsiteX222" fmla="*/ 3151915 w 12192000"/>
              <a:gd name="connsiteY222" fmla="*/ 15073 h 5003808"/>
              <a:gd name="connsiteX223" fmla="*/ 3251671 w 12192000"/>
              <a:gd name="connsiteY223" fmla="*/ 35405 h 5003808"/>
              <a:gd name="connsiteX224" fmla="*/ 3351400 w 12192000"/>
              <a:gd name="connsiteY224" fmla="*/ 36517 h 5003808"/>
              <a:gd name="connsiteX225" fmla="*/ 3387481 w 12192000"/>
              <a:gd name="connsiteY225" fmla="*/ 35273 h 5003808"/>
              <a:gd name="connsiteX226" fmla="*/ 3451923 w 12192000"/>
              <a:gd name="connsiteY226" fmla="*/ 40312 h 5003808"/>
              <a:gd name="connsiteX227" fmla="*/ 3481520 w 12192000"/>
              <a:gd name="connsiteY227" fmla="*/ 47117 h 5003808"/>
              <a:gd name="connsiteX228" fmla="*/ 3482804 w 12192000"/>
              <a:gd name="connsiteY228" fmla="*/ 46642 h 5003808"/>
              <a:gd name="connsiteX229" fmla="*/ 3485495 w 12192000"/>
              <a:gd name="connsiteY229" fmla="*/ 49751 h 5003808"/>
              <a:gd name="connsiteX230" fmla="*/ 3490972 w 12192000"/>
              <a:gd name="connsiteY230" fmla="*/ 51116 h 5003808"/>
              <a:gd name="connsiteX231" fmla="*/ 3505835 w 12192000"/>
              <a:gd name="connsiteY231" fmla="*/ 49907 h 5003808"/>
              <a:gd name="connsiteX232" fmla="*/ 3511410 w 12192000"/>
              <a:gd name="connsiteY232" fmla="*/ 48638 h 5003808"/>
              <a:gd name="connsiteX233" fmla="*/ 3519598 w 12192000"/>
              <a:gd name="connsiteY233" fmla="*/ 48513 h 5003808"/>
              <a:gd name="connsiteX234" fmla="*/ 3519807 w 12192000"/>
              <a:gd name="connsiteY234" fmla="*/ 48768 h 5003808"/>
              <a:gd name="connsiteX235" fmla="*/ 3527466 w 12192000"/>
              <a:gd name="connsiteY235" fmla="*/ 48146 h 5003808"/>
              <a:gd name="connsiteX236" fmla="*/ 3564889 w 12192000"/>
              <a:gd name="connsiteY236" fmla="*/ 41820 h 5003808"/>
              <a:gd name="connsiteX237" fmla="*/ 3614922 w 12192000"/>
              <a:gd name="connsiteY237" fmla="*/ 65634 h 5003808"/>
              <a:gd name="connsiteX238" fmla="*/ 3635506 w 12192000"/>
              <a:gd name="connsiteY238" fmla="*/ 69548 h 5003808"/>
              <a:gd name="connsiteX239" fmla="*/ 3646525 w 12192000"/>
              <a:gd name="connsiteY239" fmla="*/ 73023 h 5003808"/>
              <a:gd name="connsiteX240" fmla="*/ 3647224 w 12192000"/>
              <a:gd name="connsiteY240" fmla="*/ 74133 h 5003808"/>
              <a:gd name="connsiteX241" fmla="*/ 3683100 w 12192000"/>
              <a:gd name="connsiteY241" fmla="*/ 67939 h 5003808"/>
              <a:gd name="connsiteX242" fmla="*/ 3687901 w 12192000"/>
              <a:gd name="connsiteY242" fmla="*/ 69202 h 5003808"/>
              <a:gd name="connsiteX243" fmla="*/ 3711234 w 12192000"/>
              <a:gd name="connsiteY243" fmla="*/ 62495 h 5003808"/>
              <a:gd name="connsiteX244" fmla="*/ 3723318 w 12192000"/>
              <a:gd name="connsiteY244" fmla="*/ 60455 h 5003808"/>
              <a:gd name="connsiteX245" fmla="*/ 3726677 w 12192000"/>
              <a:gd name="connsiteY245" fmla="*/ 56942 h 5003808"/>
              <a:gd name="connsiteX246" fmla="*/ 3744535 w 12192000"/>
              <a:gd name="connsiteY246" fmla="*/ 55420 h 5003808"/>
              <a:gd name="connsiteX247" fmla="*/ 3746608 w 12192000"/>
              <a:gd name="connsiteY247" fmla="*/ 56352 h 5003808"/>
              <a:gd name="connsiteX248" fmla="*/ 3761262 w 12192000"/>
              <a:gd name="connsiteY248" fmla="*/ 50977 h 5003808"/>
              <a:gd name="connsiteX249" fmla="*/ 3773451 w 12192000"/>
              <a:gd name="connsiteY249" fmla="*/ 41496 h 5003808"/>
              <a:gd name="connsiteX250" fmla="*/ 3925626 w 12192000"/>
              <a:gd name="connsiteY250" fmla="*/ 44131 h 5003808"/>
              <a:gd name="connsiteX251" fmla="*/ 4056184 w 12192000"/>
              <a:gd name="connsiteY251" fmla="*/ 3115 h 5003808"/>
              <a:gd name="connsiteX0" fmla="*/ 4056184 w 12192000"/>
              <a:gd name="connsiteY0" fmla="*/ 3115 h 5003808"/>
              <a:gd name="connsiteX1" fmla="*/ 4138795 w 12192000"/>
              <a:gd name="connsiteY1" fmla="*/ 5658 h 5003808"/>
              <a:gd name="connsiteX2" fmla="*/ 4166706 w 12192000"/>
              <a:gd name="connsiteY2" fmla="*/ 27903 h 5003808"/>
              <a:gd name="connsiteX3" fmla="*/ 4371550 w 12192000"/>
              <a:gd name="connsiteY3" fmla="*/ 12746 h 5003808"/>
              <a:gd name="connsiteX4" fmla="*/ 4424056 w 12192000"/>
              <a:gd name="connsiteY4" fmla="*/ 18981 h 5003808"/>
              <a:gd name="connsiteX5" fmla="*/ 4469897 w 12192000"/>
              <a:gd name="connsiteY5" fmla="*/ 3830 h 5003808"/>
              <a:gd name="connsiteX6" fmla="*/ 4489151 w 12192000"/>
              <a:gd name="connsiteY6" fmla="*/ 10897 h 5003808"/>
              <a:gd name="connsiteX7" fmla="*/ 4492479 w 12192000"/>
              <a:gd name="connsiteY7" fmla="*/ 12342 h 5003808"/>
              <a:gd name="connsiteX8" fmla="*/ 4505693 w 12192000"/>
              <a:gd name="connsiteY8" fmla="*/ 13196 h 5003808"/>
              <a:gd name="connsiteX9" fmla="*/ 4509529 w 12192000"/>
              <a:gd name="connsiteY9" fmla="*/ 19597 h 5003808"/>
              <a:gd name="connsiteX10" fmla="*/ 4529499 w 12192000"/>
              <a:gd name="connsiteY10" fmla="*/ 25299 h 5003808"/>
              <a:gd name="connsiteX11" fmla="*/ 4553795 w 12192000"/>
              <a:gd name="connsiteY11" fmla="*/ 25153 h 5003808"/>
              <a:gd name="connsiteX12" fmla="*/ 4640118 w 12192000"/>
              <a:gd name="connsiteY12" fmla="*/ 25311 h 5003808"/>
              <a:gd name="connsiteX13" fmla="*/ 4654127 w 12192000"/>
              <a:gd name="connsiteY13" fmla="*/ 21564 h 5003808"/>
              <a:gd name="connsiteX14" fmla="*/ 4700168 w 12192000"/>
              <a:gd name="connsiteY14" fmla="*/ 26565 h 5003808"/>
              <a:gd name="connsiteX15" fmla="*/ 4741127 w 12192000"/>
              <a:gd name="connsiteY15" fmla="*/ 27139 h 5003808"/>
              <a:gd name="connsiteX16" fmla="*/ 4767598 w 12192000"/>
              <a:gd name="connsiteY16" fmla="*/ 23884 h 5003808"/>
              <a:gd name="connsiteX17" fmla="*/ 4774592 w 12192000"/>
              <a:gd name="connsiteY17" fmla="*/ 26061 h 5003808"/>
              <a:gd name="connsiteX18" fmla="*/ 4801328 w 12192000"/>
              <a:gd name="connsiteY18" fmla="*/ 27066 h 5003808"/>
              <a:gd name="connsiteX19" fmla="*/ 4814870 w 12192000"/>
              <a:gd name="connsiteY19" fmla="*/ 23409 h 5003808"/>
              <a:gd name="connsiteX20" fmla="*/ 4828440 w 12192000"/>
              <a:gd name="connsiteY20" fmla="*/ 31027 h 5003808"/>
              <a:gd name="connsiteX21" fmla="*/ 4831826 w 12192000"/>
              <a:gd name="connsiteY21" fmla="*/ 36730 h 5003808"/>
              <a:gd name="connsiteX22" fmla="*/ 4850785 w 12192000"/>
              <a:gd name="connsiteY22" fmla="*/ 33802 h 5003808"/>
              <a:gd name="connsiteX23" fmla="*/ 4866468 w 12192000"/>
              <a:gd name="connsiteY23" fmla="*/ 39151 h 5003808"/>
              <a:gd name="connsiteX24" fmla="*/ 4879983 w 12192000"/>
              <a:gd name="connsiteY24" fmla="*/ 35227 h 5003808"/>
              <a:gd name="connsiteX25" fmla="*/ 4885635 w 12192000"/>
              <a:gd name="connsiteY25" fmla="*/ 35954 h 5003808"/>
              <a:gd name="connsiteX26" fmla="*/ 4899698 w 12192000"/>
              <a:gd name="connsiteY26" fmla="*/ 38488 h 5003808"/>
              <a:gd name="connsiteX27" fmla="*/ 4923986 w 12192000"/>
              <a:gd name="connsiteY27" fmla="*/ 44244 h 5003808"/>
              <a:gd name="connsiteX28" fmla="*/ 4931544 w 12192000"/>
              <a:gd name="connsiteY28" fmla="*/ 44970 h 5003808"/>
              <a:gd name="connsiteX29" fmla="*/ 4948135 w 12192000"/>
              <a:gd name="connsiteY29" fmla="*/ 54141 h 5003808"/>
              <a:gd name="connsiteX30" fmla="*/ 4980068 w 12192000"/>
              <a:gd name="connsiteY30" fmla="*/ 61664 h 5003808"/>
              <a:gd name="connsiteX31" fmla="*/ 5036541 w 12192000"/>
              <a:gd name="connsiteY31" fmla="*/ 88905 h 5003808"/>
              <a:gd name="connsiteX32" fmla="*/ 5069678 w 12192000"/>
              <a:gd name="connsiteY32" fmla="*/ 101791 h 5003808"/>
              <a:gd name="connsiteX33" fmla="*/ 5092160 w 12192000"/>
              <a:gd name="connsiteY33" fmla="*/ 113815 h 5003808"/>
              <a:gd name="connsiteX34" fmla="*/ 5158166 w 12192000"/>
              <a:gd name="connsiteY34" fmla="*/ 130180 h 5003808"/>
              <a:gd name="connsiteX35" fmla="*/ 5271252 w 12192000"/>
              <a:gd name="connsiteY35" fmla="*/ 151350 h 5003808"/>
              <a:gd name="connsiteX36" fmla="*/ 5294438 w 12192000"/>
              <a:gd name="connsiteY36" fmla="*/ 157168 h 5003808"/>
              <a:gd name="connsiteX37" fmla="*/ 5310840 w 12192000"/>
              <a:gd name="connsiteY37" fmla="*/ 167381 h 5003808"/>
              <a:gd name="connsiteX38" fmla="*/ 5311570 w 12192000"/>
              <a:gd name="connsiteY38" fmla="*/ 174293 h 5003808"/>
              <a:gd name="connsiteX39" fmla="*/ 5323756 w 12192000"/>
              <a:gd name="connsiteY39" fmla="*/ 178330 h 5003808"/>
              <a:gd name="connsiteX40" fmla="*/ 5326259 w 12192000"/>
              <a:gd name="connsiteY40" fmla="*/ 180492 h 5003808"/>
              <a:gd name="connsiteX41" fmla="*/ 5341357 w 12192000"/>
              <a:gd name="connsiteY41" fmla="*/ 191805 h 5003808"/>
              <a:gd name="connsiteX42" fmla="*/ 5391908 w 12192000"/>
              <a:gd name="connsiteY42" fmla="*/ 188903 h 5003808"/>
              <a:gd name="connsiteX43" fmla="*/ 5492371 w 12192000"/>
              <a:gd name="connsiteY43" fmla="*/ 234753 h 5003808"/>
              <a:gd name="connsiteX44" fmla="*/ 5640913 w 12192000"/>
              <a:gd name="connsiteY44" fmla="*/ 243640 h 5003808"/>
              <a:gd name="connsiteX45" fmla="*/ 5877770 w 12192000"/>
              <a:gd name="connsiteY45" fmla="*/ 287577 h 5003808"/>
              <a:gd name="connsiteX46" fmla="*/ 5989615 w 12192000"/>
              <a:gd name="connsiteY46" fmla="*/ 310275 h 5003808"/>
              <a:gd name="connsiteX47" fmla="*/ 5996857 w 12192000"/>
              <a:gd name="connsiteY47" fmla="*/ 314161 h 5003808"/>
              <a:gd name="connsiteX48" fmla="*/ 6037387 w 12192000"/>
              <a:gd name="connsiteY48" fmla="*/ 303138 h 5003808"/>
              <a:gd name="connsiteX49" fmla="*/ 6113074 w 12192000"/>
              <a:gd name="connsiteY49" fmla="*/ 316457 h 5003808"/>
              <a:gd name="connsiteX50" fmla="*/ 6280929 w 12192000"/>
              <a:gd name="connsiteY50" fmla="*/ 341056 h 5003808"/>
              <a:gd name="connsiteX51" fmla="*/ 6298665 w 12192000"/>
              <a:gd name="connsiteY51" fmla="*/ 333543 h 5003808"/>
              <a:gd name="connsiteX52" fmla="*/ 6317326 w 12192000"/>
              <a:gd name="connsiteY52" fmla="*/ 330406 h 5003808"/>
              <a:gd name="connsiteX53" fmla="*/ 6319212 w 12192000"/>
              <a:gd name="connsiteY53" fmla="*/ 331616 h 5003808"/>
              <a:gd name="connsiteX54" fmla="*/ 6339724 w 12192000"/>
              <a:gd name="connsiteY54" fmla="*/ 332710 h 5003808"/>
              <a:gd name="connsiteX55" fmla="*/ 6345010 w 12192000"/>
              <a:gd name="connsiteY55" fmla="*/ 329760 h 5003808"/>
              <a:gd name="connsiteX56" fmla="*/ 6359332 w 12192000"/>
              <a:gd name="connsiteY56" fmla="*/ 329511 h 5003808"/>
              <a:gd name="connsiteX57" fmla="*/ 6388220 w 12192000"/>
              <a:gd name="connsiteY57" fmla="*/ 326326 h 5003808"/>
              <a:gd name="connsiteX58" fmla="*/ 6392994 w 12192000"/>
              <a:gd name="connsiteY58" fmla="*/ 328256 h 5003808"/>
              <a:gd name="connsiteX59" fmla="*/ 6435581 w 12192000"/>
              <a:gd name="connsiteY59" fmla="*/ 327387 h 5003808"/>
              <a:gd name="connsiteX60" fmla="*/ 6435870 w 12192000"/>
              <a:gd name="connsiteY60" fmla="*/ 328575 h 5003808"/>
              <a:gd name="connsiteX61" fmla="*/ 6446571 w 12192000"/>
              <a:gd name="connsiteY61" fmla="*/ 333569 h 5003808"/>
              <a:gd name="connsiteX62" fmla="*/ 6467701 w 12192000"/>
              <a:gd name="connsiteY62" fmla="*/ 340377 h 5003808"/>
              <a:gd name="connsiteX63" fmla="*/ 6512727 w 12192000"/>
              <a:gd name="connsiteY63" fmla="*/ 370917 h 5003808"/>
              <a:gd name="connsiteX64" fmla="*/ 6557094 w 12192000"/>
              <a:gd name="connsiteY64" fmla="*/ 370144 h 5003808"/>
              <a:gd name="connsiteX65" fmla="*/ 6565879 w 12192000"/>
              <a:gd name="connsiteY65" fmla="*/ 370642 h 5003808"/>
              <a:gd name="connsiteX66" fmla="*/ 6565997 w 12192000"/>
              <a:gd name="connsiteY66" fmla="*/ 370922 h 5003808"/>
              <a:gd name="connsiteX67" fmla="*/ 6575147 w 12192000"/>
              <a:gd name="connsiteY67" fmla="*/ 371986 h 5003808"/>
              <a:gd name="connsiteX68" fmla="*/ 6581899 w 12192000"/>
              <a:gd name="connsiteY68" fmla="*/ 371550 h 5003808"/>
              <a:gd name="connsiteX69" fmla="*/ 6598943 w 12192000"/>
              <a:gd name="connsiteY69" fmla="*/ 372518 h 5003808"/>
              <a:gd name="connsiteX70" fmla="*/ 6604421 w 12192000"/>
              <a:gd name="connsiteY70" fmla="*/ 374645 h 5003808"/>
              <a:gd name="connsiteX71" fmla="*/ 6606035 w 12192000"/>
              <a:gd name="connsiteY71" fmla="*/ 378077 h 5003808"/>
              <a:gd name="connsiteX72" fmla="*/ 6607669 w 12192000"/>
              <a:gd name="connsiteY72" fmla="*/ 377798 h 5003808"/>
              <a:gd name="connsiteX73" fmla="*/ 6637532 w 12192000"/>
              <a:gd name="connsiteY73" fmla="*/ 388737 h 5003808"/>
              <a:gd name="connsiteX74" fmla="*/ 6706880 w 12192000"/>
              <a:gd name="connsiteY74" fmla="*/ 402993 h 5003808"/>
              <a:gd name="connsiteX75" fmla="*/ 6747500 w 12192000"/>
              <a:gd name="connsiteY75" fmla="*/ 406998 h 5003808"/>
              <a:gd name="connsiteX76" fmla="*/ 6857783 w 12192000"/>
              <a:gd name="connsiteY76" fmla="*/ 422517 h 5003808"/>
              <a:gd name="connsiteX77" fmla="*/ 6967720 w 12192000"/>
              <a:gd name="connsiteY77" fmla="*/ 441551 h 5003808"/>
              <a:gd name="connsiteX78" fmla="*/ 7018394 w 12192000"/>
              <a:gd name="connsiteY78" fmla="*/ 470443 h 5003808"/>
              <a:gd name="connsiteX79" fmla="*/ 7024679 w 12192000"/>
              <a:gd name="connsiteY79" fmla="*/ 471580 h 5003808"/>
              <a:gd name="connsiteX80" fmla="*/ 7041715 w 12192000"/>
              <a:gd name="connsiteY80" fmla="*/ 469732 h 5003808"/>
              <a:gd name="connsiteX81" fmla="*/ 7048103 w 12192000"/>
              <a:gd name="connsiteY81" fmla="*/ 468222 h 5003808"/>
              <a:gd name="connsiteX82" fmla="*/ 7057490 w 12192000"/>
              <a:gd name="connsiteY82" fmla="*/ 467747 h 5003808"/>
              <a:gd name="connsiteX83" fmla="*/ 7057730 w 12192000"/>
              <a:gd name="connsiteY83" fmla="*/ 467995 h 5003808"/>
              <a:gd name="connsiteX84" fmla="*/ 7066511 w 12192000"/>
              <a:gd name="connsiteY84" fmla="*/ 467044 h 5003808"/>
              <a:gd name="connsiteX85" fmla="*/ 7109401 w 12192000"/>
              <a:gd name="connsiteY85" fmla="*/ 459098 h 5003808"/>
              <a:gd name="connsiteX86" fmla="*/ 7166830 w 12192000"/>
              <a:gd name="connsiteY86" fmla="*/ 480867 h 5003808"/>
              <a:gd name="connsiteX87" fmla="*/ 7190442 w 12192000"/>
              <a:gd name="connsiteY87" fmla="*/ 483920 h 5003808"/>
              <a:gd name="connsiteX88" fmla="*/ 7203083 w 12192000"/>
              <a:gd name="connsiteY88" fmla="*/ 486936 h 5003808"/>
              <a:gd name="connsiteX89" fmla="*/ 7203894 w 12192000"/>
              <a:gd name="connsiteY89" fmla="*/ 488020 h 5003808"/>
              <a:gd name="connsiteX90" fmla="*/ 7245004 w 12192000"/>
              <a:gd name="connsiteY90" fmla="*/ 480274 h 5003808"/>
              <a:gd name="connsiteX91" fmla="*/ 7250514 w 12192000"/>
              <a:gd name="connsiteY91" fmla="*/ 481336 h 5003808"/>
              <a:gd name="connsiteX92" fmla="*/ 7277246 w 12192000"/>
              <a:gd name="connsiteY92" fmla="*/ 473612 h 5003808"/>
              <a:gd name="connsiteX93" fmla="*/ 7291092 w 12192000"/>
              <a:gd name="connsiteY93" fmla="*/ 471047 h 5003808"/>
              <a:gd name="connsiteX94" fmla="*/ 7294933 w 12192000"/>
              <a:gd name="connsiteY94" fmla="*/ 467379 h 5003808"/>
              <a:gd name="connsiteX95" fmla="*/ 7315408 w 12192000"/>
              <a:gd name="connsiteY95" fmla="*/ 465090 h 5003808"/>
              <a:gd name="connsiteX96" fmla="*/ 7317786 w 12192000"/>
              <a:gd name="connsiteY96" fmla="*/ 465936 h 5003808"/>
              <a:gd name="connsiteX97" fmla="*/ 7334572 w 12192000"/>
              <a:gd name="connsiteY97" fmla="*/ 459918 h 5003808"/>
              <a:gd name="connsiteX98" fmla="*/ 7348520 w 12192000"/>
              <a:gd name="connsiteY98" fmla="*/ 449880 h 5003808"/>
              <a:gd name="connsiteX99" fmla="*/ 7522997 w 12192000"/>
              <a:gd name="connsiteY99" fmla="*/ 446039 h 5003808"/>
              <a:gd name="connsiteX100" fmla="*/ 7686985 w 12192000"/>
              <a:gd name="connsiteY100" fmla="*/ 423635 h 5003808"/>
              <a:gd name="connsiteX101" fmla="*/ 7854068 w 12192000"/>
              <a:gd name="connsiteY101" fmla="*/ 413604 h 5003808"/>
              <a:gd name="connsiteX102" fmla="*/ 8034165 w 12192000"/>
              <a:gd name="connsiteY102" fmla="*/ 395529 h 5003808"/>
              <a:gd name="connsiteX103" fmla="*/ 8094381 w 12192000"/>
              <a:gd name="connsiteY103" fmla="*/ 399548 h 5003808"/>
              <a:gd name="connsiteX104" fmla="*/ 8146898 w 12192000"/>
              <a:gd name="connsiteY104" fmla="*/ 382388 h 5003808"/>
              <a:gd name="connsiteX105" fmla="*/ 8168993 w 12192000"/>
              <a:gd name="connsiteY105" fmla="*/ 388660 h 5003808"/>
              <a:gd name="connsiteX106" fmla="*/ 8172809 w 12192000"/>
              <a:gd name="connsiteY106" fmla="*/ 389967 h 5003808"/>
              <a:gd name="connsiteX107" fmla="*/ 8187962 w 12192000"/>
              <a:gd name="connsiteY107" fmla="*/ 390263 h 5003808"/>
              <a:gd name="connsiteX108" fmla="*/ 8192382 w 12192000"/>
              <a:gd name="connsiteY108" fmla="*/ 396522 h 5003808"/>
              <a:gd name="connsiteX109" fmla="*/ 8375192 w 12192000"/>
              <a:gd name="connsiteY109" fmla="*/ 387709 h 5003808"/>
              <a:gd name="connsiteX110" fmla="*/ 8454377 w 12192000"/>
              <a:gd name="connsiteY110" fmla="*/ 384161 h 5003808"/>
              <a:gd name="connsiteX111" fmla="*/ 8484740 w 12192000"/>
              <a:gd name="connsiteY111" fmla="*/ 388989 h 5003808"/>
              <a:gd name="connsiteX112" fmla="*/ 8601673 w 12192000"/>
              <a:gd name="connsiteY112" fmla="*/ 400931 h 5003808"/>
              <a:gd name="connsiteX113" fmla="*/ 8701676 w 12192000"/>
              <a:gd name="connsiteY113" fmla="*/ 405181 h 5003808"/>
              <a:gd name="connsiteX114" fmla="*/ 8773288 w 12192000"/>
              <a:gd name="connsiteY114" fmla="*/ 381907 h 5003808"/>
              <a:gd name="connsiteX115" fmla="*/ 8779909 w 12192000"/>
              <a:gd name="connsiteY115" fmla="*/ 386276 h 5003808"/>
              <a:gd name="connsiteX116" fmla="*/ 8829932 w 12192000"/>
              <a:gd name="connsiteY116" fmla="*/ 383073 h 5003808"/>
              <a:gd name="connsiteX117" fmla="*/ 9003386 w 12192000"/>
              <a:gd name="connsiteY117" fmla="*/ 340072 h 5003808"/>
              <a:gd name="connsiteX118" fmla="*/ 9101185 w 12192000"/>
              <a:gd name="connsiteY118" fmla="*/ 334692 h 5003808"/>
              <a:gd name="connsiteX119" fmla="*/ 9136185 w 12192000"/>
              <a:gd name="connsiteY119" fmla="*/ 337908 h 5003808"/>
              <a:gd name="connsiteX120" fmla="*/ 9194801 w 12192000"/>
              <a:gd name="connsiteY120" fmla="*/ 342979 h 5003808"/>
              <a:gd name="connsiteX121" fmla="*/ 9239316 w 12192000"/>
              <a:gd name="connsiteY121" fmla="*/ 359388 h 5003808"/>
              <a:gd name="connsiteX122" fmla="*/ 9288052 w 12192000"/>
              <a:gd name="connsiteY122" fmla="*/ 358626 h 5003808"/>
              <a:gd name="connsiteX123" fmla="*/ 9298465 w 12192000"/>
              <a:gd name="connsiteY123" fmla="*/ 342126 h 5003808"/>
              <a:gd name="connsiteX124" fmla="*/ 9350892 w 12192000"/>
              <a:gd name="connsiteY124" fmla="*/ 346608 h 5003808"/>
              <a:gd name="connsiteX125" fmla="*/ 9430522 w 12192000"/>
              <a:gd name="connsiteY125" fmla="*/ 355198 h 5003808"/>
              <a:gd name="connsiteX126" fmla="*/ 9476215 w 12192000"/>
              <a:gd name="connsiteY126" fmla="*/ 355937 h 5003808"/>
              <a:gd name="connsiteX127" fmla="*/ 9601276 w 12192000"/>
              <a:gd name="connsiteY127" fmla="*/ 362534 h 5003808"/>
              <a:gd name="connsiteX128" fmla="*/ 9726733 w 12192000"/>
              <a:gd name="connsiteY128" fmla="*/ 372631 h 5003808"/>
              <a:gd name="connsiteX129" fmla="*/ 9802144 w 12192000"/>
              <a:gd name="connsiteY129" fmla="*/ 398309 h 5003808"/>
              <a:gd name="connsiteX130" fmla="*/ 9905153 w 12192000"/>
              <a:gd name="connsiteY130" fmla="*/ 404480 h 5003808"/>
              <a:gd name="connsiteX131" fmla="*/ 9922553 w 12192000"/>
              <a:gd name="connsiteY131" fmla="*/ 408399 h 5003808"/>
              <a:gd name="connsiteX132" fmla="*/ 10044658 w 12192000"/>
              <a:gd name="connsiteY132" fmla="*/ 421907 h 5003808"/>
              <a:gd name="connsiteX133" fmla="*/ 10184585 w 12192000"/>
              <a:gd name="connsiteY133" fmla="*/ 410968 h 5003808"/>
              <a:gd name="connsiteX134" fmla="*/ 10366435 w 12192000"/>
              <a:gd name="connsiteY134" fmla="*/ 466258 h 5003808"/>
              <a:gd name="connsiteX135" fmla="*/ 10688220 w 12192000"/>
              <a:gd name="connsiteY135" fmla="*/ 546088 h 5003808"/>
              <a:gd name="connsiteX136" fmla="*/ 11026690 w 12192000"/>
              <a:gd name="connsiteY136" fmla="*/ 554511 h 5003808"/>
              <a:gd name="connsiteX137" fmla="*/ 11113779 w 12192000"/>
              <a:gd name="connsiteY137" fmla="*/ 537698 h 5003808"/>
              <a:gd name="connsiteX138" fmla="*/ 11369556 w 12192000"/>
              <a:gd name="connsiteY138" fmla="*/ 495549 h 5003808"/>
              <a:gd name="connsiteX139" fmla="*/ 11623342 w 12192000"/>
              <a:gd name="connsiteY139" fmla="*/ 392258 h 5003808"/>
              <a:gd name="connsiteX140" fmla="*/ 11786511 w 12192000"/>
              <a:gd name="connsiteY140" fmla="*/ 362220 h 5003808"/>
              <a:gd name="connsiteX141" fmla="*/ 11862577 w 12192000"/>
              <a:gd name="connsiteY141" fmla="*/ 334379 h 5003808"/>
              <a:gd name="connsiteX142" fmla="*/ 11916612 w 12192000"/>
              <a:gd name="connsiteY142" fmla="*/ 327640 h 5003808"/>
              <a:gd name="connsiteX143" fmla="*/ 11948830 w 12192000"/>
              <a:gd name="connsiteY143" fmla="*/ 321892 h 5003808"/>
              <a:gd name="connsiteX144" fmla="*/ 12001583 w 12192000"/>
              <a:gd name="connsiteY144" fmla="*/ 283473 h 5003808"/>
              <a:gd name="connsiteX145" fmla="*/ 12174977 w 12192000"/>
              <a:gd name="connsiteY145" fmla="*/ 268482 h 5003808"/>
              <a:gd name="connsiteX146" fmla="*/ 12192000 w 12192000"/>
              <a:gd name="connsiteY146" fmla="*/ 260379 h 5003808"/>
              <a:gd name="connsiteX147" fmla="*/ 12192000 w 12192000"/>
              <a:gd name="connsiteY147" fmla="*/ 5003808 h 5003808"/>
              <a:gd name="connsiteX148" fmla="*/ 0 w 12192000"/>
              <a:gd name="connsiteY148" fmla="*/ 5003808 h 5003808"/>
              <a:gd name="connsiteX149" fmla="*/ 0 w 12192000"/>
              <a:gd name="connsiteY149" fmla="*/ 621279 h 5003808"/>
              <a:gd name="connsiteX150" fmla="*/ 11075 w 12192000"/>
              <a:gd name="connsiteY150" fmla="*/ 619008 h 5003808"/>
              <a:gd name="connsiteX151" fmla="*/ 44061 w 12192000"/>
              <a:gd name="connsiteY151" fmla="*/ 612426 h 5003808"/>
              <a:gd name="connsiteX152" fmla="*/ 136694 w 12192000"/>
              <a:gd name="connsiteY152" fmla="*/ 560245 h 5003808"/>
              <a:gd name="connsiteX153" fmla="*/ 170342 w 12192000"/>
              <a:gd name="connsiteY153" fmla="*/ 554907 h 5003808"/>
              <a:gd name="connsiteX154" fmla="*/ 168955 w 12192000"/>
              <a:gd name="connsiteY154" fmla="*/ 545994 h 5003808"/>
              <a:gd name="connsiteX155" fmla="*/ 181474 w 12192000"/>
              <a:gd name="connsiteY155" fmla="*/ 545111 h 5003808"/>
              <a:gd name="connsiteX156" fmla="*/ 209440 w 12192000"/>
              <a:gd name="connsiteY156" fmla="*/ 544391 h 5003808"/>
              <a:gd name="connsiteX157" fmla="*/ 293152 w 12192000"/>
              <a:gd name="connsiteY157" fmla="*/ 540406 h 5003808"/>
              <a:gd name="connsiteX158" fmla="*/ 315693 w 12192000"/>
              <a:gd name="connsiteY158" fmla="*/ 522860 h 5003808"/>
              <a:gd name="connsiteX159" fmla="*/ 337305 w 12192000"/>
              <a:gd name="connsiteY159" fmla="*/ 522202 h 5003808"/>
              <a:gd name="connsiteX160" fmla="*/ 462252 w 12192000"/>
              <a:gd name="connsiteY160" fmla="*/ 496981 h 5003808"/>
              <a:gd name="connsiteX161" fmla="*/ 479457 w 12192000"/>
              <a:gd name="connsiteY161" fmla="*/ 494953 h 5003808"/>
              <a:gd name="connsiteX162" fmla="*/ 488653 w 12192000"/>
              <a:gd name="connsiteY162" fmla="*/ 487087 h 5003808"/>
              <a:gd name="connsiteX163" fmla="*/ 522053 w 12192000"/>
              <a:gd name="connsiteY163" fmla="*/ 484955 h 5003808"/>
              <a:gd name="connsiteX164" fmla="*/ 523520 w 12192000"/>
              <a:gd name="connsiteY164" fmla="*/ 480543 h 5003808"/>
              <a:gd name="connsiteX165" fmla="*/ 632714 w 12192000"/>
              <a:gd name="connsiteY165" fmla="*/ 440931 h 5003808"/>
              <a:gd name="connsiteX166" fmla="*/ 651426 w 12192000"/>
              <a:gd name="connsiteY166" fmla="*/ 434374 h 5003808"/>
              <a:gd name="connsiteX167" fmla="*/ 667724 w 12192000"/>
              <a:gd name="connsiteY167" fmla="*/ 435968 h 5003808"/>
              <a:gd name="connsiteX168" fmla="*/ 757679 w 12192000"/>
              <a:gd name="connsiteY168" fmla="*/ 428975 h 5003808"/>
              <a:gd name="connsiteX169" fmla="*/ 779159 w 12192000"/>
              <a:gd name="connsiteY169" fmla="*/ 431889 h 5003808"/>
              <a:gd name="connsiteX170" fmla="*/ 788293 w 12192000"/>
              <a:gd name="connsiteY170" fmla="*/ 438693 h 5003808"/>
              <a:gd name="connsiteX171" fmla="*/ 822923 w 12192000"/>
              <a:gd name="connsiteY171" fmla="*/ 424904 h 5003808"/>
              <a:gd name="connsiteX172" fmla="*/ 876559 w 12192000"/>
              <a:gd name="connsiteY172" fmla="*/ 414918 h 5003808"/>
              <a:gd name="connsiteX173" fmla="*/ 902011 w 12192000"/>
              <a:gd name="connsiteY173" fmla="*/ 407948 h 5003808"/>
              <a:gd name="connsiteX174" fmla="*/ 922715 w 12192000"/>
              <a:gd name="connsiteY174" fmla="*/ 411529 h 5003808"/>
              <a:gd name="connsiteX175" fmla="*/ 1040139 w 12192000"/>
              <a:gd name="connsiteY175" fmla="*/ 410420 h 5003808"/>
              <a:gd name="connsiteX176" fmla="*/ 1067251 w 12192000"/>
              <a:gd name="connsiteY176" fmla="*/ 416214 h 5003808"/>
              <a:gd name="connsiteX177" fmla="*/ 1080272 w 12192000"/>
              <a:gd name="connsiteY177" fmla="*/ 428499 h 5003808"/>
              <a:gd name="connsiteX178" fmla="*/ 1090219 w 12192000"/>
              <a:gd name="connsiteY178" fmla="*/ 423856 h 5003808"/>
              <a:gd name="connsiteX179" fmla="*/ 1161226 w 12192000"/>
              <a:gd name="connsiteY179" fmla="*/ 422134 h 5003808"/>
              <a:gd name="connsiteX180" fmla="*/ 1207525 w 12192000"/>
              <a:gd name="connsiteY180" fmla="*/ 419869 h 5003808"/>
              <a:gd name="connsiteX181" fmla="*/ 1210030 w 12192000"/>
              <a:gd name="connsiteY181" fmla="*/ 402635 h 5003808"/>
              <a:gd name="connsiteX182" fmla="*/ 1251170 w 12192000"/>
              <a:gd name="connsiteY182" fmla="*/ 395772 h 5003808"/>
              <a:gd name="connsiteX183" fmla="*/ 1295331 w 12192000"/>
              <a:gd name="connsiteY183" fmla="*/ 406012 h 5003808"/>
              <a:gd name="connsiteX184" fmla="*/ 1347118 w 12192000"/>
              <a:gd name="connsiteY184" fmla="*/ 403534 h 5003808"/>
              <a:gd name="connsiteX185" fmla="*/ 1378108 w 12192000"/>
              <a:gd name="connsiteY185" fmla="*/ 402240 h 5003808"/>
              <a:gd name="connsiteX186" fmla="*/ 1459192 w 12192000"/>
              <a:gd name="connsiteY186" fmla="*/ 384749 h 5003808"/>
              <a:gd name="connsiteX187" fmla="*/ 1590120 w 12192000"/>
              <a:gd name="connsiteY187" fmla="*/ 321438 h 5003808"/>
              <a:gd name="connsiteX188" fmla="*/ 1631417 w 12192000"/>
              <a:gd name="connsiteY188" fmla="*/ 312057 h 5003808"/>
              <a:gd name="connsiteX189" fmla="*/ 1638727 w 12192000"/>
              <a:gd name="connsiteY189" fmla="*/ 315440 h 5003808"/>
              <a:gd name="connsiteX190" fmla="*/ 1844438 w 12192000"/>
              <a:gd name="connsiteY190" fmla="*/ 275134 h 5003808"/>
              <a:gd name="connsiteX191" fmla="*/ 1881324 w 12192000"/>
              <a:gd name="connsiteY191" fmla="*/ 272327 h 5003808"/>
              <a:gd name="connsiteX192" fmla="*/ 1908999 w 12192000"/>
              <a:gd name="connsiteY192" fmla="*/ 273168 h 5003808"/>
              <a:gd name="connsiteX193" fmla="*/ 1974956 w 12192000"/>
              <a:gd name="connsiteY193" fmla="*/ 259788 h 5003808"/>
              <a:gd name="connsiteX194" fmla="*/ 2082409 w 12192000"/>
              <a:gd name="connsiteY194" fmla="*/ 231120 h 5003808"/>
              <a:gd name="connsiteX195" fmla="*/ 2105639 w 12192000"/>
              <a:gd name="connsiteY195" fmla="*/ 226478 h 5003808"/>
              <a:gd name="connsiteX196" fmla="*/ 2126992 w 12192000"/>
              <a:gd name="connsiteY196" fmla="*/ 228298 h 5003808"/>
              <a:gd name="connsiteX197" fmla="*/ 2133154 w 12192000"/>
              <a:gd name="connsiteY197" fmla="*/ 233782 h 5003808"/>
              <a:gd name="connsiteX198" fmla="*/ 2146154 w 12192000"/>
              <a:gd name="connsiteY198" fmla="*/ 232162 h 5003808"/>
              <a:gd name="connsiteX199" fmla="*/ 2149901 w 12192000"/>
              <a:gd name="connsiteY199" fmla="*/ 232946 h 5003808"/>
              <a:gd name="connsiteX200" fmla="*/ 2171100 w 12192000"/>
              <a:gd name="connsiteY200" fmla="*/ 236219 h 5003808"/>
              <a:gd name="connsiteX201" fmla="*/ 2209148 w 12192000"/>
              <a:gd name="connsiteY201" fmla="*/ 213055 h 5003808"/>
              <a:gd name="connsiteX202" fmla="*/ 2261889 w 12192000"/>
              <a:gd name="connsiteY202" fmla="*/ 209362 h 5003808"/>
              <a:gd name="connsiteX203" fmla="*/ 2452315 w 12192000"/>
              <a:gd name="connsiteY203" fmla="*/ 156729 h 5003808"/>
              <a:gd name="connsiteX204" fmla="*/ 2487710 w 12192000"/>
              <a:gd name="connsiteY204" fmla="*/ 173097 h 5003808"/>
              <a:gd name="connsiteX205" fmla="*/ 2567870 w 12192000"/>
              <a:gd name="connsiteY205" fmla="*/ 160252 h 5003808"/>
              <a:gd name="connsiteX206" fmla="*/ 2677053 w 12192000"/>
              <a:gd name="connsiteY206" fmla="*/ 96343 h 5003808"/>
              <a:gd name="connsiteX207" fmla="*/ 2823914 w 12192000"/>
              <a:gd name="connsiteY207" fmla="*/ 70697 h 5003808"/>
              <a:gd name="connsiteX208" fmla="*/ 2831912 w 12192000"/>
              <a:gd name="connsiteY208" fmla="*/ 59256 h 5003808"/>
              <a:gd name="connsiteX209" fmla="*/ 2843870 w 12192000"/>
              <a:gd name="connsiteY209" fmla="*/ 51337 h 5003808"/>
              <a:gd name="connsiteX210" fmla="*/ 2846217 w 12192000"/>
              <a:gd name="connsiteY210" fmla="*/ 51855 h 5003808"/>
              <a:gd name="connsiteX211" fmla="*/ 2862745 w 12192000"/>
              <a:gd name="connsiteY211" fmla="*/ 47072 h 5003808"/>
              <a:gd name="connsiteX212" fmla="*/ 2864596 w 12192000"/>
              <a:gd name="connsiteY212" fmla="*/ 43048 h 5003808"/>
              <a:gd name="connsiteX213" fmla="*/ 2875381 w 12192000"/>
              <a:gd name="connsiteY213" fmla="*/ 38833 h 5003808"/>
              <a:gd name="connsiteX214" fmla="*/ 2895139 w 12192000"/>
              <a:gd name="connsiteY214" fmla="*/ 28016 h 5003808"/>
              <a:gd name="connsiteX215" fmla="*/ 2900232 w 12192000"/>
              <a:gd name="connsiteY215" fmla="*/ 28348 h 5003808"/>
              <a:gd name="connsiteX216" fmla="*/ 2932205 w 12192000"/>
              <a:gd name="connsiteY216" fmla="*/ 15703 h 5003808"/>
              <a:gd name="connsiteX217" fmla="*/ 2933310 w 12192000"/>
              <a:gd name="connsiteY217" fmla="*/ 16646 h 5003808"/>
              <a:gd name="connsiteX218" fmla="*/ 2945218 w 12192000"/>
              <a:gd name="connsiteY218" fmla="*/ 17971 h 5003808"/>
              <a:gd name="connsiteX219" fmla="*/ 2966465 w 12192000"/>
              <a:gd name="connsiteY219" fmla="*/ 17947 h 5003808"/>
              <a:gd name="connsiteX220" fmla="*/ 3023668 w 12192000"/>
              <a:gd name="connsiteY220" fmla="*/ 31735 h 5003808"/>
              <a:gd name="connsiteX221" fmla="*/ 3057077 w 12192000"/>
              <a:gd name="connsiteY221" fmla="*/ 18675 h 5003808"/>
              <a:gd name="connsiteX222" fmla="*/ 3151915 w 12192000"/>
              <a:gd name="connsiteY222" fmla="*/ 15073 h 5003808"/>
              <a:gd name="connsiteX223" fmla="*/ 3251671 w 12192000"/>
              <a:gd name="connsiteY223" fmla="*/ 35405 h 5003808"/>
              <a:gd name="connsiteX224" fmla="*/ 3351400 w 12192000"/>
              <a:gd name="connsiteY224" fmla="*/ 36517 h 5003808"/>
              <a:gd name="connsiteX225" fmla="*/ 3387481 w 12192000"/>
              <a:gd name="connsiteY225" fmla="*/ 35273 h 5003808"/>
              <a:gd name="connsiteX226" fmla="*/ 3451923 w 12192000"/>
              <a:gd name="connsiteY226" fmla="*/ 40312 h 5003808"/>
              <a:gd name="connsiteX227" fmla="*/ 3481520 w 12192000"/>
              <a:gd name="connsiteY227" fmla="*/ 47117 h 5003808"/>
              <a:gd name="connsiteX228" fmla="*/ 3482804 w 12192000"/>
              <a:gd name="connsiteY228" fmla="*/ 46642 h 5003808"/>
              <a:gd name="connsiteX229" fmla="*/ 3485495 w 12192000"/>
              <a:gd name="connsiteY229" fmla="*/ 49751 h 5003808"/>
              <a:gd name="connsiteX230" fmla="*/ 3490972 w 12192000"/>
              <a:gd name="connsiteY230" fmla="*/ 51116 h 5003808"/>
              <a:gd name="connsiteX231" fmla="*/ 3505835 w 12192000"/>
              <a:gd name="connsiteY231" fmla="*/ 49907 h 5003808"/>
              <a:gd name="connsiteX232" fmla="*/ 3511410 w 12192000"/>
              <a:gd name="connsiteY232" fmla="*/ 48638 h 5003808"/>
              <a:gd name="connsiteX233" fmla="*/ 3519598 w 12192000"/>
              <a:gd name="connsiteY233" fmla="*/ 48513 h 5003808"/>
              <a:gd name="connsiteX234" fmla="*/ 3519807 w 12192000"/>
              <a:gd name="connsiteY234" fmla="*/ 48768 h 5003808"/>
              <a:gd name="connsiteX235" fmla="*/ 3527466 w 12192000"/>
              <a:gd name="connsiteY235" fmla="*/ 48146 h 5003808"/>
              <a:gd name="connsiteX236" fmla="*/ 3564889 w 12192000"/>
              <a:gd name="connsiteY236" fmla="*/ 41820 h 5003808"/>
              <a:gd name="connsiteX237" fmla="*/ 3614922 w 12192000"/>
              <a:gd name="connsiteY237" fmla="*/ 65634 h 5003808"/>
              <a:gd name="connsiteX238" fmla="*/ 3635506 w 12192000"/>
              <a:gd name="connsiteY238" fmla="*/ 69548 h 5003808"/>
              <a:gd name="connsiteX239" fmla="*/ 3646525 w 12192000"/>
              <a:gd name="connsiteY239" fmla="*/ 73023 h 5003808"/>
              <a:gd name="connsiteX240" fmla="*/ 3647224 w 12192000"/>
              <a:gd name="connsiteY240" fmla="*/ 74133 h 5003808"/>
              <a:gd name="connsiteX241" fmla="*/ 3683100 w 12192000"/>
              <a:gd name="connsiteY241" fmla="*/ 67939 h 5003808"/>
              <a:gd name="connsiteX242" fmla="*/ 3687901 w 12192000"/>
              <a:gd name="connsiteY242" fmla="*/ 69202 h 5003808"/>
              <a:gd name="connsiteX243" fmla="*/ 3711234 w 12192000"/>
              <a:gd name="connsiteY243" fmla="*/ 62495 h 5003808"/>
              <a:gd name="connsiteX244" fmla="*/ 3723318 w 12192000"/>
              <a:gd name="connsiteY244" fmla="*/ 60455 h 5003808"/>
              <a:gd name="connsiteX245" fmla="*/ 3726677 w 12192000"/>
              <a:gd name="connsiteY245" fmla="*/ 56942 h 5003808"/>
              <a:gd name="connsiteX246" fmla="*/ 3744535 w 12192000"/>
              <a:gd name="connsiteY246" fmla="*/ 55420 h 5003808"/>
              <a:gd name="connsiteX247" fmla="*/ 3746608 w 12192000"/>
              <a:gd name="connsiteY247" fmla="*/ 56352 h 5003808"/>
              <a:gd name="connsiteX248" fmla="*/ 3761262 w 12192000"/>
              <a:gd name="connsiteY248" fmla="*/ 50977 h 5003808"/>
              <a:gd name="connsiteX249" fmla="*/ 3773451 w 12192000"/>
              <a:gd name="connsiteY249" fmla="*/ 41496 h 5003808"/>
              <a:gd name="connsiteX250" fmla="*/ 3925626 w 12192000"/>
              <a:gd name="connsiteY250" fmla="*/ 44131 h 5003808"/>
              <a:gd name="connsiteX251" fmla="*/ 4056184 w 12192000"/>
              <a:gd name="connsiteY251" fmla="*/ 3115 h 5003808"/>
              <a:gd name="connsiteX0" fmla="*/ 4033324 w 12192000"/>
              <a:gd name="connsiteY0" fmla="*/ 26451 h 4999978"/>
              <a:gd name="connsiteX1" fmla="*/ 4138795 w 12192000"/>
              <a:gd name="connsiteY1" fmla="*/ 1828 h 4999978"/>
              <a:gd name="connsiteX2" fmla="*/ 4166706 w 12192000"/>
              <a:gd name="connsiteY2" fmla="*/ 24073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567870 w 12192000"/>
              <a:gd name="connsiteY205" fmla="*/ 156422 h 4999978"/>
              <a:gd name="connsiteX206" fmla="*/ 2677053 w 12192000"/>
              <a:gd name="connsiteY206" fmla="*/ 92513 h 4999978"/>
              <a:gd name="connsiteX207" fmla="*/ 2823914 w 12192000"/>
              <a:gd name="connsiteY207" fmla="*/ 66867 h 4999978"/>
              <a:gd name="connsiteX208" fmla="*/ 2831912 w 12192000"/>
              <a:gd name="connsiteY208" fmla="*/ 55426 h 4999978"/>
              <a:gd name="connsiteX209" fmla="*/ 2843870 w 12192000"/>
              <a:gd name="connsiteY209" fmla="*/ 47507 h 4999978"/>
              <a:gd name="connsiteX210" fmla="*/ 2846217 w 12192000"/>
              <a:gd name="connsiteY210" fmla="*/ 48025 h 4999978"/>
              <a:gd name="connsiteX211" fmla="*/ 2862745 w 12192000"/>
              <a:gd name="connsiteY211" fmla="*/ 43242 h 4999978"/>
              <a:gd name="connsiteX212" fmla="*/ 2864596 w 12192000"/>
              <a:gd name="connsiteY212" fmla="*/ 39218 h 4999978"/>
              <a:gd name="connsiteX213" fmla="*/ 2875381 w 12192000"/>
              <a:gd name="connsiteY213" fmla="*/ 35003 h 4999978"/>
              <a:gd name="connsiteX214" fmla="*/ 2895139 w 12192000"/>
              <a:gd name="connsiteY214" fmla="*/ 24186 h 4999978"/>
              <a:gd name="connsiteX215" fmla="*/ 2900232 w 12192000"/>
              <a:gd name="connsiteY215" fmla="*/ 24518 h 4999978"/>
              <a:gd name="connsiteX216" fmla="*/ 2932205 w 12192000"/>
              <a:gd name="connsiteY216" fmla="*/ 11873 h 4999978"/>
              <a:gd name="connsiteX217" fmla="*/ 2933310 w 12192000"/>
              <a:gd name="connsiteY217" fmla="*/ 12816 h 4999978"/>
              <a:gd name="connsiteX218" fmla="*/ 2945218 w 12192000"/>
              <a:gd name="connsiteY218" fmla="*/ 14141 h 4999978"/>
              <a:gd name="connsiteX219" fmla="*/ 2966465 w 12192000"/>
              <a:gd name="connsiteY219" fmla="*/ 14117 h 4999978"/>
              <a:gd name="connsiteX220" fmla="*/ 3023668 w 12192000"/>
              <a:gd name="connsiteY220" fmla="*/ 27905 h 4999978"/>
              <a:gd name="connsiteX221" fmla="*/ 3057077 w 12192000"/>
              <a:gd name="connsiteY221" fmla="*/ 14845 h 4999978"/>
              <a:gd name="connsiteX222" fmla="*/ 3151915 w 12192000"/>
              <a:gd name="connsiteY222" fmla="*/ 11243 h 4999978"/>
              <a:gd name="connsiteX223" fmla="*/ 3251671 w 12192000"/>
              <a:gd name="connsiteY223" fmla="*/ 31575 h 4999978"/>
              <a:gd name="connsiteX224" fmla="*/ 3351400 w 12192000"/>
              <a:gd name="connsiteY224" fmla="*/ 32687 h 4999978"/>
              <a:gd name="connsiteX225" fmla="*/ 3387481 w 12192000"/>
              <a:gd name="connsiteY225" fmla="*/ 31443 h 4999978"/>
              <a:gd name="connsiteX226" fmla="*/ 3451923 w 12192000"/>
              <a:gd name="connsiteY226" fmla="*/ 36482 h 4999978"/>
              <a:gd name="connsiteX227" fmla="*/ 3481520 w 12192000"/>
              <a:gd name="connsiteY227" fmla="*/ 43287 h 4999978"/>
              <a:gd name="connsiteX228" fmla="*/ 3482804 w 12192000"/>
              <a:gd name="connsiteY228" fmla="*/ 42812 h 4999978"/>
              <a:gd name="connsiteX229" fmla="*/ 3485495 w 12192000"/>
              <a:gd name="connsiteY229" fmla="*/ 45921 h 4999978"/>
              <a:gd name="connsiteX230" fmla="*/ 3490972 w 12192000"/>
              <a:gd name="connsiteY230" fmla="*/ 47286 h 4999978"/>
              <a:gd name="connsiteX231" fmla="*/ 3505835 w 12192000"/>
              <a:gd name="connsiteY231" fmla="*/ 46077 h 4999978"/>
              <a:gd name="connsiteX232" fmla="*/ 3511410 w 12192000"/>
              <a:gd name="connsiteY232" fmla="*/ 44808 h 4999978"/>
              <a:gd name="connsiteX233" fmla="*/ 3519598 w 12192000"/>
              <a:gd name="connsiteY233" fmla="*/ 44683 h 4999978"/>
              <a:gd name="connsiteX234" fmla="*/ 3519807 w 12192000"/>
              <a:gd name="connsiteY234" fmla="*/ 44938 h 4999978"/>
              <a:gd name="connsiteX235" fmla="*/ 3527466 w 12192000"/>
              <a:gd name="connsiteY235" fmla="*/ 44316 h 4999978"/>
              <a:gd name="connsiteX236" fmla="*/ 3564889 w 12192000"/>
              <a:gd name="connsiteY236" fmla="*/ 37990 h 4999978"/>
              <a:gd name="connsiteX237" fmla="*/ 3614922 w 12192000"/>
              <a:gd name="connsiteY237" fmla="*/ 61804 h 4999978"/>
              <a:gd name="connsiteX238" fmla="*/ 3635506 w 12192000"/>
              <a:gd name="connsiteY238" fmla="*/ 65718 h 4999978"/>
              <a:gd name="connsiteX239" fmla="*/ 3646525 w 12192000"/>
              <a:gd name="connsiteY239" fmla="*/ 69193 h 4999978"/>
              <a:gd name="connsiteX240" fmla="*/ 3647224 w 12192000"/>
              <a:gd name="connsiteY240" fmla="*/ 70303 h 4999978"/>
              <a:gd name="connsiteX241" fmla="*/ 3683100 w 12192000"/>
              <a:gd name="connsiteY241" fmla="*/ 64109 h 4999978"/>
              <a:gd name="connsiteX242" fmla="*/ 3687901 w 12192000"/>
              <a:gd name="connsiteY242" fmla="*/ 65372 h 4999978"/>
              <a:gd name="connsiteX243" fmla="*/ 3711234 w 12192000"/>
              <a:gd name="connsiteY243" fmla="*/ 58665 h 4999978"/>
              <a:gd name="connsiteX244" fmla="*/ 3723318 w 12192000"/>
              <a:gd name="connsiteY244" fmla="*/ 56625 h 4999978"/>
              <a:gd name="connsiteX245" fmla="*/ 3726677 w 12192000"/>
              <a:gd name="connsiteY245" fmla="*/ 53112 h 4999978"/>
              <a:gd name="connsiteX246" fmla="*/ 3744535 w 12192000"/>
              <a:gd name="connsiteY246" fmla="*/ 51590 h 4999978"/>
              <a:gd name="connsiteX247" fmla="*/ 3746608 w 12192000"/>
              <a:gd name="connsiteY247" fmla="*/ 52522 h 4999978"/>
              <a:gd name="connsiteX248" fmla="*/ 3761262 w 12192000"/>
              <a:gd name="connsiteY248" fmla="*/ 47147 h 4999978"/>
              <a:gd name="connsiteX249" fmla="*/ 3773451 w 12192000"/>
              <a:gd name="connsiteY249" fmla="*/ 37666 h 4999978"/>
              <a:gd name="connsiteX250" fmla="*/ 3925626 w 12192000"/>
              <a:gd name="connsiteY250" fmla="*/ 40301 h 4999978"/>
              <a:gd name="connsiteX251" fmla="*/ 4033324 w 12192000"/>
              <a:gd name="connsiteY25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1828 h 4999978"/>
              <a:gd name="connsiteX2" fmla="*/ 4166706 w 12192000"/>
              <a:gd name="connsiteY2" fmla="*/ 24073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567870 w 12192000"/>
              <a:gd name="connsiteY205" fmla="*/ 156422 h 4999978"/>
              <a:gd name="connsiteX206" fmla="*/ 2677053 w 12192000"/>
              <a:gd name="connsiteY206" fmla="*/ 92513 h 4999978"/>
              <a:gd name="connsiteX207" fmla="*/ 2823914 w 12192000"/>
              <a:gd name="connsiteY207" fmla="*/ 66867 h 4999978"/>
              <a:gd name="connsiteX208" fmla="*/ 2831912 w 12192000"/>
              <a:gd name="connsiteY208" fmla="*/ 55426 h 4999978"/>
              <a:gd name="connsiteX209" fmla="*/ 2843870 w 12192000"/>
              <a:gd name="connsiteY209" fmla="*/ 47507 h 4999978"/>
              <a:gd name="connsiteX210" fmla="*/ 2846217 w 12192000"/>
              <a:gd name="connsiteY210" fmla="*/ 48025 h 4999978"/>
              <a:gd name="connsiteX211" fmla="*/ 2862745 w 12192000"/>
              <a:gd name="connsiteY211" fmla="*/ 43242 h 4999978"/>
              <a:gd name="connsiteX212" fmla="*/ 2864596 w 12192000"/>
              <a:gd name="connsiteY212" fmla="*/ 39218 h 4999978"/>
              <a:gd name="connsiteX213" fmla="*/ 2875381 w 12192000"/>
              <a:gd name="connsiteY213" fmla="*/ 35003 h 4999978"/>
              <a:gd name="connsiteX214" fmla="*/ 2895139 w 12192000"/>
              <a:gd name="connsiteY214" fmla="*/ 24186 h 4999978"/>
              <a:gd name="connsiteX215" fmla="*/ 2900232 w 12192000"/>
              <a:gd name="connsiteY215" fmla="*/ 24518 h 4999978"/>
              <a:gd name="connsiteX216" fmla="*/ 2932205 w 12192000"/>
              <a:gd name="connsiteY216" fmla="*/ 11873 h 4999978"/>
              <a:gd name="connsiteX217" fmla="*/ 2933310 w 12192000"/>
              <a:gd name="connsiteY217" fmla="*/ 12816 h 4999978"/>
              <a:gd name="connsiteX218" fmla="*/ 2945218 w 12192000"/>
              <a:gd name="connsiteY218" fmla="*/ 14141 h 4999978"/>
              <a:gd name="connsiteX219" fmla="*/ 2966465 w 12192000"/>
              <a:gd name="connsiteY219" fmla="*/ 14117 h 4999978"/>
              <a:gd name="connsiteX220" fmla="*/ 3023668 w 12192000"/>
              <a:gd name="connsiteY220" fmla="*/ 27905 h 4999978"/>
              <a:gd name="connsiteX221" fmla="*/ 3057077 w 12192000"/>
              <a:gd name="connsiteY221" fmla="*/ 14845 h 4999978"/>
              <a:gd name="connsiteX222" fmla="*/ 3151915 w 12192000"/>
              <a:gd name="connsiteY222" fmla="*/ 11243 h 4999978"/>
              <a:gd name="connsiteX223" fmla="*/ 3251671 w 12192000"/>
              <a:gd name="connsiteY223" fmla="*/ 31575 h 4999978"/>
              <a:gd name="connsiteX224" fmla="*/ 3351400 w 12192000"/>
              <a:gd name="connsiteY224" fmla="*/ 32687 h 4999978"/>
              <a:gd name="connsiteX225" fmla="*/ 3387481 w 12192000"/>
              <a:gd name="connsiteY225" fmla="*/ 31443 h 4999978"/>
              <a:gd name="connsiteX226" fmla="*/ 3451923 w 12192000"/>
              <a:gd name="connsiteY226" fmla="*/ 36482 h 4999978"/>
              <a:gd name="connsiteX227" fmla="*/ 3481520 w 12192000"/>
              <a:gd name="connsiteY227" fmla="*/ 43287 h 4999978"/>
              <a:gd name="connsiteX228" fmla="*/ 3482804 w 12192000"/>
              <a:gd name="connsiteY228" fmla="*/ 42812 h 4999978"/>
              <a:gd name="connsiteX229" fmla="*/ 3485495 w 12192000"/>
              <a:gd name="connsiteY229" fmla="*/ 45921 h 4999978"/>
              <a:gd name="connsiteX230" fmla="*/ 3490972 w 12192000"/>
              <a:gd name="connsiteY230" fmla="*/ 47286 h 4999978"/>
              <a:gd name="connsiteX231" fmla="*/ 3505835 w 12192000"/>
              <a:gd name="connsiteY231" fmla="*/ 46077 h 4999978"/>
              <a:gd name="connsiteX232" fmla="*/ 3511410 w 12192000"/>
              <a:gd name="connsiteY232" fmla="*/ 44808 h 4999978"/>
              <a:gd name="connsiteX233" fmla="*/ 3519598 w 12192000"/>
              <a:gd name="connsiteY233" fmla="*/ 44683 h 4999978"/>
              <a:gd name="connsiteX234" fmla="*/ 3519807 w 12192000"/>
              <a:gd name="connsiteY234" fmla="*/ 44938 h 4999978"/>
              <a:gd name="connsiteX235" fmla="*/ 3527466 w 12192000"/>
              <a:gd name="connsiteY235" fmla="*/ 44316 h 4999978"/>
              <a:gd name="connsiteX236" fmla="*/ 3564889 w 12192000"/>
              <a:gd name="connsiteY236" fmla="*/ 37990 h 4999978"/>
              <a:gd name="connsiteX237" fmla="*/ 3614922 w 12192000"/>
              <a:gd name="connsiteY237" fmla="*/ 61804 h 4999978"/>
              <a:gd name="connsiteX238" fmla="*/ 3635506 w 12192000"/>
              <a:gd name="connsiteY238" fmla="*/ 65718 h 4999978"/>
              <a:gd name="connsiteX239" fmla="*/ 3646525 w 12192000"/>
              <a:gd name="connsiteY239" fmla="*/ 69193 h 4999978"/>
              <a:gd name="connsiteX240" fmla="*/ 3647224 w 12192000"/>
              <a:gd name="connsiteY240" fmla="*/ 70303 h 4999978"/>
              <a:gd name="connsiteX241" fmla="*/ 3683100 w 12192000"/>
              <a:gd name="connsiteY241" fmla="*/ 64109 h 4999978"/>
              <a:gd name="connsiteX242" fmla="*/ 3687901 w 12192000"/>
              <a:gd name="connsiteY242" fmla="*/ 65372 h 4999978"/>
              <a:gd name="connsiteX243" fmla="*/ 3711234 w 12192000"/>
              <a:gd name="connsiteY243" fmla="*/ 58665 h 4999978"/>
              <a:gd name="connsiteX244" fmla="*/ 3723318 w 12192000"/>
              <a:gd name="connsiteY244" fmla="*/ 56625 h 4999978"/>
              <a:gd name="connsiteX245" fmla="*/ 3726677 w 12192000"/>
              <a:gd name="connsiteY245" fmla="*/ 53112 h 4999978"/>
              <a:gd name="connsiteX246" fmla="*/ 3744535 w 12192000"/>
              <a:gd name="connsiteY246" fmla="*/ 51590 h 4999978"/>
              <a:gd name="connsiteX247" fmla="*/ 3746608 w 12192000"/>
              <a:gd name="connsiteY247" fmla="*/ 52522 h 4999978"/>
              <a:gd name="connsiteX248" fmla="*/ 3761262 w 12192000"/>
              <a:gd name="connsiteY248" fmla="*/ 47147 h 4999978"/>
              <a:gd name="connsiteX249" fmla="*/ 3773451 w 12192000"/>
              <a:gd name="connsiteY249" fmla="*/ 37666 h 4999978"/>
              <a:gd name="connsiteX250" fmla="*/ 3925626 w 12192000"/>
              <a:gd name="connsiteY250" fmla="*/ 40301 h 4999978"/>
              <a:gd name="connsiteX251" fmla="*/ 4033324 w 12192000"/>
              <a:gd name="connsiteY25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1828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567870 w 12192000"/>
              <a:gd name="connsiteY205" fmla="*/ 156422 h 4999978"/>
              <a:gd name="connsiteX206" fmla="*/ 2677053 w 12192000"/>
              <a:gd name="connsiteY206" fmla="*/ 92513 h 4999978"/>
              <a:gd name="connsiteX207" fmla="*/ 2823914 w 12192000"/>
              <a:gd name="connsiteY207" fmla="*/ 66867 h 4999978"/>
              <a:gd name="connsiteX208" fmla="*/ 2831912 w 12192000"/>
              <a:gd name="connsiteY208" fmla="*/ 55426 h 4999978"/>
              <a:gd name="connsiteX209" fmla="*/ 2843870 w 12192000"/>
              <a:gd name="connsiteY209" fmla="*/ 47507 h 4999978"/>
              <a:gd name="connsiteX210" fmla="*/ 2846217 w 12192000"/>
              <a:gd name="connsiteY210" fmla="*/ 48025 h 4999978"/>
              <a:gd name="connsiteX211" fmla="*/ 2862745 w 12192000"/>
              <a:gd name="connsiteY211" fmla="*/ 43242 h 4999978"/>
              <a:gd name="connsiteX212" fmla="*/ 2864596 w 12192000"/>
              <a:gd name="connsiteY212" fmla="*/ 39218 h 4999978"/>
              <a:gd name="connsiteX213" fmla="*/ 2875381 w 12192000"/>
              <a:gd name="connsiteY213" fmla="*/ 35003 h 4999978"/>
              <a:gd name="connsiteX214" fmla="*/ 2895139 w 12192000"/>
              <a:gd name="connsiteY214" fmla="*/ 24186 h 4999978"/>
              <a:gd name="connsiteX215" fmla="*/ 2900232 w 12192000"/>
              <a:gd name="connsiteY215" fmla="*/ 24518 h 4999978"/>
              <a:gd name="connsiteX216" fmla="*/ 2932205 w 12192000"/>
              <a:gd name="connsiteY216" fmla="*/ 11873 h 4999978"/>
              <a:gd name="connsiteX217" fmla="*/ 2933310 w 12192000"/>
              <a:gd name="connsiteY217" fmla="*/ 12816 h 4999978"/>
              <a:gd name="connsiteX218" fmla="*/ 2945218 w 12192000"/>
              <a:gd name="connsiteY218" fmla="*/ 14141 h 4999978"/>
              <a:gd name="connsiteX219" fmla="*/ 2966465 w 12192000"/>
              <a:gd name="connsiteY219" fmla="*/ 14117 h 4999978"/>
              <a:gd name="connsiteX220" fmla="*/ 3023668 w 12192000"/>
              <a:gd name="connsiteY220" fmla="*/ 27905 h 4999978"/>
              <a:gd name="connsiteX221" fmla="*/ 3057077 w 12192000"/>
              <a:gd name="connsiteY221" fmla="*/ 14845 h 4999978"/>
              <a:gd name="connsiteX222" fmla="*/ 3151915 w 12192000"/>
              <a:gd name="connsiteY222" fmla="*/ 11243 h 4999978"/>
              <a:gd name="connsiteX223" fmla="*/ 3251671 w 12192000"/>
              <a:gd name="connsiteY223" fmla="*/ 31575 h 4999978"/>
              <a:gd name="connsiteX224" fmla="*/ 3351400 w 12192000"/>
              <a:gd name="connsiteY224" fmla="*/ 32687 h 4999978"/>
              <a:gd name="connsiteX225" fmla="*/ 3387481 w 12192000"/>
              <a:gd name="connsiteY225" fmla="*/ 31443 h 4999978"/>
              <a:gd name="connsiteX226" fmla="*/ 3451923 w 12192000"/>
              <a:gd name="connsiteY226" fmla="*/ 36482 h 4999978"/>
              <a:gd name="connsiteX227" fmla="*/ 3481520 w 12192000"/>
              <a:gd name="connsiteY227" fmla="*/ 43287 h 4999978"/>
              <a:gd name="connsiteX228" fmla="*/ 3482804 w 12192000"/>
              <a:gd name="connsiteY228" fmla="*/ 42812 h 4999978"/>
              <a:gd name="connsiteX229" fmla="*/ 3485495 w 12192000"/>
              <a:gd name="connsiteY229" fmla="*/ 45921 h 4999978"/>
              <a:gd name="connsiteX230" fmla="*/ 3490972 w 12192000"/>
              <a:gd name="connsiteY230" fmla="*/ 47286 h 4999978"/>
              <a:gd name="connsiteX231" fmla="*/ 3505835 w 12192000"/>
              <a:gd name="connsiteY231" fmla="*/ 46077 h 4999978"/>
              <a:gd name="connsiteX232" fmla="*/ 3511410 w 12192000"/>
              <a:gd name="connsiteY232" fmla="*/ 44808 h 4999978"/>
              <a:gd name="connsiteX233" fmla="*/ 3519598 w 12192000"/>
              <a:gd name="connsiteY233" fmla="*/ 44683 h 4999978"/>
              <a:gd name="connsiteX234" fmla="*/ 3519807 w 12192000"/>
              <a:gd name="connsiteY234" fmla="*/ 44938 h 4999978"/>
              <a:gd name="connsiteX235" fmla="*/ 3527466 w 12192000"/>
              <a:gd name="connsiteY235" fmla="*/ 44316 h 4999978"/>
              <a:gd name="connsiteX236" fmla="*/ 3564889 w 12192000"/>
              <a:gd name="connsiteY236" fmla="*/ 37990 h 4999978"/>
              <a:gd name="connsiteX237" fmla="*/ 3614922 w 12192000"/>
              <a:gd name="connsiteY237" fmla="*/ 61804 h 4999978"/>
              <a:gd name="connsiteX238" fmla="*/ 3635506 w 12192000"/>
              <a:gd name="connsiteY238" fmla="*/ 65718 h 4999978"/>
              <a:gd name="connsiteX239" fmla="*/ 3646525 w 12192000"/>
              <a:gd name="connsiteY239" fmla="*/ 69193 h 4999978"/>
              <a:gd name="connsiteX240" fmla="*/ 3647224 w 12192000"/>
              <a:gd name="connsiteY240" fmla="*/ 70303 h 4999978"/>
              <a:gd name="connsiteX241" fmla="*/ 3683100 w 12192000"/>
              <a:gd name="connsiteY241" fmla="*/ 64109 h 4999978"/>
              <a:gd name="connsiteX242" fmla="*/ 3687901 w 12192000"/>
              <a:gd name="connsiteY242" fmla="*/ 65372 h 4999978"/>
              <a:gd name="connsiteX243" fmla="*/ 3711234 w 12192000"/>
              <a:gd name="connsiteY243" fmla="*/ 58665 h 4999978"/>
              <a:gd name="connsiteX244" fmla="*/ 3723318 w 12192000"/>
              <a:gd name="connsiteY244" fmla="*/ 56625 h 4999978"/>
              <a:gd name="connsiteX245" fmla="*/ 3726677 w 12192000"/>
              <a:gd name="connsiteY245" fmla="*/ 53112 h 4999978"/>
              <a:gd name="connsiteX246" fmla="*/ 3744535 w 12192000"/>
              <a:gd name="connsiteY246" fmla="*/ 51590 h 4999978"/>
              <a:gd name="connsiteX247" fmla="*/ 3746608 w 12192000"/>
              <a:gd name="connsiteY247" fmla="*/ 52522 h 4999978"/>
              <a:gd name="connsiteX248" fmla="*/ 3761262 w 12192000"/>
              <a:gd name="connsiteY248" fmla="*/ 47147 h 4999978"/>
              <a:gd name="connsiteX249" fmla="*/ 3773451 w 12192000"/>
              <a:gd name="connsiteY249" fmla="*/ 37666 h 4999978"/>
              <a:gd name="connsiteX250" fmla="*/ 3925626 w 12192000"/>
              <a:gd name="connsiteY250" fmla="*/ 40301 h 4999978"/>
              <a:gd name="connsiteX251" fmla="*/ 4033324 w 12192000"/>
              <a:gd name="connsiteY25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567870 w 12192000"/>
              <a:gd name="connsiteY205" fmla="*/ 156422 h 4999978"/>
              <a:gd name="connsiteX206" fmla="*/ 2677053 w 12192000"/>
              <a:gd name="connsiteY206" fmla="*/ 92513 h 4999978"/>
              <a:gd name="connsiteX207" fmla="*/ 2823914 w 12192000"/>
              <a:gd name="connsiteY207" fmla="*/ 66867 h 4999978"/>
              <a:gd name="connsiteX208" fmla="*/ 2831912 w 12192000"/>
              <a:gd name="connsiteY208" fmla="*/ 55426 h 4999978"/>
              <a:gd name="connsiteX209" fmla="*/ 2843870 w 12192000"/>
              <a:gd name="connsiteY209" fmla="*/ 47507 h 4999978"/>
              <a:gd name="connsiteX210" fmla="*/ 2846217 w 12192000"/>
              <a:gd name="connsiteY210" fmla="*/ 48025 h 4999978"/>
              <a:gd name="connsiteX211" fmla="*/ 2862745 w 12192000"/>
              <a:gd name="connsiteY211" fmla="*/ 43242 h 4999978"/>
              <a:gd name="connsiteX212" fmla="*/ 2864596 w 12192000"/>
              <a:gd name="connsiteY212" fmla="*/ 39218 h 4999978"/>
              <a:gd name="connsiteX213" fmla="*/ 2875381 w 12192000"/>
              <a:gd name="connsiteY213" fmla="*/ 35003 h 4999978"/>
              <a:gd name="connsiteX214" fmla="*/ 2895139 w 12192000"/>
              <a:gd name="connsiteY214" fmla="*/ 24186 h 4999978"/>
              <a:gd name="connsiteX215" fmla="*/ 2900232 w 12192000"/>
              <a:gd name="connsiteY215" fmla="*/ 24518 h 4999978"/>
              <a:gd name="connsiteX216" fmla="*/ 2932205 w 12192000"/>
              <a:gd name="connsiteY216" fmla="*/ 11873 h 4999978"/>
              <a:gd name="connsiteX217" fmla="*/ 2933310 w 12192000"/>
              <a:gd name="connsiteY217" fmla="*/ 12816 h 4999978"/>
              <a:gd name="connsiteX218" fmla="*/ 2945218 w 12192000"/>
              <a:gd name="connsiteY218" fmla="*/ 14141 h 4999978"/>
              <a:gd name="connsiteX219" fmla="*/ 2966465 w 12192000"/>
              <a:gd name="connsiteY219" fmla="*/ 14117 h 4999978"/>
              <a:gd name="connsiteX220" fmla="*/ 3023668 w 12192000"/>
              <a:gd name="connsiteY220" fmla="*/ 27905 h 4999978"/>
              <a:gd name="connsiteX221" fmla="*/ 3057077 w 12192000"/>
              <a:gd name="connsiteY221" fmla="*/ 14845 h 4999978"/>
              <a:gd name="connsiteX222" fmla="*/ 3151915 w 12192000"/>
              <a:gd name="connsiteY222" fmla="*/ 11243 h 4999978"/>
              <a:gd name="connsiteX223" fmla="*/ 3251671 w 12192000"/>
              <a:gd name="connsiteY223" fmla="*/ 31575 h 4999978"/>
              <a:gd name="connsiteX224" fmla="*/ 3351400 w 12192000"/>
              <a:gd name="connsiteY224" fmla="*/ 32687 h 4999978"/>
              <a:gd name="connsiteX225" fmla="*/ 3387481 w 12192000"/>
              <a:gd name="connsiteY225" fmla="*/ 31443 h 4999978"/>
              <a:gd name="connsiteX226" fmla="*/ 3451923 w 12192000"/>
              <a:gd name="connsiteY226" fmla="*/ 36482 h 4999978"/>
              <a:gd name="connsiteX227" fmla="*/ 3481520 w 12192000"/>
              <a:gd name="connsiteY227" fmla="*/ 43287 h 4999978"/>
              <a:gd name="connsiteX228" fmla="*/ 3482804 w 12192000"/>
              <a:gd name="connsiteY228" fmla="*/ 42812 h 4999978"/>
              <a:gd name="connsiteX229" fmla="*/ 3485495 w 12192000"/>
              <a:gd name="connsiteY229" fmla="*/ 45921 h 4999978"/>
              <a:gd name="connsiteX230" fmla="*/ 3490972 w 12192000"/>
              <a:gd name="connsiteY230" fmla="*/ 47286 h 4999978"/>
              <a:gd name="connsiteX231" fmla="*/ 3505835 w 12192000"/>
              <a:gd name="connsiteY231" fmla="*/ 46077 h 4999978"/>
              <a:gd name="connsiteX232" fmla="*/ 3511410 w 12192000"/>
              <a:gd name="connsiteY232" fmla="*/ 44808 h 4999978"/>
              <a:gd name="connsiteX233" fmla="*/ 3519598 w 12192000"/>
              <a:gd name="connsiteY233" fmla="*/ 44683 h 4999978"/>
              <a:gd name="connsiteX234" fmla="*/ 3519807 w 12192000"/>
              <a:gd name="connsiteY234" fmla="*/ 44938 h 4999978"/>
              <a:gd name="connsiteX235" fmla="*/ 3527466 w 12192000"/>
              <a:gd name="connsiteY235" fmla="*/ 44316 h 4999978"/>
              <a:gd name="connsiteX236" fmla="*/ 3564889 w 12192000"/>
              <a:gd name="connsiteY236" fmla="*/ 37990 h 4999978"/>
              <a:gd name="connsiteX237" fmla="*/ 3614922 w 12192000"/>
              <a:gd name="connsiteY237" fmla="*/ 61804 h 4999978"/>
              <a:gd name="connsiteX238" fmla="*/ 3635506 w 12192000"/>
              <a:gd name="connsiteY238" fmla="*/ 65718 h 4999978"/>
              <a:gd name="connsiteX239" fmla="*/ 3646525 w 12192000"/>
              <a:gd name="connsiteY239" fmla="*/ 69193 h 4999978"/>
              <a:gd name="connsiteX240" fmla="*/ 3647224 w 12192000"/>
              <a:gd name="connsiteY240" fmla="*/ 70303 h 4999978"/>
              <a:gd name="connsiteX241" fmla="*/ 3683100 w 12192000"/>
              <a:gd name="connsiteY241" fmla="*/ 64109 h 4999978"/>
              <a:gd name="connsiteX242" fmla="*/ 3687901 w 12192000"/>
              <a:gd name="connsiteY242" fmla="*/ 65372 h 4999978"/>
              <a:gd name="connsiteX243" fmla="*/ 3711234 w 12192000"/>
              <a:gd name="connsiteY243" fmla="*/ 58665 h 4999978"/>
              <a:gd name="connsiteX244" fmla="*/ 3723318 w 12192000"/>
              <a:gd name="connsiteY244" fmla="*/ 56625 h 4999978"/>
              <a:gd name="connsiteX245" fmla="*/ 3726677 w 12192000"/>
              <a:gd name="connsiteY245" fmla="*/ 53112 h 4999978"/>
              <a:gd name="connsiteX246" fmla="*/ 3744535 w 12192000"/>
              <a:gd name="connsiteY246" fmla="*/ 51590 h 4999978"/>
              <a:gd name="connsiteX247" fmla="*/ 3746608 w 12192000"/>
              <a:gd name="connsiteY247" fmla="*/ 52522 h 4999978"/>
              <a:gd name="connsiteX248" fmla="*/ 3761262 w 12192000"/>
              <a:gd name="connsiteY248" fmla="*/ 47147 h 4999978"/>
              <a:gd name="connsiteX249" fmla="*/ 3773451 w 12192000"/>
              <a:gd name="connsiteY249" fmla="*/ 37666 h 4999978"/>
              <a:gd name="connsiteX250" fmla="*/ 3925626 w 12192000"/>
              <a:gd name="connsiteY250" fmla="*/ 40301 h 4999978"/>
              <a:gd name="connsiteX251" fmla="*/ 4033324 w 12192000"/>
              <a:gd name="connsiteY25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567870 w 12192000"/>
              <a:gd name="connsiteY205" fmla="*/ 156422 h 4999978"/>
              <a:gd name="connsiteX206" fmla="*/ 2677053 w 12192000"/>
              <a:gd name="connsiteY206" fmla="*/ 92513 h 4999978"/>
              <a:gd name="connsiteX207" fmla="*/ 2823914 w 12192000"/>
              <a:gd name="connsiteY207" fmla="*/ 66867 h 4999978"/>
              <a:gd name="connsiteX208" fmla="*/ 2831912 w 12192000"/>
              <a:gd name="connsiteY208" fmla="*/ 55426 h 4999978"/>
              <a:gd name="connsiteX209" fmla="*/ 2843870 w 12192000"/>
              <a:gd name="connsiteY209" fmla="*/ 47507 h 4999978"/>
              <a:gd name="connsiteX210" fmla="*/ 2846217 w 12192000"/>
              <a:gd name="connsiteY210" fmla="*/ 48025 h 4999978"/>
              <a:gd name="connsiteX211" fmla="*/ 2862745 w 12192000"/>
              <a:gd name="connsiteY211" fmla="*/ 43242 h 4999978"/>
              <a:gd name="connsiteX212" fmla="*/ 2864596 w 12192000"/>
              <a:gd name="connsiteY212" fmla="*/ 39218 h 4999978"/>
              <a:gd name="connsiteX213" fmla="*/ 2875381 w 12192000"/>
              <a:gd name="connsiteY213" fmla="*/ 35003 h 4999978"/>
              <a:gd name="connsiteX214" fmla="*/ 2895139 w 12192000"/>
              <a:gd name="connsiteY214" fmla="*/ 24186 h 4999978"/>
              <a:gd name="connsiteX215" fmla="*/ 2900232 w 12192000"/>
              <a:gd name="connsiteY215" fmla="*/ 24518 h 4999978"/>
              <a:gd name="connsiteX216" fmla="*/ 2932205 w 12192000"/>
              <a:gd name="connsiteY216" fmla="*/ 11873 h 4999978"/>
              <a:gd name="connsiteX217" fmla="*/ 2933310 w 12192000"/>
              <a:gd name="connsiteY217" fmla="*/ 12816 h 4999978"/>
              <a:gd name="connsiteX218" fmla="*/ 2945218 w 12192000"/>
              <a:gd name="connsiteY218" fmla="*/ 14141 h 4999978"/>
              <a:gd name="connsiteX219" fmla="*/ 2966465 w 12192000"/>
              <a:gd name="connsiteY219" fmla="*/ 14117 h 4999978"/>
              <a:gd name="connsiteX220" fmla="*/ 3023668 w 12192000"/>
              <a:gd name="connsiteY220" fmla="*/ 27905 h 4999978"/>
              <a:gd name="connsiteX221" fmla="*/ 3057077 w 12192000"/>
              <a:gd name="connsiteY221" fmla="*/ 14845 h 4999978"/>
              <a:gd name="connsiteX222" fmla="*/ 3151915 w 12192000"/>
              <a:gd name="connsiteY222" fmla="*/ 11243 h 4999978"/>
              <a:gd name="connsiteX223" fmla="*/ 3251671 w 12192000"/>
              <a:gd name="connsiteY223" fmla="*/ 31575 h 4999978"/>
              <a:gd name="connsiteX224" fmla="*/ 3351400 w 12192000"/>
              <a:gd name="connsiteY224" fmla="*/ 32687 h 4999978"/>
              <a:gd name="connsiteX225" fmla="*/ 3387481 w 12192000"/>
              <a:gd name="connsiteY225" fmla="*/ 31443 h 4999978"/>
              <a:gd name="connsiteX226" fmla="*/ 3451923 w 12192000"/>
              <a:gd name="connsiteY226" fmla="*/ 36482 h 4999978"/>
              <a:gd name="connsiteX227" fmla="*/ 3481520 w 12192000"/>
              <a:gd name="connsiteY227" fmla="*/ 43287 h 4999978"/>
              <a:gd name="connsiteX228" fmla="*/ 3482804 w 12192000"/>
              <a:gd name="connsiteY228" fmla="*/ 42812 h 4999978"/>
              <a:gd name="connsiteX229" fmla="*/ 3485495 w 12192000"/>
              <a:gd name="connsiteY229" fmla="*/ 45921 h 4999978"/>
              <a:gd name="connsiteX230" fmla="*/ 3490972 w 12192000"/>
              <a:gd name="connsiteY230" fmla="*/ 47286 h 4999978"/>
              <a:gd name="connsiteX231" fmla="*/ 3505835 w 12192000"/>
              <a:gd name="connsiteY231" fmla="*/ 46077 h 4999978"/>
              <a:gd name="connsiteX232" fmla="*/ 3511410 w 12192000"/>
              <a:gd name="connsiteY232" fmla="*/ 44808 h 4999978"/>
              <a:gd name="connsiteX233" fmla="*/ 3519598 w 12192000"/>
              <a:gd name="connsiteY233" fmla="*/ 44683 h 4999978"/>
              <a:gd name="connsiteX234" fmla="*/ 3519807 w 12192000"/>
              <a:gd name="connsiteY234" fmla="*/ 44938 h 4999978"/>
              <a:gd name="connsiteX235" fmla="*/ 3527466 w 12192000"/>
              <a:gd name="connsiteY235" fmla="*/ 44316 h 4999978"/>
              <a:gd name="connsiteX236" fmla="*/ 3564889 w 12192000"/>
              <a:gd name="connsiteY236" fmla="*/ 37990 h 4999978"/>
              <a:gd name="connsiteX237" fmla="*/ 3614922 w 12192000"/>
              <a:gd name="connsiteY237" fmla="*/ 61804 h 4999978"/>
              <a:gd name="connsiteX238" fmla="*/ 3635506 w 12192000"/>
              <a:gd name="connsiteY238" fmla="*/ 65718 h 4999978"/>
              <a:gd name="connsiteX239" fmla="*/ 3646525 w 12192000"/>
              <a:gd name="connsiteY239" fmla="*/ 69193 h 4999978"/>
              <a:gd name="connsiteX240" fmla="*/ 3647224 w 12192000"/>
              <a:gd name="connsiteY240" fmla="*/ 70303 h 4999978"/>
              <a:gd name="connsiteX241" fmla="*/ 3683100 w 12192000"/>
              <a:gd name="connsiteY241" fmla="*/ 64109 h 4999978"/>
              <a:gd name="connsiteX242" fmla="*/ 3687901 w 12192000"/>
              <a:gd name="connsiteY242" fmla="*/ 65372 h 4999978"/>
              <a:gd name="connsiteX243" fmla="*/ 3711234 w 12192000"/>
              <a:gd name="connsiteY243" fmla="*/ 58665 h 4999978"/>
              <a:gd name="connsiteX244" fmla="*/ 3723318 w 12192000"/>
              <a:gd name="connsiteY244" fmla="*/ 56625 h 4999978"/>
              <a:gd name="connsiteX245" fmla="*/ 3726677 w 12192000"/>
              <a:gd name="connsiteY245" fmla="*/ 53112 h 4999978"/>
              <a:gd name="connsiteX246" fmla="*/ 3744535 w 12192000"/>
              <a:gd name="connsiteY246" fmla="*/ 51590 h 4999978"/>
              <a:gd name="connsiteX247" fmla="*/ 3746608 w 12192000"/>
              <a:gd name="connsiteY247" fmla="*/ 52522 h 4999978"/>
              <a:gd name="connsiteX248" fmla="*/ 3761262 w 12192000"/>
              <a:gd name="connsiteY248" fmla="*/ 47147 h 4999978"/>
              <a:gd name="connsiteX249" fmla="*/ 3803931 w 12192000"/>
              <a:gd name="connsiteY249" fmla="*/ 49309 h 4999978"/>
              <a:gd name="connsiteX250" fmla="*/ 3925626 w 12192000"/>
              <a:gd name="connsiteY250" fmla="*/ 40301 h 4999978"/>
              <a:gd name="connsiteX251" fmla="*/ 4033324 w 12192000"/>
              <a:gd name="connsiteY25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567870 w 12192000"/>
              <a:gd name="connsiteY205" fmla="*/ 156422 h 4999978"/>
              <a:gd name="connsiteX206" fmla="*/ 2677053 w 12192000"/>
              <a:gd name="connsiteY206" fmla="*/ 92513 h 4999978"/>
              <a:gd name="connsiteX207" fmla="*/ 2823914 w 12192000"/>
              <a:gd name="connsiteY207" fmla="*/ 66867 h 4999978"/>
              <a:gd name="connsiteX208" fmla="*/ 2831912 w 12192000"/>
              <a:gd name="connsiteY208" fmla="*/ 55426 h 4999978"/>
              <a:gd name="connsiteX209" fmla="*/ 2843870 w 12192000"/>
              <a:gd name="connsiteY209" fmla="*/ 47507 h 4999978"/>
              <a:gd name="connsiteX210" fmla="*/ 2846217 w 12192000"/>
              <a:gd name="connsiteY210" fmla="*/ 48025 h 4999978"/>
              <a:gd name="connsiteX211" fmla="*/ 2862745 w 12192000"/>
              <a:gd name="connsiteY211" fmla="*/ 43242 h 4999978"/>
              <a:gd name="connsiteX212" fmla="*/ 2864596 w 12192000"/>
              <a:gd name="connsiteY212" fmla="*/ 39218 h 4999978"/>
              <a:gd name="connsiteX213" fmla="*/ 2875381 w 12192000"/>
              <a:gd name="connsiteY213" fmla="*/ 35003 h 4999978"/>
              <a:gd name="connsiteX214" fmla="*/ 2895139 w 12192000"/>
              <a:gd name="connsiteY214" fmla="*/ 24186 h 4999978"/>
              <a:gd name="connsiteX215" fmla="*/ 2900232 w 12192000"/>
              <a:gd name="connsiteY215" fmla="*/ 24518 h 4999978"/>
              <a:gd name="connsiteX216" fmla="*/ 2932205 w 12192000"/>
              <a:gd name="connsiteY216" fmla="*/ 11873 h 4999978"/>
              <a:gd name="connsiteX217" fmla="*/ 2933310 w 12192000"/>
              <a:gd name="connsiteY217" fmla="*/ 12816 h 4999978"/>
              <a:gd name="connsiteX218" fmla="*/ 2945218 w 12192000"/>
              <a:gd name="connsiteY218" fmla="*/ 14141 h 4999978"/>
              <a:gd name="connsiteX219" fmla="*/ 2966465 w 12192000"/>
              <a:gd name="connsiteY219" fmla="*/ 14117 h 4999978"/>
              <a:gd name="connsiteX220" fmla="*/ 3023668 w 12192000"/>
              <a:gd name="connsiteY220" fmla="*/ 27905 h 4999978"/>
              <a:gd name="connsiteX221" fmla="*/ 3057077 w 12192000"/>
              <a:gd name="connsiteY221" fmla="*/ 14845 h 4999978"/>
              <a:gd name="connsiteX222" fmla="*/ 3151915 w 12192000"/>
              <a:gd name="connsiteY222" fmla="*/ 11243 h 4999978"/>
              <a:gd name="connsiteX223" fmla="*/ 3251671 w 12192000"/>
              <a:gd name="connsiteY223" fmla="*/ 31575 h 4999978"/>
              <a:gd name="connsiteX224" fmla="*/ 3351400 w 12192000"/>
              <a:gd name="connsiteY224" fmla="*/ 32687 h 4999978"/>
              <a:gd name="connsiteX225" fmla="*/ 3387481 w 12192000"/>
              <a:gd name="connsiteY225" fmla="*/ 31443 h 4999978"/>
              <a:gd name="connsiteX226" fmla="*/ 3451923 w 12192000"/>
              <a:gd name="connsiteY226" fmla="*/ 36482 h 4999978"/>
              <a:gd name="connsiteX227" fmla="*/ 3481520 w 12192000"/>
              <a:gd name="connsiteY227" fmla="*/ 43287 h 4999978"/>
              <a:gd name="connsiteX228" fmla="*/ 3482804 w 12192000"/>
              <a:gd name="connsiteY228" fmla="*/ 42812 h 4999978"/>
              <a:gd name="connsiteX229" fmla="*/ 3485495 w 12192000"/>
              <a:gd name="connsiteY229" fmla="*/ 45921 h 4999978"/>
              <a:gd name="connsiteX230" fmla="*/ 3490972 w 12192000"/>
              <a:gd name="connsiteY230" fmla="*/ 47286 h 4999978"/>
              <a:gd name="connsiteX231" fmla="*/ 3505835 w 12192000"/>
              <a:gd name="connsiteY231" fmla="*/ 46077 h 4999978"/>
              <a:gd name="connsiteX232" fmla="*/ 3511410 w 12192000"/>
              <a:gd name="connsiteY232" fmla="*/ 44808 h 4999978"/>
              <a:gd name="connsiteX233" fmla="*/ 3519598 w 12192000"/>
              <a:gd name="connsiteY233" fmla="*/ 44683 h 4999978"/>
              <a:gd name="connsiteX234" fmla="*/ 3519807 w 12192000"/>
              <a:gd name="connsiteY234" fmla="*/ 44938 h 4999978"/>
              <a:gd name="connsiteX235" fmla="*/ 3527466 w 12192000"/>
              <a:gd name="connsiteY235" fmla="*/ 44316 h 4999978"/>
              <a:gd name="connsiteX236" fmla="*/ 3564889 w 12192000"/>
              <a:gd name="connsiteY236" fmla="*/ 57394 h 4999978"/>
              <a:gd name="connsiteX237" fmla="*/ 3614922 w 12192000"/>
              <a:gd name="connsiteY237" fmla="*/ 61804 h 4999978"/>
              <a:gd name="connsiteX238" fmla="*/ 3635506 w 12192000"/>
              <a:gd name="connsiteY238" fmla="*/ 65718 h 4999978"/>
              <a:gd name="connsiteX239" fmla="*/ 3646525 w 12192000"/>
              <a:gd name="connsiteY239" fmla="*/ 69193 h 4999978"/>
              <a:gd name="connsiteX240" fmla="*/ 3647224 w 12192000"/>
              <a:gd name="connsiteY240" fmla="*/ 70303 h 4999978"/>
              <a:gd name="connsiteX241" fmla="*/ 3683100 w 12192000"/>
              <a:gd name="connsiteY241" fmla="*/ 64109 h 4999978"/>
              <a:gd name="connsiteX242" fmla="*/ 3687901 w 12192000"/>
              <a:gd name="connsiteY242" fmla="*/ 65372 h 4999978"/>
              <a:gd name="connsiteX243" fmla="*/ 3711234 w 12192000"/>
              <a:gd name="connsiteY243" fmla="*/ 58665 h 4999978"/>
              <a:gd name="connsiteX244" fmla="*/ 3723318 w 12192000"/>
              <a:gd name="connsiteY244" fmla="*/ 56625 h 4999978"/>
              <a:gd name="connsiteX245" fmla="*/ 3726677 w 12192000"/>
              <a:gd name="connsiteY245" fmla="*/ 53112 h 4999978"/>
              <a:gd name="connsiteX246" fmla="*/ 3744535 w 12192000"/>
              <a:gd name="connsiteY246" fmla="*/ 51590 h 4999978"/>
              <a:gd name="connsiteX247" fmla="*/ 3746608 w 12192000"/>
              <a:gd name="connsiteY247" fmla="*/ 52522 h 4999978"/>
              <a:gd name="connsiteX248" fmla="*/ 3761262 w 12192000"/>
              <a:gd name="connsiteY248" fmla="*/ 47147 h 4999978"/>
              <a:gd name="connsiteX249" fmla="*/ 3803931 w 12192000"/>
              <a:gd name="connsiteY249" fmla="*/ 49309 h 4999978"/>
              <a:gd name="connsiteX250" fmla="*/ 3925626 w 12192000"/>
              <a:gd name="connsiteY250" fmla="*/ 40301 h 4999978"/>
              <a:gd name="connsiteX251" fmla="*/ 4033324 w 12192000"/>
              <a:gd name="connsiteY25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77053 w 12192000"/>
              <a:gd name="connsiteY205" fmla="*/ 92513 h 4999978"/>
              <a:gd name="connsiteX206" fmla="*/ 2823914 w 12192000"/>
              <a:gd name="connsiteY206" fmla="*/ 66867 h 4999978"/>
              <a:gd name="connsiteX207" fmla="*/ 2831912 w 12192000"/>
              <a:gd name="connsiteY207" fmla="*/ 55426 h 4999978"/>
              <a:gd name="connsiteX208" fmla="*/ 2843870 w 12192000"/>
              <a:gd name="connsiteY208" fmla="*/ 47507 h 4999978"/>
              <a:gd name="connsiteX209" fmla="*/ 2846217 w 12192000"/>
              <a:gd name="connsiteY209" fmla="*/ 48025 h 4999978"/>
              <a:gd name="connsiteX210" fmla="*/ 2862745 w 12192000"/>
              <a:gd name="connsiteY210" fmla="*/ 43242 h 4999978"/>
              <a:gd name="connsiteX211" fmla="*/ 2864596 w 12192000"/>
              <a:gd name="connsiteY211" fmla="*/ 39218 h 4999978"/>
              <a:gd name="connsiteX212" fmla="*/ 2875381 w 12192000"/>
              <a:gd name="connsiteY212" fmla="*/ 35003 h 4999978"/>
              <a:gd name="connsiteX213" fmla="*/ 2895139 w 12192000"/>
              <a:gd name="connsiteY213" fmla="*/ 24186 h 4999978"/>
              <a:gd name="connsiteX214" fmla="*/ 2900232 w 12192000"/>
              <a:gd name="connsiteY214" fmla="*/ 24518 h 4999978"/>
              <a:gd name="connsiteX215" fmla="*/ 2932205 w 12192000"/>
              <a:gd name="connsiteY215" fmla="*/ 11873 h 4999978"/>
              <a:gd name="connsiteX216" fmla="*/ 2933310 w 12192000"/>
              <a:gd name="connsiteY216" fmla="*/ 12816 h 4999978"/>
              <a:gd name="connsiteX217" fmla="*/ 2945218 w 12192000"/>
              <a:gd name="connsiteY217" fmla="*/ 14141 h 4999978"/>
              <a:gd name="connsiteX218" fmla="*/ 2966465 w 12192000"/>
              <a:gd name="connsiteY218" fmla="*/ 14117 h 4999978"/>
              <a:gd name="connsiteX219" fmla="*/ 3023668 w 12192000"/>
              <a:gd name="connsiteY219" fmla="*/ 27905 h 4999978"/>
              <a:gd name="connsiteX220" fmla="*/ 3057077 w 12192000"/>
              <a:gd name="connsiteY220" fmla="*/ 14845 h 4999978"/>
              <a:gd name="connsiteX221" fmla="*/ 3151915 w 12192000"/>
              <a:gd name="connsiteY221" fmla="*/ 11243 h 4999978"/>
              <a:gd name="connsiteX222" fmla="*/ 3251671 w 12192000"/>
              <a:gd name="connsiteY222" fmla="*/ 31575 h 4999978"/>
              <a:gd name="connsiteX223" fmla="*/ 3351400 w 12192000"/>
              <a:gd name="connsiteY223" fmla="*/ 32687 h 4999978"/>
              <a:gd name="connsiteX224" fmla="*/ 3387481 w 12192000"/>
              <a:gd name="connsiteY224" fmla="*/ 31443 h 4999978"/>
              <a:gd name="connsiteX225" fmla="*/ 3451923 w 12192000"/>
              <a:gd name="connsiteY225" fmla="*/ 36482 h 4999978"/>
              <a:gd name="connsiteX226" fmla="*/ 3481520 w 12192000"/>
              <a:gd name="connsiteY226" fmla="*/ 43287 h 4999978"/>
              <a:gd name="connsiteX227" fmla="*/ 3482804 w 12192000"/>
              <a:gd name="connsiteY227" fmla="*/ 42812 h 4999978"/>
              <a:gd name="connsiteX228" fmla="*/ 3485495 w 12192000"/>
              <a:gd name="connsiteY228" fmla="*/ 45921 h 4999978"/>
              <a:gd name="connsiteX229" fmla="*/ 3490972 w 12192000"/>
              <a:gd name="connsiteY229" fmla="*/ 47286 h 4999978"/>
              <a:gd name="connsiteX230" fmla="*/ 3505835 w 12192000"/>
              <a:gd name="connsiteY230" fmla="*/ 46077 h 4999978"/>
              <a:gd name="connsiteX231" fmla="*/ 3511410 w 12192000"/>
              <a:gd name="connsiteY231" fmla="*/ 44808 h 4999978"/>
              <a:gd name="connsiteX232" fmla="*/ 3519598 w 12192000"/>
              <a:gd name="connsiteY232" fmla="*/ 44683 h 4999978"/>
              <a:gd name="connsiteX233" fmla="*/ 3519807 w 12192000"/>
              <a:gd name="connsiteY233" fmla="*/ 44938 h 4999978"/>
              <a:gd name="connsiteX234" fmla="*/ 3527466 w 12192000"/>
              <a:gd name="connsiteY234" fmla="*/ 44316 h 4999978"/>
              <a:gd name="connsiteX235" fmla="*/ 3564889 w 12192000"/>
              <a:gd name="connsiteY235" fmla="*/ 57394 h 4999978"/>
              <a:gd name="connsiteX236" fmla="*/ 3614922 w 12192000"/>
              <a:gd name="connsiteY236" fmla="*/ 61804 h 4999978"/>
              <a:gd name="connsiteX237" fmla="*/ 3635506 w 12192000"/>
              <a:gd name="connsiteY237" fmla="*/ 65718 h 4999978"/>
              <a:gd name="connsiteX238" fmla="*/ 3646525 w 12192000"/>
              <a:gd name="connsiteY238" fmla="*/ 69193 h 4999978"/>
              <a:gd name="connsiteX239" fmla="*/ 3647224 w 12192000"/>
              <a:gd name="connsiteY239" fmla="*/ 70303 h 4999978"/>
              <a:gd name="connsiteX240" fmla="*/ 3683100 w 12192000"/>
              <a:gd name="connsiteY240" fmla="*/ 64109 h 4999978"/>
              <a:gd name="connsiteX241" fmla="*/ 3687901 w 12192000"/>
              <a:gd name="connsiteY241" fmla="*/ 65372 h 4999978"/>
              <a:gd name="connsiteX242" fmla="*/ 3711234 w 12192000"/>
              <a:gd name="connsiteY242" fmla="*/ 58665 h 4999978"/>
              <a:gd name="connsiteX243" fmla="*/ 3723318 w 12192000"/>
              <a:gd name="connsiteY243" fmla="*/ 56625 h 4999978"/>
              <a:gd name="connsiteX244" fmla="*/ 3726677 w 12192000"/>
              <a:gd name="connsiteY244" fmla="*/ 53112 h 4999978"/>
              <a:gd name="connsiteX245" fmla="*/ 3744535 w 12192000"/>
              <a:gd name="connsiteY245" fmla="*/ 51590 h 4999978"/>
              <a:gd name="connsiteX246" fmla="*/ 3746608 w 12192000"/>
              <a:gd name="connsiteY246" fmla="*/ 52522 h 4999978"/>
              <a:gd name="connsiteX247" fmla="*/ 3761262 w 12192000"/>
              <a:gd name="connsiteY247" fmla="*/ 47147 h 4999978"/>
              <a:gd name="connsiteX248" fmla="*/ 3803931 w 12192000"/>
              <a:gd name="connsiteY248" fmla="*/ 49309 h 4999978"/>
              <a:gd name="connsiteX249" fmla="*/ 3925626 w 12192000"/>
              <a:gd name="connsiteY249" fmla="*/ 40301 h 4999978"/>
              <a:gd name="connsiteX250" fmla="*/ 4033324 w 12192000"/>
              <a:gd name="connsiteY250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823914 w 12192000"/>
              <a:gd name="connsiteY206" fmla="*/ 66867 h 4999978"/>
              <a:gd name="connsiteX207" fmla="*/ 2831912 w 12192000"/>
              <a:gd name="connsiteY207" fmla="*/ 55426 h 4999978"/>
              <a:gd name="connsiteX208" fmla="*/ 2843870 w 12192000"/>
              <a:gd name="connsiteY208" fmla="*/ 47507 h 4999978"/>
              <a:gd name="connsiteX209" fmla="*/ 2846217 w 12192000"/>
              <a:gd name="connsiteY209" fmla="*/ 48025 h 4999978"/>
              <a:gd name="connsiteX210" fmla="*/ 2862745 w 12192000"/>
              <a:gd name="connsiteY210" fmla="*/ 43242 h 4999978"/>
              <a:gd name="connsiteX211" fmla="*/ 2864596 w 12192000"/>
              <a:gd name="connsiteY211" fmla="*/ 39218 h 4999978"/>
              <a:gd name="connsiteX212" fmla="*/ 2875381 w 12192000"/>
              <a:gd name="connsiteY212" fmla="*/ 35003 h 4999978"/>
              <a:gd name="connsiteX213" fmla="*/ 2895139 w 12192000"/>
              <a:gd name="connsiteY213" fmla="*/ 24186 h 4999978"/>
              <a:gd name="connsiteX214" fmla="*/ 2900232 w 12192000"/>
              <a:gd name="connsiteY214" fmla="*/ 24518 h 4999978"/>
              <a:gd name="connsiteX215" fmla="*/ 2932205 w 12192000"/>
              <a:gd name="connsiteY215" fmla="*/ 11873 h 4999978"/>
              <a:gd name="connsiteX216" fmla="*/ 2933310 w 12192000"/>
              <a:gd name="connsiteY216" fmla="*/ 12816 h 4999978"/>
              <a:gd name="connsiteX217" fmla="*/ 2945218 w 12192000"/>
              <a:gd name="connsiteY217" fmla="*/ 14141 h 4999978"/>
              <a:gd name="connsiteX218" fmla="*/ 2966465 w 12192000"/>
              <a:gd name="connsiteY218" fmla="*/ 14117 h 4999978"/>
              <a:gd name="connsiteX219" fmla="*/ 3023668 w 12192000"/>
              <a:gd name="connsiteY219" fmla="*/ 27905 h 4999978"/>
              <a:gd name="connsiteX220" fmla="*/ 3057077 w 12192000"/>
              <a:gd name="connsiteY220" fmla="*/ 14845 h 4999978"/>
              <a:gd name="connsiteX221" fmla="*/ 3151915 w 12192000"/>
              <a:gd name="connsiteY221" fmla="*/ 11243 h 4999978"/>
              <a:gd name="connsiteX222" fmla="*/ 3251671 w 12192000"/>
              <a:gd name="connsiteY222" fmla="*/ 31575 h 4999978"/>
              <a:gd name="connsiteX223" fmla="*/ 3351400 w 12192000"/>
              <a:gd name="connsiteY223" fmla="*/ 32687 h 4999978"/>
              <a:gd name="connsiteX224" fmla="*/ 3387481 w 12192000"/>
              <a:gd name="connsiteY224" fmla="*/ 31443 h 4999978"/>
              <a:gd name="connsiteX225" fmla="*/ 3451923 w 12192000"/>
              <a:gd name="connsiteY225" fmla="*/ 36482 h 4999978"/>
              <a:gd name="connsiteX226" fmla="*/ 3481520 w 12192000"/>
              <a:gd name="connsiteY226" fmla="*/ 43287 h 4999978"/>
              <a:gd name="connsiteX227" fmla="*/ 3482804 w 12192000"/>
              <a:gd name="connsiteY227" fmla="*/ 42812 h 4999978"/>
              <a:gd name="connsiteX228" fmla="*/ 3485495 w 12192000"/>
              <a:gd name="connsiteY228" fmla="*/ 45921 h 4999978"/>
              <a:gd name="connsiteX229" fmla="*/ 3490972 w 12192000"/>
              <a:gd name="connsiteY229" fmla="*/ 47286 h 4999978"/>
              <a:gd name="connsiteX230" fmla="*/ 3505835 w 12192000"/>
              <a:gd name="connsiteY230" fmla="*/ 46077 h 4999978"/>
              <a:gd name="connsiteX231" fmla="*/ 3511410 w 12192000"/>
              <a:gd name="connsiteY231" fmla="*/ 44808 h 4999978"/>
              <a:gd name="connsiteX232" fmla="*/ 3519598 w 12192000"/>
              <a:gd name="connsiteY232" fmla="*/ 44683 h 4999978"/>
              <a:gd name="connsiteX233" fmla="*/ 3519807 w 12192000"/>
              <a:gd name="connsiteY233" fmla="*/ 44938 h 4999978"/>
              <a:gd name="connsiteX234" fmla="*/ 3527466 w 12192000"/>
              <a:gd name="connsiteY234" fmla="*/ 44316 h 4999978"/>
              <a:gd name="connsiteX235" fmla="*/ 3564889 w 12192000"/>
              <a:gd name="connsiteY235" fmla="*/ 57394 h 4999978"/>
              <a:gd name="connsiteX236" fmla="*/ 3614922 w 12192000"/>
              <a:gd name="connsiteY236" fmla="*/ 61804 h 4999978"/>
              <a:gd name="connsiteX237" fmla="*/ 3635506 w 12192000"/>
              <a:gd name="connsiteY237" fmla="*/ 65718 h 4999978"/>
              <a:gd name="connsiteX238" fmla="*/ 3646525 w 12192000"/>
              <a:gd name="connsiteY238" fmla="*/ 69193 h 4999978"/>
              <a:gd name="connsiteX239" fmla="*/ 3647224 w 12192000"/>
              <a:gd name="connsiteY239" fmla="*/ 70303 h 4999978"/>
              <a:gd name="connsiteX240" fmla="*/ 3683100 w 12192000"/>
              <a:gd name="connsiteY240" fmla="*/ 64109 h 4999978"/>
              <a:gd name="connsiteX241" fmla="*/ 3687901 w 12192000"/>
              <a:gd name="connsiteY241" fmla="*/ 65372 h 4999978"/>
              <a:gd name="connsiteX242" fmla="*/ 3711234 w 12192000"/>
              <a:gd name="connsiteY242" fmla="*/ 58665 h 4999978"/>
              <a:gd name="connsiteX243" fmla="*/ 3723318 w 12192000"/>
              <a:gd name="connsiteY243" fmla="*/ 56625 h 4999978"/>
              <a:gd name="connsiteX244" fmla="*/ 3726677 w 12192000"/>
              <a:gd name="connsiteY244" fmla="*/ 53112 h 4999978"/>
              <a:gd name="connsiteX245" fmla="*/ 3744535 w 12192000"/>
              <a:gd name="connsiteY245" fmla="*/ 51590 h 4999978"/>
              <a:gd name="connsiteX246" fmla="*/ 3746608 w 12192000"/>
              <a:gd name="connsiteY246" fmla="*/ 52522 h 4999978"/>
              <a:gd name="connsiteX247" fmla="*/ 3761262 w 12192000"/>
              <a:gd name="connsiteY247" fmla="*/ 47147 h 4999978"/>
              <a:gd name="connsiteX248" fmla="*/ 3803931 w 12192000"/>
              <a:gd name="connsiteY248" fmla="*/ 49309 h 4999978"/>
              <a:gd name="connsiteX249" fmla="*/ 3925626 w 12192000"/>
              <a:gd name="connsiteY249" fmla="*/ 40301 h 4999978"/>
              <a:gd name="connsiteX250" fmla="*/ 4033324 w 12192000"/>
              <a:gd name="connsiteY250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823914 w 12192000"/>
              <a:gd name="connsiteY206" fmla="*/ 66867 h 4999978"/>
              <a:gd name="connsiteX207" fmla="*/ 2828102 w 12192000"/>
              <a:gd name="connsiteY207" fmla="*/ 164091 h 4999978"/>
              <a:gd name="connsiteX208" fmla="*/ 2843870 w 12192000"/>
              <a:gd name="connsiteY208" fmla="*/ 47507 h 4999978"/>
              <a:gd name="connsiteX209" fmla="*/ 2846217 w 12192000"/>
              <a:gd name="connsiteY209" fmla="*/ 48025 h 4999978"/>
              <a:gd name="connsiteX210" fmla="*/ 2862745 w 12192000"/>
              <a:gd name="connsiteY210" fmla="*/ 43242 h 4999978"/>
              <a:gd name="connsiteX211" fmla="*/ 2864596 w 12192000"/>
              <a:gd name="connsiteY211" fmla="*/ 39218 h 4999978"/>
              <a:gd name="connsiteX212" fmla="*/ 2875381 w 12192000"/>
              <a:gd name="connsiteY212" fmla="*/ 35003 h 4999978"/>
              <a:gd name="connsiteX213" fmla="*/ 2895139 w 12192000"/>
              <a:gd name="connsiteY213" fmla="*/ 24186 h 4999978"/>
              <a:gd name="connsiteX214" fmla="*/ 2900232 w 12192000"/>
              <a:gd name="connsiteY214" fmla="*/ 24518 h 4999978"/>
              <a:gd name="connsiteX215" fmla="*/ 2932205 w 12192000"/>
              <a:gd name="connsiteY215" fmla="*/ 11873 h 4999978"/>
              <a:gd name="connsiteX216" fmla="*/ 2933310 w 12192000"/>
              <a:gd name="connsiteY216" fmla="*/ 12816 h 4999978"/>
              <a:gd name="connsiteX217" fmla="*/ 2945218 w 12192000"/>
              <a:gd name="connsiteY217" fmla="*/ 14141 h 4999978"/>
              <a:gd name="connsiteX218" fmla="*/ 2966465 w 12192000"/>
              <a:gd name="connsiteY218" fmla="*/ 14117 h 4999978"/>
              <a:gd name="connsiteX219" fmla="*/ 3023668 w 12192000"/>
              <a:gd name="connsiteY219" fmla="*/ 27905 h 4999978"/>
              <a:gd name="connsiteX220" fmla="*/ 3057077 w 12192000"/>
              <a:gd name="connsiteY220" fmla="*/ 14845 h 4999978"/>
              <a:gd name="connsiteX221" fmla="*/ 3151915 w 12192000"/>
              <a:gd name="connsiteY221" fmla="*/ 11243 h 4999978"/>
              <a:gd name="connsiteX222" fmla="*/ 3251671 w 12192000"/>
              <a:gd name="connsiteY222" fmla="*/ 31575 h 4999978"/>
              <a:gd name="connsiteX223" fmla="*/ 3351400 w 12192000"/>
              <a:gd name="connsiteY223" fmla="*/ 32687 h 4999978"/>
              <a:gd name="connsiteX224" fmla="*/ 3387481 w 12192000"/>
              <a:gd name="connsiteY224" fmla="*/ 31443 h 4999978"/>
              <a:gd name="connsiteX225" fmla="*/ 3451923 w 12192000"/>
              <a:gd name="connsiteY225" fmla="*/ 36482 h 4999978"/>
              <a:gd name="connsiteX226" fmla="*/ 3481520 w 12192000"/>
              <a:gd name="connsiteY226" fmla="*/ 43287 h 4999978"/>
              <a:gd name="connsiteX227" fmla="*/ 3482804 w 12192000"/>
              <a:gd name="connsiteY227" fmla="*/ 42812 h 4999978"/>
              <a:gd name="connsiteX228" fmla="*/ 3485495 w 12192000"/>
              <a:gd name="connsiteY228" fmla="*/ 45921 h 4999978"/>
              <a:gd name="connsiteX229" fmla="*/ 3490972 w 12192000"/>
              <a:gd name="connsiteY229" fmla="*/ 47286 h 4999978"/>
              <a:gd name="connsiteX230" fmla="*/ 3505835 w 12192000"/>
              <a:gd name="connsiteY230" fmla="*/ 46077 h 4999978"/>
              <a:gd name="connsiteX231" fmla="*/ 3511410 w 12192000"/>
              <a:gd name="connsiteY231" fmla="*/ 44808 h 4999978"/>
              <a:gd name="connsiteX232" fmla="*/ 3519598 w 12192000"/>
              <a:gd name="connsiteY232" fmla="*/ 44683 h 4999978"/>
              <a:gd name="connsiteX233" fmla="*/ 3519807 w 12192000"/>
              <a:gd name="connsiteY233" fmla="*/ 44938 h 4999978"/>
              <a:gd name="connsiteX234" fmla="*/ 3527466 w 12192000"/>
              <a:gd name="connsiteY234" fmla="*/ 44316 h 4999978"/>
              <a:gd name="connsiteX235" fmla="*/ 3564889 w 12192000"/>
              <a:gd name="connsiteY235" fmla="*/ 57394 h 4999978"/>
              <a:gd name="connsiteX236" fmla="*/ 3614922 w 12192000"/>
              <a:gd name="connsiteY236" fmla="*/ 61804 h 4999978"/>
              <a:gd name="connsiteX237" fmla="*/ 3635506 w 12192000"/>
              <a:gd name="connsiteY237" fmla="*/ 65718 h 4999978"/>
              <a:gd name="connsiteX238" fmla="*/ 3646525 w 12192000"/>
              <a:gd name="connsiteY238" fmla="*/ 69193 h 4999978"/>
              <a:gd name="connsiteX239" fmla="*/ 3647224 w 12192000"/>
              <a:gd name="connsiteY239" fmla="*/ 70303 h 4999978"/>
              <a:gd name="connsiteX240" fmla="*/ 3683100 w 12192000"/>
              <a:gd name="connsiteY240" fmla="*/ 64109 h 4999978"/>
              <a:gd name="connsiteX241" fmla="*/ 3687901 w 12192000"/>
              <a:gd name="connsiteY241" fmla="*/ 65372 h 4999978"/>
              <a:gd name="connsiteX242" fmla="*/ 3711234 w 12192000"/>
              <a:gd name="connsiteY242" fmla="*/ 58665 h 4999978"/>
              <a:gd name="connsiteX243" fmla="*/ 3723318 w 12192000"/>
              <a:gd name="connsiteY243" fmla="*/ 56625 h 4999978"/>
              <a:gd name="connsiteX244" fmla="*/ 3726677 w 12192000"/>
              <a:gd name="connsiteY244" fmla="*/ 53112 h 4999978"/>
              <a:gd name="connsiteX245" fmla="*/ 3744535 w 12192000"/>
              <a:gd name="connsiteY245" fmla="*/ 51590 h 4999978"/>
              <a:gd name="connsiteX246" fmla="*/ 3746608 w 12192000"/>
              <a:gd name="connsiteY246" fmla="*/ 52522 h 4999978"/>
              <a:gd name="connsiteX247" fmla="*/ 3761262 w 12192000"/>
              <a:gd name="connsiteY247" fmla="*/ 47147 h 4999978"/>
              <a:gd name="connsiteX248" fmla="*/ 3803931 w 12192000"/>
              <a:gd name="connsiteY248" fmla="*/ 49309 h 4999978"/>
              <a:gd name="connsiteX249" fmla="*/ 3925626 w 12192000"/>
              <a:gd name="connsiteY249" fmla="*/ 40301 h 4999978"/>
              <a:gd name="connsiteX250" fmla="*/ 4033324 w 12192000"/>
              <a:gd name="connsiteY250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823914 w 12192000"/>
              <a:gd name="connsiteY206" fmla="*/ 66867 h 4999978"/>
              <a:gd name="connsiteX207" fmla="*/ 2828102 w 12192000"/>
              <a:gd name="connsiteY207" fmla="*/ 164091 h 4999978"/>
              <a:gd name="connsiteX208" fmla="*/ 2843870 w 12192000"/>
              <a:gd name="connsiteY208" fmla="*/ 47507 h 4999978"/>
              <a:gd name="connsiteX209" fmla="*/ 2792877 w 12192000"/>
              <a:gd name="connsiteY209" fmla="*/ 148928 h 4999978"/>
              <a:gd name="connsiteX210" fmla="*/ 2862745 w 12192000"/>
              <a:gd name="connsiteY210" fmla="*/ 43242 h 4999978"/>
              <a:gd name="connsiteX211" fmla="*/ 2864596 w 12192000"/>
              <a:gd name="connsiteY211" fmla="*/ 39218 h 4999978"/>
              <a:gd name="connsiteX212" fmla="*/ 2875381 w 12192000"/>
              <a:gd name="connsiteY212" fmla="*/ 35003 h 4999978"/>
              <a:gd name="connsiteX213" fmla="*/ 2895139 w 12192000"/>
              <a:gd name="connsiteY213" fmla="*/ 24186 h 4999978"/>
              <a:gd name="connsiteX214" fmla="*/ 2900232 w 12192000"/>
              <a:gd name="connsiteY214" fmla="*/ 24518 h 4999978"/>
              <a:gd name="connsiteX215" fmla="*/ 2932205 w 12192000"/>
              <a:gd name="connsiteY215" fmla="*/ 11873 h 4999978"/>
              <a:gd name="connsiteX216" fmla="*/ 2933310 w 12192000"/>
              <a:gd name="connsiteY216" fmla="*/ 12816 h 4999978"/>
              <a:gd name="connsiteX217" fmla="*/ 2945218 w 12192000"/>
              <a:gd name="connsiteY217" fmla="*/ 14141 h 4999978"/>
              <a:gd name="connsiteX218" fmla="*/ 2966465 w 12192000"/>
              <a:gd name="connsiteY218" fmla="*/ 14117 h 4999978"/>
              <a:gd name="connsiteX219" fmla="*/ 3023668 w 12192000"/>
              <a:gd name="connsiteY219" fmla="*/ 27905 h 4999978"/>
              <a:gd name="connsiteX220" fmla="*/ 3057077 w 12192000"/>
              <a:gd name="connsiteY220" fmla="*/ 14845 h 4999978"/>
              <a:gd name="connsiteX221" fmla="*/ 3151915 w 12192000"/>
              <a:gd name="connsiteY221" fmla="*/ 11243 h 4999978"/>
              <a:gd name="connsiteX222" fmla="*/ 3251671 w 12192000"/>
              <a:gd name="connsiteY222" fmla="*/ 31575 h 4999978"/>
              <a:gd name="connsiteX223" fmla="*/ 3351400 w 12192000"/>
              <a:gd name="connsiteY223" fmla="*/ 32687 h 4999978"/>
              <a:gd name="connsiteX224" fmla="*/ 3387481 w 12192000"/>
              <a:gd name="connsiteY224" fmla="*/ 31443 h 4999978"/>
              <a:gd name="connsiteX225" fmla="*/ 3451923 w 12192000"/>
              <a:gd name="connsiteY225" fmla="*/ 36482 h 4999978"/>
              <a:gd name="connsiteX226" fmla="*/ 3481520 w 12192000"/>
              <a:gd name="connsiteY226" fmla="*/ 43287 h 4999978"/>
              <a:gd name="connsiteX227" fmla="*/ 3482804 w 12192000"/>
              <a:gd name="connsiteY227" fmla="*/ 42812 h 4999978"/>
              <a:gd name="connsiteX228" fmla="*/ 3485495 w 12192000"/>
              <a:gd name="connsiteY228" fmla="*/ 45921 h 4999978"/>
              <a:gd name="connsiteX229" fmla="*/ 3490972 w 12192000"/>
              <a:gd name="connsiteY229" fmla="*/ 47286 h 4999978"/>
              <a:gd name="connsiteX230" fmla="*/ 3505835 w 12192000"/>
              <a:gd name="connsiteY230" fmla="*/ 46077 h 4999978"/>
              <a:gd name="connsiteX231" fmla="*/ 3511410 w 12192000"/>
              <a:gd name="connsiteY231" fmla="*/ 44808 h 4999978"/>
              <a:gd name="connsiteX232" fmla="*/ 3519598 w 12192000"/>
              <a:gd name="connsiteY232" fmla="*/ 44683 h 4999978"/>
              <a:gd name="connsiteX233" fmla="*/ 3519807 w 12192000"/>
              <a:gd name="connsiteY233" fmla="*/ 44938 h 4999978"/>
              <a:gd name="connsiteX234" fmla="*/ 3527466 w 12192000"/>
              <a:gd name="connsiteY234" fmla="*/ 44316 h 4999978"/>
              <a:gd name="connsiteX235" fmla="*/ 3564889 w 12192000"/>
              <a:gd name="connsiteY235" fmla="*/ 57394 h 4999978"/>
              <a:gd name="connsiteX236" fmla="*/ 3614922 w 12192000"/>
              <a:gd name="connsiteY236" fmla="*/ 61804 h 4999978"/>
              <a:gd name="connsiteX237" fmla="*/ 3635506 w 12192000"/>
              <a:gd name="connsiteY237" fmla="*/ 65718 h 4999978"/>
              <a:gd name="connsiteX238" fmla="*/ 3646525 w 12192000"/>
              <a:gd name="connsiteY238" fmla="*/ 69193 h 4999978"/>
              <a:gd name="connsiteX239" fmla="*/ 3647224 w 12192000"/>
              <a:gd name="connsiteY239" fmla="*/ 70303 h 4999978"/>
              <a:gd name="connsiteX240" fmla="*/ 3683100 w 12192000"/>
              <a:gd name="connsiteY240" fmla="*/ 64109 h 4999978"/>
              <a:gd name="connsiteX241" fmla="*/ 3687901 w 12192000"/>
              <a:gd name="connsiteY241" fmla="*/ 65372 h 4999978"/>
              <a:gd name="connsiteX242" fmla="*/ 3711234 w 12192000"/>
              <a:gd name="connsiteY242" fmla="*/ 58665 h 4999978"/>
              <a:gd name="connsiteX243" fmla="*/ 3723318 w 12192000"/>
              <a:gd name="connsiteY243" fmla="*/ 56625 h 4999978"/>
              <a:gd name="connsiteX244" fmla="*/ 3726677 w 12192000"/>
              <a:gd name="connsiteY244" fmla="*/ 53112 h 4999978"/>
              <a:gd name="connsiteX245" fmla="*/ 3744535 w 12192000"/>
              <a:gd name="connsiteY245" fmla="*/ 51590 h 4999978"/>
              <a:gd name="connsiteX246" fmla="*/ 3746608 w 12192000"/>
              <a:gd name="connsiteY246" fmla="*/ 52522 h 4999978"/>
              <a:gd name="connsiteX247" fmla="*/ 3761262 w 12192000"/>
              <a:gd name="connsiteY247" fmla="*/ 47147 h 4999978"/>
              <a:gd name="connsiteX248" fmla="*/ 3803931 w 12192000"/>
              <a:gd name="connsiteY248" fmla="*/ 49309 h 4999978"/>
              <a:gd name="connsiteX249" fmla="*/ 3925626 w 12192000"/>
              <a:gd name="connsiteY249" fmla="*/ 40301 h 4999978"/>
              <a:gd name="connsiteX250" fmla="*/ 4033324 w 12192000"/>
              <a:gd name="connsiteY250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823914 w 12192000"/>
              <a:gd name="connsiteY206" fmla="*/ 66867 h 4999978"/>
              <a:gd name="connsiteX207" fmla="*/ 2828102 w 12192000"/>
              <a:gd name="connsiteY207" fmla="*/ 164091 h 4999978"/>
              <a:gd name="connsiteX208" fmla="*/ 2843870 w 12192000"/>
              <a:gd name="connsiteY208" fmla="*/ 47507 h 4999978"/>
              <a:gd name="connsiteX209" fmla="*/ 2862745 w 12192000"/>
              <a:gd name="connsiteY209" fmla="*/ 43242 h 4999978"/>
              <a:gd name="connsiteX210" fmla="*/ 2864596 w 12192000"/>
              <a:gd name="connsiteY210" fmla="*/ 39218 h 4999978"/>
              <a:gd name="connsiteX211" fmla="*/ 2875381 w 12192000"/>
              <a:gd name="connsiteY211" fmla="*/ 35003 h 4999978"/>
              <a:gd name="connsiteX212" fmla="*/ 2895139 w 12192000"/>
              <a:gd name="connsiteY212" fmla="*/ 24186 h 4999978"/>
              <a:gd name="connsiteX213" fmla="*/ 2900232 w 12192000"/>
              <a:gd name="connsiteY213" fmla="*/ 24518 h 4999978"/>
              <a:gd name="connsiteX214" fmla="*/ 2932205 w 12192000"/>
              <a:gd name="connsiteY214" fmla="*/ 11873 h 4999978"/>
              <a:gd name="connsiteX215" fmla="*/ 2933310 w 12192000"/>
              <a:gd name="connsiteY215" fmla="*/ 12816 h 4999978"/>
              <a:gd name="connsiteX216" fmla="*/ 2945218 w 12192000"/>
              <a:gd name="connsiteY216" fmla="*/ 14141 h 4999978"/>
              <a:gd name="connsiteX217" fmla="*/ 2966465 w 12192000"/>
              <a:gd name="connsiteY217" fmla="*/ 14117 h 4999978"/>
              <a:gd name="connsiteX218" fmla="*/ 3023668 w 12192000"/>
              <a:gd name="connsiteY218" fmla="*/ 27905 h 4999978"/>
              <a:gd name="connsiteX219" fmla="*/ 3057077 w 12192000"/>
              <a:gd name="connsiteY219" fmla="*/ 14845 h 4999978"/>
              <a:gd name="connsiteX220" fmla="*/ 3151915 w 12192000"/>
              <a:gd name="connsiteY220" fmla="*/ 11243 h 4999978"/>
              <a:gd name="connsiteX221" fmla="*/ 3251671 w 12192000"/>
              <a:gd name="connsiteY221" fmla="*/ 31575 h 4999978"/>
              <a:gd name="connsiteX222" fmla="*/ 3351400 w 12192000"/>
              <a:gd name="connsiteY222" fmla="*/ 32687 h 4999978"/>
              <a:gd name="connsiteX223" fmla="*/ 3387481 w 12192000"/>
              <a:gd name="connsiteY223" fmla="*/ 31443 h 4999978"/>
              <a:gd name="connsiteX224" fmla="*/ 3451923 w 12192000"/>
              <a:gd name="connsiteY224" fmla="*/ 36482 h 4999978"/>
              <a:gd name="connsiteX225" fmla="*/ 3481520 w 12192000"/>
              <a:gd name="connsiteY225" fmla="*/ 43287 h 4999978"/>
              <a:gd name="connsiteX226" fmla="*/ 3482804 w 12192000"/>
              <a:gd name="connsiteY226" fmla="*/ 42812 h 4999978"/>
              <a:gd name="connsiteX227" fmla="*/ 3485495 w 12192000"/>
              <a:gd name="connsiteY227" fmla="*/ 45921 h 4999978"/>
              <a:gd name="connsiteX228" fmla="*/ 3490972 w 12192000"/>
              <a:gd name="connsiteY228" fmla="*/ 47286 h 4999978"/>
              <a:gd name="connsiteX229" fmla="*/ 3505835 w 12192000"/>
              <a:gd name="connsiteY229" fmla="*/ 46077 h 4999978"/>
              <a:gd name="connsiteX230" fmla="*/ 3511410 w 12192000"/>
              <a:gd name="connsiteY230" fmla="*/ 44808 h 4999978"/>
              <a:gd name="connsiteX231" fmla="*/ 3519598 w 12192000"/>
              <a:gd name="connsiteY231" fmla="*/ 44683 h 4999978"/>
              <a:gd name="connsiteX232" fmla="*/ 3519807 w 12192000"/>
              <a:gd name="connsiteY232" fmla="*/ 44938 h 4999978"/>
              <a:gd name="connsiteX233" fmla="*/ 3527466 w 12192000"/>
              <a:gd name="connsiteY233" fmla="*/ 44316 h 4999978"/>
              <a:gd name="connsiteX234" fmla="*/ 3564889 w 12192000"/>
              <a:gd name="connsiteY234" fmla="*/ 57394 h 4999978"/>
              <a:gd name="connsiteX235" fmla="*/ 3614922 w 12192000"/>
              <a:gd name="connsiteY235" fmla="*/ 61804 h 4999978"/>
              <a:gd name="connsiteX236" fmla="*/ 3635506 w 12192000"/>
              <a:gd name="connsiteY236" fmla="*/ 65718 h 4999978"/>
              <a:gd name="connsiteX237" fmla="*/ 3646525 w 12192000"/>
              <a:gd name="connsiteY237" fmla="*/ 69193 h 4999978"/>
              <a:gd name="connsiteX238" fmla="*/ 3647224 w 12192000"/>
              <a:gd name="connsiteY238" fmla="*/ 70303 h 4999978"/>
              <a:gd name="connsiteX239" fmla="*/ 3683100 w 12192000"/>
              <a:gd name="connsiteY239" fmla="*/ 64109 h 4999978"/>
              <a:gd name="connsiteX240" fmla="*/ 3687901 w 12192000"/>
              <a:gd name="connsiteY240" fmla="*/ 65372 h 4999978"/>
              <a:gd name="connsiteX241" fmla="*/ 3711234 w 12192000"/>
              <a:gd name="connsiteY241" fmla="*/ 58665 h 4999978"/>
              <a:gd name="connsiteX242" fmla="*/ 3723318 w 12192000"/>
              <a:gd name="connsiteY242" fmla="*/ 56625 h 4999978"/>
              <a:gd name="connsiteX243" fmla="*/ 3726677 w 12192000"/>
              <a:gd name="connsiteY243" fmla="*/ 53112 h 4999978"/>
              <a:gd name="connsiteX244" fmla="*/ 3744535 w 12192000"/>
              <a:gd name="connsiteY244" fmla="*/ 51590 h 4999978"/>
              <a:gd name="connsiteX245" fmla="*/ 3746608 w 12192000"/>
              <a:gd name="connsiteY245" fmla="*/ 52522 h 4999978"/>
              <a:gd name="connsiteX246" fmla="*/ 3761262 w 12192000"/>
              <a:gd name="connsiteY246" fmla="*/ 47147 h 4999978"/>
              <a:gd name="connsiteX247" fmla="*/ 3803931 w 12192000"/>
              <a:gd name="connsiteY247" fmla="*/ 49309 h 4999978"/>
              <a:gd name="connsiteX248" fmla="*/ 3925626 w 12192000"/>
              <a:gd name="connsiteY248" fmla="*/ 40301 h 4999978"/>
              <a:gd name="connsiteX249" fmla="*/ 4033324 w 12192000"/>
              <a:gd name="connsiteY249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751524 w 12192000"/>
              <a:gd name="connsiteY206" fmla="*/ 90153 h 4999978"/>
              <a:gd name="connsiteX207" fmla="*/ 2828102 w 12192000"/>
              <a:gd name="connsiteY207" fmla="*/ 164091 h 4999978"/>
              <a:gd name="connsiteX208" fmla="*/ 2843870 w 12192000"/>
              <a:gd name="connsiteY208" fmla="*/ 47507 h 4999978"/>
              <a:gd name="connsiteX209" fmla="*/ 2862745 w 12192000"/>
              <a:gd name="connsiteY209" fmla="*/ 43242 h 4999978"/>
              <a:gd name="connsiteX210" fmla="*/ 2864596 w 12192000"/>
              <a:gd name="connsiteY210" fmla="*/ 39218 h 4999978"/>
              <a:gd name="connsiteX211" fmla="*/ 2875381 w 12192000"/>
              <a:gd name="connsiteY211" fmla="*/ 35003 h 4999978"/>
              <a:gd name="connsiteX212" fmla="*/ 2895139 w 12192000"/>
              <a:gd name="connsiteY212" fmla="*/ 24186 h 4999978"/>
              <a:gd name="connsiteX213" fmla="*/ 2900232 w 12192000"/>
              <a:gd name="connsiteY213" fmla="*/ 24518 h 4999978"/>
              <a:gd name="connsiteX214" fmla="*/ 2932205 w 12192000"/>
              <a:gd name="connsiteY214" fmla="*/ 11873 h 4999978"/>
              <a:gd name="connsiteX215" fmla="*/ 2933310 w 12192000"/>
              <a:gd name="connsiteY215" fmla="*/ 12816 h 4999978"/>
              <a:gd name="connsiteX216" fmla="*/ 2945218 w 12192000"/>
              <a:gd name="connsiteY216" fmla="*/ 14141 h 4999978"/>
              <a:gd name="connsiteX217" fmla="*/ 2966465 w 12192000"/>
              <a:gd name="connsiteY217" fmla="*/ 14117 h 4999978"/>
              <a:gd name="connsiteX218" fmla="*/ 3023668 w 12192000"/>
              <a:gd name="connsiteY218" fmla="*/ 27905 h 4999978"/>
              <a:gd name="connsiteX219" fmla="*/ 3057077 w 12192000"/>
              <a:gd name="connsiteY219" fmla="*/ 14845 h 4999978"/>
              <a:gd name="connsiteX220" fmla="*/ 3151915 w 12192000"/>
              <a:gd name="connsiteY220" fmla="*/ 11243 h 4999978"/>
              <a:gd name="connsiteX221" fmla="*/ 3251671 w 12192000"/>
              <a:gd name="connsiteY221" fmla="*/ 31575 h 4999978"/>
              <a:gd name="connsiteX222" fmla="*/ 3351400 w 12192000"/>
              <a:gd name="connsiteY222" fmla="*/ 32687 h 4999978"/>
              <a:gd name="connsiteX223" fmla="*/ 3387481 w 12192000"/>
              <a:gd name="connsiteY223" fmla="*/ 31443 h 4999978"/>
              <a:gd name="connsiteX224" fmla="*/ 3451923 w 12192000"/>
              <a:gd name="connsiteY224" fmla="*/ 36482 h 4999978"/>
              <a:gd name="connsiteX225" fmla="*/ 3481520 w 12192000"/>
              <a:gd name="connsiteY225" fmla="*/ 43287 h 4999978"/>
              <a:gd name="connsiteX226" fmla="*/ 3482804 w 12192000"/>
              <a:gd name="connsiteY226" fmla="*/ 42812 h 4999978"/>
              <a:gd name="connsiteX227" fmla="*/ 3485495 w 12192000"/>
              <a:gd name="connsiteY227" fmla="*/ 45921 h 4999978"/>
              <a:gd name="connsiteX228" fmla="*/ 3490972 w 12192000"/>
              <a:gd name="connsiteY228" fmla="*/ 47286 h 4999978"/>
              <a:gd name="connsiteX229" fmla="*/ 3505835 w 12192000"/>
              <a:gd name="connsiteY229" fmla="*/ 46077 h 4999978"/>
              <a:gd name="connsiteX230" fmla="*/ 3511410 w 12192000"/>
              <a:gd name="connsiteY230" fmla="*/ 44808 h 4999978"/>
              <a:gd name="connsiteX231" fmla="*/ 3519598 w 12192000"/>
              <a:gd name="connsiteY231" fmla="*/ 44683 h 4999978"/>
              <a:gd name="connsiteX232" fmla="*/ 3519807 w 12192000"/>
              <a:gd name="connsiteY232" fmla="*/ 44938 h 4999978"/>
              <a:gd name="connsiteX233" fmla="*/ 3527466 w 12192000"/>
              <a:gd name="connsiteY233" fmla="*/ 44316 h 4999978"/>
              <a:gd name="connsiteX234" fmla="*/ 3564889 w 12192000"/>
              <a:gd name="connsiteY234" fmla="*/ 57394 h 4999978"/>
              <a:gd name="connsiteX235" fmla="*/ 3614922 w 12192000"/>
              <a:gd name="connsiteY235" fmla="*/ 61804 h 4999978"/>
              <a:gd name="connsiteX236" fmla="*/ 3635506 w 12192000"/>
              <a:gd name="connsiteY236" fmla="*/ 65718 h 4999978"/>
              <a:gd name="connsiteX237" fmla="*/ 3646525 w 12192000"/>
              <a:gd name="connsiteY237" fmla="*/ 69193 h 4999978"/>
              <a:gd name="connsiteX238" fmla="*/ 3647224 w 12192000"/>
              <a:gd name="connsiteY238" fmla="*/ 70303 h 4999978"/>
              <a:gd name="connsiteX239" fmla="*/ 3683100 w 12192000"/>
              <a:gd name="connsiteY239" fmla="*/ 64109 h 4999978"/>
              <a:gd name="connsiteX240" fmla="*/ 3687901 w 12192000"/>
              <a:gd name="connsiteY240" fmla="*/ 65372 h 4999978"/>
              <a:gd name="connsiteX241" fmla="*/ 3711234 w 12192000"/>
              <a:gd name="connsiteY241" fmla="*/ 58665 h 4999978"/>
              <a:gd name="connsiteX242" fmla="*/ 3723318 w 12192000"/>
              <a:gd name="connsiteY242" fmla="*/ 56625 h 4999978"/>
              <a:gd name="connsiteX243" fmla="*/ 3726677 w 12192000"/>
              <a:gd name="connsiteY243" fmla="*/ 53112 h 4999978"/>
              <a:gd name="connsiteX244" fmla="*/ 3744535 w 12192000"/>
              <a:gd name="connsiteY244" fmla="*/ 51590 h 4999978"/>
              <a:gd name="connsiteX245" fmla="*/ 3746608 w 12192000"/>
              <a:gd name="connsiteY245" fmla="*/ 52522 h 4999978"/>
              <a:gd name="connsiteX246" fmla="*/ 3761262 w 12192000"/>
              <a:gd name="connsiteY246" fmla="*/ 47147 h 4999978"/>
              <a:gd name="connsiteX247" fmla="*/ 3803931 w 12192000"/>
              <a:gd name="connsiteY247" fmla="*/ 49309 h 4999978"/>
              <a:gd name="connsiteX248" fmla="*/ 3925626 w 12192000"/>
              <a:gd name="connsiteY248" fmla="*/ 40301 h 4999978"/>
              <a:gd name="connsiteX249" fmla="*/ 4033324 w 12192000"/>
              <a:gd name="connsiteY249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751524 w 12192000"/>
              <a:gd name="connsiteY206" fmla="*/ 90153 h 4999978"/>
              <a:gd name="connsiteX207" fmla="*/ 2797622 w 12192000"/>
              <a:gd name="connsiteY207" fmla="*/ 67069 h 4999978"/>
              <a:gd name="connsiteX208" fmla="*/ 2843870 w 12192000"/>
              <a:gd name="connsiteY208" fmla="*/ 47507 h 4999978"/>
              <a:gd name="connsiteX209" fmla="*/ 2862745 w 12192000"/>
              <a:gd name="connsiteY209" fmla="*/ 43242 h 4999978"/>
              <a:gd name="connsiteX210" fmla="*/ 2864596 w 12192000"/>
              <a:gd name="connsiteY210" fmla="*/ 39218 h 4999978"/>
              <a:gd name="connsiteX211" fmla="*/ 2875381 w 12192000"/>
              <a:gd name="connsiteY211" fmla="*/ 35003 h 4999978"/>
              <a:gd name="connsiteX212" fmla="*/ 2895139 w 12192000"/>
              <a:gd name="connsiteY212" fmla="*/ 24186 h 4999978"/>
              <a:gd name="connsiteX213" fmla="*/ 2900232 w 12192000"/>
              <a:gd name="connsiteY213" fmla="*/ 24518 h 4999978"/>
              <a:gd name="connsiteX214" fmla="*/ 2932205 w 12192000"/>
              <a:gd name="connsiteY214" fmla="*/ 11873 h 4999978"/>
              <a:gd name="connsiteX215" fmla="*/ 2933310 w 12192000"/>
              <a:gd name="connsiteY215" fmla="*/ 12816 h 4999978"/>
              <a:gd name="connsiteX216" fmla="*/ 2945218 w 12192000"/>
              <a:gd name="connsiteY216" fmla="*/ 14141 h 4999978"/>
              <a:gd name="connsiteX217" fmla="*/ 2966465 w 12192000"/>
              <a:gd name="connsiteY217" fmla="*/ 14117 h 4999978"/>
              <a:gd name="connsiteX218" fmla="*/ 3023668 w 12192000"/>
              <a:gd name="connsiteY218" fmla="*/ 27905 h 4999978"/>
              <a:gd name="connsiteX219" fmla="*/ 3057077 w 12192000"/>
              <a:gd name="connsiteY219" fmla="*/ 14845 h 4999978"/>
              <a:gd name="connsiteX220" fmla="*/ 3151915 w 12192000"/>
              <a:gd name="connsiteY220" fmla="*/ 11243 h 4999978"/>
              <a:gd name="connsiteX221" fmla="*/ 3251671 w 12192000"/>
              <a:gd name="connsiteY221" fmla="*/ 31575 h 4999978"/>
              <a:gd name="connsiteX222" fmla="*/ 3351400 w 12192000"/>
              <a:gd name="connsiteY222" fmla="*/ 32687 h 4999978"/>
              <a:gd name="connsiteX223" fmla="*/ 3387481 w 12192000"/>
              <a:gd name="connsiteY223" fmla="*/ 31443 h 4999978"/>
              <a:gd name="connsiteX224" fmla="*/ 3451923 w 12192000"/>
              <a:gd name="connsiteY224" fmla="*/ 36482 h 4999978"/>
              <a:gd name="connsiteX225" fmla="*/ 3481520 w 12192000"/>
              <a:gd name="connsiteY225" fmla="*/ 43287 h 4999978"/>
              <a:gd name="connsiteX226" fmla="*/ 3482804 w 12192000"/>
              <a:gd name="connsiteY226" fmla="*/ 42812 h 4999978"/>
              <a:gd name="connsiteX227" fmla="*/ 3485495 w 12192000"/>
              <a:gd name="connsiteY227" fmla="*/ 45921 h 4999978"/>
              <a:gd name="connsiteX228" fmla="*/ 3490972 w 12192000"/>
              <a:gd name="connsiteY228" fmla="*/ 47286 h 4999978"/>
              <a:gd name="connsiteX229" fmla="*/ 3505835 w 12192000"/>
              <a:gd name="connsiteY229" fmla="*/ 46077 h 4999978"/>
              <a:gd name="connsiteX230" fmla="*/ 3511410 w 12192000"/>
              <a:gd name="connsiteY230" fmla="*/ 44808 h 4999978"/>
              <a:gd name="connsiteX231" fmla="*/ 3519598 w 12192000"/>
              <a:gd name="connsiteY231" fmla="*/ 44683 h 4999978"/>
              <a:gd name="connsiteX232" fmla="*/ 3519807 w 12192000"/>
              <a:gd name="connsiteY232" fmla="*/ 44938 h 4999978"/>
              <a:gd name="connsiteX233" fmla="*/ 3527466 w 12192000"/>
              <a:gd name="connsiteY233" fmla="*/ 44316 h 4999978"/>
              <a:gd name="connsiteX234" fmla="*/ 3564889 w 12192000"/>
              <a:gd name="connsiteY234" fmla="*/ 57394 h 4999978"/>
              <a:gd name="connsiteX235" fmla="*/ 3614922 w 12192000"/>
              <a:gd name="connsiteY235" fmla="*/ 61804 h 4999978"/>
              <a:gd name="connsiteX236" fmla="*/ 3635506 w 12192000"/>
              <a:gd name="connsiteY236" fmla="*/ 65718 h 4999978"/>
              <a:gd name="connsiteX237" fmla="*/ 3646525 w 12192000"/>
              <a:gd name="connsiteY237" fmla="*/ 69193 h 4999978"/>
              <a:gd name="connsiteX238" fmla="*/ 3647224 w 12192000"/>
              <a:gd name="connsiteY238" fmla="*/ 70303 h 4999978"/>
              <a:gd name="connsiteX239" fmla="*/ 3683100 w 12192000"/>
              <a:gd name="connsiteY239" fmla="*/ 64109 h 4999978"/>
              <a:gd name="connsiteX240" fmla="*/ 3687901 w 12192000"/>
              <a:gd name="connsiteY240" fmla="*/ 65372 h 4999978"/>
              <a:gd name="connsiteX241" fmla="*/ 3711234 w 12192000"/>
              <a:gd name="connsiteY241" fmla="*/ 58665 h 4999978"/>
              <a:gd name="connsiteX242" fmla="*/ 3723318 w 12192000"/>
              <a:gd name="connsiteY242" fmla="*/ 56625 h 4999978"/>
              <a:gd name="connsiteX243" fmla="*/ 3726677 w 12192000"/>
              <a:gd name="connsiteY243" fmla="*/ 53112 h 4999978"/>
              <a:gd name="connsiteX244" fmla="*/ 3744535 w 12192000"/>
              <a:gd name="connsiteY244" fmla="*/ 51590 h 4999978"/>
              <a:gd name="connsiteX245" fmla="*/ 3746608 w 12192000"/>
              <a:gd name="connsiteY245" fmla="*/ 52522 h 4999978"/>
              <a:gd name="connsiteX246" fmla="*/ 3761262 w 12192000"/>
              <a:gd name="connsiteY246" fmla="*/ 47147 h 4999978"/>
              <a:gd name="connsiteX247" fmla="*/ 3803931 w 12192000"/>
              <a:gd name="connsiteY247" fmla="*/ 49309 h 4999978"/>
              <a:gd name="connsiteX248" fmla="*/ 3925626 w 12192000"/>
              <a:gd name="connsiteY248" fmla="*/ 40301 h 4999978"/>
              <a:gd name="connsiteX249" fmla="*/ 4033324 w 12192000"/>
              <a:gd name="connsiteY249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10030 w 12192000"/>
              <a:gd name="connsiteY181" fmla="*/ 398805 h 4999978"/>
              <a:gd name="connsiteX182" fmla="*/ 1251170 w 12192000"/>
              <a:gd name="connsiteY182" fmla="*/ 391942 h 4999978"/>
              <a:gd name="connsiteX183" fmla="*/ 1295331 w 12192000"/>
              <a:gd name="connsiteY183" fmla="*/ 402182 h 4999978"/>
              <a:gd name="connsiteX184" fmla="*/ 1347118 w 12192000"/>
              <a:gd name="connsiteY184" fmla="*/ 399704 h 4999978"/>
              <a:gd name="connsiteX185" fmla="*/ 1378108 w 12192000"/>
              <a:gd name="connsiteY185" fmla="*/ 398410 h 4999978"/>
              <a:gd name="connsiteX186" fmla="*/ 1459192 w 12192000"/>
              <a:gd name="connsiteY186" fmla="*/ 380919 h 4999978"/>
              <a:gd name="connsiteX187" fmla="*/ 1590120 w 12192000"/>
              <a:gd name="connsiteY187" fmla="*/ 317608 h 4999978"/>
              <a:gd name="connsiteX188" fmla="*/ 1631417 w 12192000"/>
              <a:gd name="connsiteY188" fmla="*/ 308227 h 4999978"/>
              <a:gd name="connsiteX189" fmla="*/ 1638727 w 12192000"/>
              <a:gd name="connsiteY189" fmla="*/ 311610 h 4999978"/>
              <a:gd name="connsiteX190" fmla="*/ 1844438 w 12192000"/>
              <a:gd name="connsiteY190" fmla="*/ 271304 h 4999978"/>
              <a:gd name="connsiteX191" fmla="*/ 1881324 w 12192000"/>
              <a:gd name="connsiteY191" fmla="*/ 268497 h 4999978"/>
              <a:gd name="connsiteX192" fmla="*/ 1908999 w 12192000"/>
              <a:gd name="connsiteY192" fmla="*/ 269338 h 4999978"/>
              <a:gd name="connsiteX193" fmla="*/ 1974956 w 12192000"/>
              <a:gd name="connsiteY193" fmla="*/ 255958 h 4999978"/>
              <a:gd name="connsiteX194" fmla="*/ 2082409 w 12192000"/>
              <a:gd name="connsiteY194" fmla="*/ 227290 h 4999978"/>
              <a:gd name="connsiteX195" fmla="*/ 2105639 w 12192000"/>
              <a:gd name="connsiteY195" fmla="*/ 222648 h 4999978"/>
              <a:gd name="connsiteX196" fmla="*/ 2126992 w 12192000"/>
              <a:gd name="connsiteY196" fmla="*/ 224468 h 4999978"/>
              <a:gd name="connsiteX197" fmla="*/ 2133154 w 12192000"/>
              <a:gd name="connsiteY197" fmla="*/ 229952 h 4999978"/>
              <a:gd name="connsiteX198" fmla="*/ 2146154 w 12192000"/>
              <a:gd name="connsiteY198" fmla="*/ 228332 h 4999978"/>
              <a:gd name="connsiteX199" fmla="*/ 2149901 w 12192000"/>
              <a:gd name="connsiteY199" fmla="*/ 229116 h 4999978"/>
              <a:gd name="connsiteX200" fmla="*/ 2171100 w 12192000"/>
              <a:gd name="connsiteY200" fmla="*/ 232389 h 4999978"/>
              <a:gd name="connsiteX201" fmla="*/ 2209148 w 12192000"/>
              <a:gd name="connsiteY201" fmla="*/ 209225 h 4999978"/>
              <a:gd name="connsiteX202" fmla="*/ 2261889 w 12192000"/>
              <a:gd name="connsiteY202" fmla="*/ 205532 h 4999978"/>
              <a:gd name="connsiteX203" fmla="*/ 2452315 w 12192000"/>
              <a:gd name="connsiteY203" fmla="*/ 152899 h 4999978"/>
              <a:gd name="connsiteX204" fmla="*/ 2487710 w 12192000"/>
              <a:gd name="connsiteY204" fmla="*/ 169267 h 4999978"/>
              <a:gd name="connsiteX205" fmla="*/ 2665623 w 12192000"/>
              <a:gd name="connsiteY205" fmla="*/ 96394 h 4999978"/>
              <a:gd name="connsiteX206" fmla="*/ 2751524 w 12192000"/>
              <a:gd name="connsiteY206" fmla="*/ 90153 h 4999978"/>
              <a:gd name="connsiteX207" fmla="*/ 2797622 w 12192000"/>
              <a:gd name="connsiteY207" fmla="*/ 67069 h 4999978"/>
              <a:gd name="connsiteX208" fmla="*/ 2843870 w 12192000"/>
              <a:gd name="connsiteY208" fmla="*/ 47507 h 4999978"/>
              <a:gd name="connsiteX209" fmla="*/ 2862745 w 12192000"/>
              <a:gd name="connsiteY209" fmla="*/ 43242 h 4999978"/>
              <a:gd name="connsiteX210" fmla="*/ 2864596 w 12192000"/>
              <a:gd name="connsiteY210" fmla="*/ 39218 h 4999978"/>
              <a:gd name="connsiteX211" fmla="*/ 2875381 w 12192000"/>
              <a:gd name="connsiteY211" fmla="*/ 35003 h 4999978"/>
              <a:gd name="connsiteX212" fmla="*/ 2895139 w 12192000"/>
              <a:gd name="connsiteY212" fmla="*/ 24186 h 4999978"/>
              <a:gd name="connsiteX213" fmla="*/ 2900232 w 12192000"/>
              <a:gd name="connsiteY213" fmla="*/ 24518 h 4999978"/>
              <a:gd name="connsiteX214" fmla="*/ 2932205 w 12192000"/>
              <a:gd name="connsiteY214" fmla="*/ 11873 h 4999978"/>
              <a:gd name="connsiteX215" fmla="*/ 2933310 w 12192000"/>
              <a:gd name="connsiteY215" fmla="*/ 12816 h 4999978"/>
              <a:gd name="connsiteX216" fmla="*/ 2945218 w 12192000"/>
              <a:gd name="connsiteY216" fmla="*/ 14141 h 4999978"/>
              <a:gd name="connsiteX217" fmla="*/ 2966465 w 12192000"/>
              <a:gd name="connsiteY217" fmla="*/ 14117 h 4999978"/>
              <a:gd name="connsiteX218" fmla="*/ 3023668 w 12192000"/>
              <a:gd name="connsiteY218" fmla="*/ 27905 h 4999978"/>
              <a:gd name="connsiteX219" fmla="*/ 3057077 w 12192000"/>
              <a:gd name="connsiteY219" fmla="*/ 14845 h 4999978"/>
              <a:gd name="connsiteX220" fmla="*/ 3151915 w 12192000"/>
              <a:gd name="connsiteY220" fmla="*/ 11243 h 4999978"/>
              <a:gd name="connsiteX221" fmla="*/ 3251671 w 12192000"/>
              <a:gd name="connsiteY221" fmla="*/ 31575 h 4999978"/>
              <a:gd name="connsiteX222" fmla="*/ 3351400 w 12192000"/>
              <a:gd name="connsiteY222" fmla="*/ 32687 h 4999978"/>
              <a:gd name="connsiteX223" fmla="*/ 3387481 w 12192000"/>
              <a:gd name="connsiteY223" fmla="*/ 31443 h 4999978"/>
              <a:gd name="connsiteX224" fmla="*/ 3451923 w 12192000"/>
              <a:gd name="connsiteY224" fmla="*/ 36482 h 4999978"/>
              <a:gd name="connsiteX225" fmla="*/ 3481520 w 12192000"/>
              <a:gd name="connsiteY225" fmla="*/ 43287 h 4999978"/>
              <a:gd name="connsiteX226" fmla="*/ 3482804 w 12192000"/>
              <a:gd name="connsiteY226" fmla="*/ 42812 h 4999978"/>
              <a:gd name="connsiteX227" fmla="*/ 3485495 w 12192000"/>
              <a:gd name="connsiteY227" fmla="*/ 45921 h 4999978"/>
              <a:gd name="connsiteX228" fmla="*/ 3490972 w 12192000"/>
              <a:gd name="connsiteY228" fmla="*/ 47286 h 4999978"/>
              <a:gd name="connsiteX229" fmla="*/ 3505835 w 12192000"/>
              <a:gd name="connsiteY229" fmla="*/ 46077 h 4999978"/>
              <a:gd name="connsiteX230" fmla="*/ 3511410 w 12192000"/>
              <a:gd name="connsiteY230" fmla="*/ 44808 h 4999978"/>
              <a:gd name="connsiteX231" fmla="*/ 3519598 w 12192000"/>
              <a:gd name="connsiteY231" fmla="*/ 44683 h 4999978"/>
              <a:gd name="connsiteX232" fmla="*/ 3519807 w 12192000"/>
              <a:gd name="connsiteY232" fmla="*/ 44938 h 4999978"/>
              <a:gd name="connsiteX233" fmla="*/ 3527466 w 12192000"/>
              <a:gd name="connsiteY233" fmla="*/ 44316 h 4999978"/>
              <a:gd name="connsiteX234" fmla="*/ 3564889 w 12192000"/>
              <a:gd name="connsiteY234" fmla="*/ 57394 h 4999978"/>
              <a:gd name="connsiteX235" fmla="*/ 3614922 w 12192000"/>
              <a:gd name="connsiteY235" fmla="*/ 61804 h 4999978"/>
              <a:gd name="connsiteX236" fmla="*/ 3635506 w 12192000"/>
              <a:gd name="connsiteY236" fmla="*/ 65718 h 4999978"/>
              <a:gd name="connsiteX237" fmla="*/ 3646525 w 12192000"/>
              <a:gd name="connsiteY237" fmla="*/ 69193 h 4999978"/>
              <a:gd name="connsiteX238" fmla="*/ 3647224 w 12192000"/>
              <a:gd name="connsiteY238" fmla="*/ 70303 h 4999978"/>
              <a:gd name="connsiteX239" fmla="*/ 3683100 w 12192000"/>
              <a:gd name="connsiteY239" fmla="*/ 64109 h 4999978"/>
              <a:gd name="connsiteX240" fmla="*/ 3687901 w 12192000"/>
              <a:gd name="connsiteY240" fmla="*/ 65372 h 4999978"/>
              <a:gd name="connsiteX241" fmla="*/ 3711234 w 12192000"/>
              <a:gd name="connsiteY241" fmla="*/ 58665 h 4999978"/>
              <a:gd name="connsiteX242" fmla="*/ 3723318 w 12192000"/>
              <a:gd name="connsiteY242" fmla="*/ 56625 h 4999978"/>
              <a:gd name="connsiteX243" fmla="*/ 3726677 w 12192000"/>
              <a:gd name="connsiteY243" fmla="*/ 53112 h 4999978"/>
              <a:gd name="connsiteX244" fmla="*/ 3744535 w 12192000"/>
              <a:gd name="connsiteY244" fmla="*/ 51590 h 4999978"/>
              <a:gd name="connsiteX245" fmla="*/ 3746608 w 12192000"/>
              <a:gd name="connsiteY245" fmla="*/ 52522 h 4999978"/>
              <a:gd name="connsiteX246" fmla="*/ 3761262 w 12192000"/>
              <a:gd name="connsiteY246" fmla="*/ 47147 h 4999978"/>
              <a:gd name="connsiteX247" fmla="*/ 3803931 w 12192000"/>
              <a:gd name="connsiteY247" fmla="*/ 49309 h 4999978"/>
              <a:gd name="connsiteX248" fmla="*/ 3925626 w 12192000"/>
              <a:gd name="connsiteY248" fmla="*/ 40301 h 4999978"/>
              <a:gd name="connsiteX249" fmla="*/ 4033324 w 12192000"/>
              <a:gd name="connsiteY249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51170 w 12192000"/>
              <a:gd name="connsiteY181" fmla="*/ 391942 h 4999978"/>
              <a:gd name="connsiteX182" fmla="*/ 1295331 w 12192000"/>
              <a:gd name="connsiteY182" fmla="*/ 402182 h 4999978"/>
              <a:gd name="connsiteX183" fmla="*/ 1347118 w 12192000"/>
              <a:gd name="connsiteY183" fmla="*/ 399704 h 4999978"/>
              <a:gd name="connsiteX184" fmla="*/ 1378108 w 12192000"/>
              <a:gd name="connsiteY184" fmla="*/ 398410 h 4999978"/>
              <a:gd name="connsiteX185" fmla="*/ 1459192 w 12192000"/>
              <a:gd name="connsiteY185" fmla="*/ 380919 h 4999978"/>
              <a:gd name="connsiteX186" fmla="*/ 1590120 w 12192000"/>
              <a:gd name="connsiteY186" fmla="*/ 317608 h 4999978"/>
              <a:gd name="connsiteX187" fmla="*/ 1631417 w 12192000"/>
              <a:gd name="connsiteY187" fmla="*/ 308227 h 4999978"/>
              <a:gd name="connsiteX188" fmla="*/ 1638727 w 12192000"/>
              <a:gd name="connsiteY188" fmla="*/ 311610 h 4999978"/>
              <a:gd name="connsiteX189" fmla="*/ 1844438 w 12192000"/>
              <a:gd name="connsiteY189" fmla="*/ 271304 h 4999978"/>
              <a:gd name="connsiteX190" fmla="*/ 1881324 w 12192000"/>
              <a:gd name="connsiteY190" fmla="*/ 268497 h 4999978"/>
              <a:gd name="connsiteX191" fmla="*/ 1908999 w 12192000"/>
              <a:gd name="connsiteY191" fmla="*/ 269338 h 4999978"/>
              <a:gd name="connsiteX192" fmla="*/ 1974956 w 12192000"/>
              <a:gd name="connsiteY192" fmla="*/ 255958 h 4999978"/>
              <a:gd name="connsiteX193" fmla="*/ 2082409 w 12192000"/>
              <a:gd name="connsiteY193" fmla="*/ 227290 h 4999978"/>
              <a:gd name="connsiteX194" fmla="*/ 2105639 w 12192000"/>
              <a:gd name="connsiteY194" fmla="*/ 222648 h 4999978"/>
              <a:gd name="connsiteX195" fmla="*/ 2126992 w 12192000"/>
              <a:gd name="connsiteY195" fmla="*/ 224468 h 4999978"/>
              <a:gd name="connsiteX196" fmla="*/ 2133154 w 12192000"/>
              <a:gd name="connsiteY196" fmla="*/ 229952 h 4999978"/>
              <a:gd name="connsiteX197" fmla="*/ 2146154 w 12192000"/>
              <a:gd name="connsiteY197" fmla="*/ 228332 h 4999978"/>
              <a:gd name="connsiteX198" fmla="*/ 2149901 w 12192000"/>
              <a:gd name="connsiteY198" fmla="*/ 229116 h 4999978"/>
              <a:gd name="connsiteX199" fmla="*/ 2171100 w 12192000"/>
              <a:gd name="connsiteY199" fmla="*/ 232389 h 4999978"/>
              <a:gd name="connsiteX200" fmla="*/ 2209148 w 12192000"/>
              <a:gd name="connsiteY200" fmla="*/ 209225 h 4999978"/>
              <a:gd name="connsiteX201" fmla="*/ 2261889 w 12192000"/>
              <a:gd name="connsiteY201" fmla="*/ 205532 h 4999978"/>
              <a:gd name="connsiteX202" fmla="*/ 2452315 w 12192000"/>
              <a:gd name="connsiteY202" fmla="*/ 152899 h 4999978"/>
              <a:gd name="connsiteX203" fmla="*/ 2487710 w 12192000"/>
              <a:gd name="connsiteY203" fmla="*/ 169267 h 4999978"/>
              <a:gd name="connsiteX204" fmla="*/ 2665623 w 12192000"/>
              <a:gd name="connsiteY204" fmla="*/ 96394 h 4999978"/>
              <a:gd name="connsiteX205" fmla="*/ 2751524 w 12192000"/>
              <a:gd name="connsiteY205" fmla="*/ 90153 h 4999978"/>
              <a:gd name="connsiteX206" fmla="*/ 2797622 w 12192000"/>
              <a:gd name="connsiteY206" fmla="*/ 67069 h 4999978"/>
              <a:gd name="connsiteX207" fmla="*/ 2843870 w 12192000"/>
              <a:gd name="connsiteY207" fmla="*/ 47507 h 4999978"/>
              <a:gd name="connsiteX208" fmla="*/ 2862745 w 12192000"/>
              <a:gd name="connsiteY208" fmla="*/ 43242 h 4999978"/>
              <a:gd name="connsiteX209" fmla="*/ 2864596 w 12192000"/>
              <a:gd name="connsiteY209" fmla="*/ 39218 h 4999978"/>
              <a:gd name="connsiteX210" fmla="*/ 2875381 w 12192000"/>
              <a:gd name="connsiteY210" fmla="*/ 35003 h 4999978"/>
              <a:gd name="connsiteX211" fmla="*/ 2895139 w 12192000"/>
              <a:gd name="connsiteY211" fmla="*/ 24186 h 4999978"/>
              <a:gd name="connsiteX212" fmla="*/ 2900232 w 12192000"/>
              <a:gd name="connsiteY212" fmla="*/ 24518 h 4999978"/>
              <a:gd name="connsiteX213" fmla="*/ 2932205 w 12192000"/>
              <a:gd name="connsiteY213" fmla="*/ 11873 h 4999978"/>
              <a:gd name="connsiteX214" fmla="*/ 2933310 w 12192000"/>
              <a:gd name="connsiteY214" fmla="*/ 12816 h 4999978"/>
              <a:gd name="connsiteX215" fmla="*/ 2945218 w 12192000"/>
              <a:gd name="connsiteY215" fmla="*/ 14141 h 4999978"/>
              <a:gd name="connsiteX216" fmla="*/ 2966465 w 12192000"/>
              <a:gd name="connsiteY216" fmla="*/ 14117 h 4999978"/>
              <a:gd name="connsiteX217" fmla="*/ 3023668 w 12192000"/>
              <a:gd name="connsiteY217" fmla="*/ 27905 h 4999978"/>
              <a:gd name="connsiteX218" fmla="*/ 3057077 w 12192000"/>
              <a:gd name="connsiteY218" fmla="*/ 14845 h 4999978"/>
              <a:gd name="connsiteX219" fmla="*/ 3151915 w 12192000"/>
              <a:gd name="connsiteY219" fmla="*/ 11243 h 4999978"/>
              <a:gd name="connsiteX220" fmla="*/ 3251671 w 12192000"/>
              <a:gd name="connsiteY220" fmla="*/ 31575 h 4999978"/>
              <a:gd name="connsiteX221" fmla="*/ 3351400 w 12192000"/>
              <a:gd name="connsiteY221" fmla="*/ 32687 h 4999978"/>
              <a:gd name="connsiteX222" fmla="*/ 3387481 w 12192000"/>
              <a:gd name="connsiteY222" fmla="*/ 31443 h 4999978"/>
              <a:gd name="connsiteX223" fmla="*/ 3451923 w 12192000"/>
              <a:gd name="connsiteY223" fmla="*/ 36482 h 4999978"/>
              <a:gd name="connsiteX224" fmla="*/ 3481520 w 12192000"/>
              <a:gd name="connsiteY224" fmla="*/ 43287 h 4999978"/>
              <a:gd name="connsiteX225" fmla="*/ 3482804 w 12192000"/>
              <a:gd name="connsiteY225" fmla="*/ 42812 h 4999978"/>
              <a:gd name="connsiteX226" fmla="*/ 3485495 w 12192000"/>
              <a:gd name="connsiteY226" fmla="*/ 45921 h 4999978"/>
              <a:gd name="connsiteX227" fmla="*/ 3490972 w 12192000"/>
              <a:gd name="connsiteY227" fmla="*/ 47286 h 4999978"/>
              <a:gd name="connsiteX228" fmla="*/ 3505835 w 12192000"/>
              <a:gd name="connsiteY228" fmla="*/ 46077 h 4999978"/>
              <a:gd name="connsiteX229" fmla="*/ 3511410 w 12192000"/>
              <a:gd name="connsiteY229" fmla="*/ 44808 h 4999978"/>
              <a:gd name="connsiteX230" fmla="*/ 3519598 w 12192000"/>
              <a:gd name="connsiteY230" fmla="*/ 44683 h 4999978"/>
              <a:gd name="connsiteX231" fmla="*/ 3519807 w 12192000"/>
              <a:gd name="connsiteY231" fmla="*/ 44938 h 4999978"/>
              <a:gd name="connsiteX232" fmla="*/ 3527466 w 12192000"/>
              <a:gd name="connsiteY232" fmla="*/ 44316 h 4999978"/>
              <a:gd name="connsiteX233" fmla="*/ 3564889 w 12192000"/>
              <a:gd name="connsiteY233" fmla="*/ 57394 h 4999978"/>
              <a:gd name="connsiteX234" fmla="*/ 3614922 w 12192000"/>
              <a:gd name="connsiteY234" fmla="*/ 61804 h 4999978"/>
              <a:gd name="connsiteX235" fmla="*/ 3635506 w 12192000"/>
              <a:gd name="connsiteY235" fmla="*/ 65718 h 4999978"/>
              <a:gd name="connsiteX236" fmla="*/ 3646525 w 12192000"/>
              <a:gd name="connsiteY236" fmla="*/ 69193 h 4999978"/>
              <a:gd name="connsiteX237" fmla="*/ 3647224 w 12192000"/>
              <a:gd name="connsiteY237" fmla="*/ 70303 h 4999978"/>
              <a:gd name="connsiteX238" fmla="*/ 3683100 w 12192000"/>
              <a:gd name="connsiteY238" fmla="*/ 64109 h 4999978"/>
              <a:gd name="connsiteX239" fmla="*/ 3687901 w 12192000"/>
              <a:gd name="connsiteY239" fmla="*/ 65372 h 4999978"/>
              <a:gd name="connsiteX240" fmla="*/ 3711234 w 12192000"/>
              <a:gd name="connsiteY240" fmla="*/ 58665 h 4999978"/>
              <a:gd name="connsiteX241" fmla="*/ 3723318 w 12192000"/>
              <a:gd name="connsiteY241" fmla="*/ 56625 h 4999978"/>
              <a:gd name="connsiteX242" fmla="*/ 3726677 w 12192000"/>
              <a:gd name="connsiteY242" fmla="*/ 53112 h 4999978"/>
              <a:gd name="connsiteX243" fmla="*/ 3744535 w 12192000"/>
              <a:gd name="connsiteY243" fmla="*/ 51590 h 4999978"/>
              <a:gd name="connsiteX244" fmla="*/ 3746608 w 12192000"/>
              <a:gd name="connsiteY244" fmla="*/ 52522 h 4999978"/>
              <a:gd name="connsiteX245" fmla="*/ 3761262 w 12192000"/>
              <a:gd name="connsiteY245" fmla="*/ 47147 h 4999978"/>
              <a:gd name="connsiteX246" fmla="*/ 3803931 w 12192000"/>
              <a:gd name="connsiteY246" fmla="*/ 49309 h 4999978"/>
              <a:gd name="connsiteX247" fmla="*/ 3925626 w 12192000"/>
              <a:gd name="connsiteY247" fmla="*/ 40301 h 4999978"/>
              <a:gd name="connsiteX248" fmla="*/ 4033324 w 12192000"/>
              <a:gd name="connsiteY248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87710 w 12192000"/>
              <a:gd name="connsiteY202" fmla="*/ 169267 h 4999978"/>
              <a:gd name="connsiteX203" fmla="*/ 2665623 w 12192000"/>
              <a:gd name="connsiteY203" fmla="*/ 96394 h 4999978"/>
              <a:gd name="connsiteX204" fmla="*/ 2751524 w 12192000"/>
              <a:gd name="connsiteY204" fmla="*/ 90153 h 4999978"/>
              <a:gd name="connsiteX205" fmla="*/ 2797622 w 12192000"/>
              <a:gd name="connsiteY205" fmla="*/ 67069 h 4999978"/>
              <a:gd name="connsiteX206" fmla="*/ 2843870 w 12192000"/>
              <a:gd name="connsiteY206" fmla="*/ 47507 h 4999978"/>
              <a:gd name="connsiteX207" fmla="*/ 2862745 w 12192000"/>
              <a:gd name="connsiteY207" fmla="*/ 43242 h 4999978"/>
              <a:gd name="connsiteX208" fmla="*/ 2864596 w 12192000"/>
              <a:gd name="connsiteY208" fmla="*/ 39218 h 4999978"/>
              <a:gd name="connsiteX209" fmla="*/ 2875381 w 12192000"/>
              <a:gd name="connsiteY209" fmla="*/ 35003 h 4999978"/>
              <a:gd name="connsiteX210" fmla="*/ 2895139 w 12192000"/>
              <a:gd name="connsiteY210" fmla="*/ 24186 h 4999978"/>
              <a:gd name="connsiteX211" fmla="*/ 2900232 w 12192000"/>
              <a:gd name="connsiteY211" fmla="*/ 24518 h 4999978"/>
              <a:gd name="connsiteX212" fmla="*/ 2932205 w 12192000"/>
              <a:gd name="connsiteY212" fmla="*/ 11873 h 4999978"/>
              <a:gd name="connsiteX213" fmla="*/ 2933310 w 12192000"/>
              <a:gd name="connsiteY213" fmla="*/ 12816 h 4999978"/>
              <a:gd name="connsiteX214" fmla="*/ 2945218 w 12192000"/>
              <a:gd name="connsiteY214" fmla="*/ 14141 h 4999978"/>
              <a:gd name="connsiteX215" fmla="*/ 2966465 w 12192000"/>
              <a:gd name="connsiteY215" fmla="*/ 14117 h 4999978"/>
              <a:gd name="connsiteX216" fmla="*/ 3023668 w 12192000"/>
              <a:gd name="connsiteY216" fmla="*/ 27905 h 4999978"/>
              <a:gd name="connsiteX217" fmla="*/ 3057077 w 12192000"/>
              <a:gd name="connsiteY217" fmla="*/ 14845 h 4999978"/>
              <a:gd name="connsiteX218" fmla="*/ 3151915 w 12192000"/>
              <a:gd name="connsiteY218" fmla="*/ 11243 h 4999978"/>
              <a:gd name="connsiteX219" fmla="*/ 3251671 w 12192000"/>
              <a:gd name="connsiteY219" fmla="*/ 31575 h 4999978"/>
              <a:gd name="connsiteX220" fmla="*/ 3351400 w 12192000"/>
              <a:gd name="connsiteY220" fmla="*/ 32687 h 4999978"/>
              <a:gd name="connsiteX221" fmla="*/ 3387481 w 12192000"/>
              <a:gd name="connsiteY221" fmla="*/ 31443 h 4999978"/>
              <a:gd name="connsiteX222" fmla="*/ 3451923 w 12192000"/>
              <a:gd name="connsiteY222" fmla="*/ 36482 h 4999978"/>
              <a:gd name="connsiteX223" fmla="*/ 3481520 w 12192000"/>
              <a:gd name="connsiteY223" fmla="*/ 43287 h 4999978"/>
              <a:gd name="connsiteX224" fmla="*/ 3482804 w 12192000"/>
              <a:gd name="connsiteY224" fmla="*/ 42812 h 4999978"/>
              <a:gd name="connsiteX225" fmla="*/ 3485495 w 12192000"/>
              <a:gd name="connsiteY225" fmla="*/ 45921 h 4999978"/>
              <a:gd name="connsiteX226" fmla="*/ 3490972 w 12192000"/>
              <a:gd name="connsiteY226" fmla="*/ 47286 h 4999978"/>
              <a:gd name="connsiteX227" fmla="*/ 3505835 w 12192000"/>
              <a:gd name="connsiteY227" fmla="*/ 46077 h 4999978"/>
              <a:gd name="connsiteX228" fmla="*/ 3511410 w 12192000"/>
              <a:gd name="connsiteY228" fmla="*/ 44808 h 4999978"/>
              <a:gd name="connsiteX229" fmla="*/ 3519598 w 12192000"/>
              <a:gd name="connsiteY229" fmla="*/ 44683 h 4999978"/>
              <a:gd name="connsiteX230" fmla="*/ 3519807 w 12192000"/>
              <a:gd name="connsiteY230" fmla="*/ 44938 h 4999978"/>
              <a:gd name="connsiteX231" fmla="*/ 3527466 w 12192000"/>
              <a:gd name="connsiteY231" fmla="*/ 44316 h 4999978"/>
              <a:gd name="connsiteX232" fmla="*/ 3564889 w 12192000"/>
              <a:gd name="connsiteY232" fmla="*/ 57394 h 4999978"/>
              <a:gd name="connsiteX233" fmla="*/ 3614922 w 12192000"/>
              <a:gd name="connsiteY233" fmla="*/ 61804 h 4999978"/>
              <a:gd name="connsiteX234" fmla="*/ 3635506 w 12192000"/>
              <a:gd name="connsiteY234" fmla="*/ 65718 h 4999978"/>
              <a:gd name="connsiteX235" fmla="*/ 3646525 w 12192000"/>
              <a:gd name="connsiteY235" fmla="*/ 69193 h 4999978"/>
              <a:gd name="connsiteX236" fmla="*/ 3647224 w 12192000"/>
              <a:gd name="connsiteY236" fmla="*/ 70303 h 4999978"/>
              <a:gd name="connsiteX237" fmla="*/ 3683100 w 12192000"/>
              <a:gd name="connsiteY237" fmla="*/ 64109 h 4999978"/>
              <a:gd name="connsiteX238" fmla="*/ 3687901 w 12192000"/>
              <a:gd name="connsiteY238" fmla="*/ 65372 h 4999978"/>
              <a:gd name="connsiteX239" fmla="*/ 3711234 w 12192000"/>
              <a:gd name="connsiteY239" fmla="*/ 58665 h 4999978"/>
              <a:gd name="connsiteX240" fmla="*/ 3723318 w 12192000"/>
              <a:gd name="connsiteY240" fmla="*/ 56625 h 4999978"/>
              <a:gd name="connsiteX241" fmla="*/ 3726677 w 12192000"/>
              <a:gd name="connsiteY241" fmla="*/ 53112 h 4999978"/>
              <a:gd name="connsiteX242" fmla="*/ 3744535 w 12192000"/>
              <a:gd name="connsiteY242" fmla="*/ 51590 h 4999978"/>
              <a:gd name="connsiteX243" fmla="*/ 3746608 w 12192000"/>
              <a:gd name="connsiteY243" fmla="*/ 52522 h 4999978"/>
              <a:gd name="connsiteX244" fmla="*/ 3761262 w 12192000"/>
              <a:gd name="connsiteY244" fmla="*/ 47147 h 4999978"/>
              <a:gd name="connsiteX245" fmla="*/ 3803931 w 12192000"/>
              <a:gd name="connsiteY245" fmla="*/ 49309 h 4999978"/>
              <a:gd name="connsiteX246" fmla="*/ 3925626 w 12192000"/>
              <a:gd name="connsiteY246" fmla="*/ 40301 h 4999978"/>
              <a:gd name="connsiteX247" fmla="*/ 4033324 w 12192000"/>
              <a:gd name="connsiteY247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87710 w 12192000"/>
              <a:gd name="connsiteY202" fmla="*/ 169267 h 4999978"/>
              <a:gd name="connsiteX203" fmla="*/ 2665623 w 12192000"/>
              <a:gd name="connsiteY203" fmla="*/ 96394 h 4999978"/>
              <a:gd name="connsiteX204" fmla="*/ 2797622 w 12192000"/>
              <a:gd name="connsiteY204" fmla="*/ 67069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00232 w 12192000"/>
              <a:gd name="connsiteY210" fmla="*/ 24518 h 4999978"/>
              <a:gd name="connsiteX211" fmla="*/ 2932205 w 12192000"/>
              <a:gd name="connsiteY211" fmla="*/ 11873 h 4999978"/>
              <a:gd name="connsiteX212" fmla="*/ 2933310 w 12192000"/>
              <a:gd name="connsiteY212" fmla="*/ 12816 h 4999978"/>
              <a:gd name="connsiteX213" fmla="*/ 2945218 w 12192000"/>
              <a:gd name="connsiteY213" fmla="*/ 14141 h 4999978"/>
              <a:gd name="connsiteX214" fmla="*/ 2966465 w 12192000"/>
              <a:gd name="connsiteY214" fmla="*/ 14117 h 4999978"/>
              <a:gd name="connsiteX215" fmla="*/ 3023668 w 12192000"/>
              <a:gd name="connsiteY215" fmla="*/ 27905 h 4999978"/>
              <a:gd name="connsiteX216" fmla="*/ 3057077 w 12192000"/>
              <a:gd name="connsiteY216" fmla="*/ 14845 h 4999978"/>
              <a:gd name="connsiteX217" fmla="*/ 3151915 w 12192000"/>
              <a:gd name="connsiteY217" fmla="*/ 11243 h 4999978"/>
              <a:gd name="connsiteX218" fmla="*/ 3251671 w 12192000"/>
              <a:gd name="connsiteY218" fmla="*/ 31575 h 4999978"/>
              <a:gd name="connsiteX219" fmla="*/ 3351400 w 12192000"/>
              <a:gd name="connsiteY219" fmla="*/ 32687 h 4999978"/>
              <a:gd name="connsiteX220" fmla="*/ 3387481 w 12192000"/>
              <a:gd name="connsiteY220" fmla="*/ 31443 h 4999978"/>
              <a:gd name="connsiteX221" fmla="*/ 3451923 w 12192000"/>
              <a:gd name="connsiteY221" fmla="*/ 36482 h 4999978"/>
              <a:gd name="connsiteX222" fmla="*/ 3481520 w 12192000"/>
              <a:gd name="connsiteY222" fmla="*/ 43287 h 4999978"/>
              <a:gd name="connsiteX223" fmla="*/ 3482804 w 12192000"/>
              <a:gd name="connsiteY223" fmla="*/ 42812 h 4999978"/>
              <a:gd name="connsiteX224" fmla="*/ 3485495 w 12192000"/>
              <a:gd name="connsiteY224" fmla="*/ 45921 h 4999978"/>
              <a:gd name="connsiteX225" fmla="*/ 3490972 w 12192000"/>
              <a:gd name="connsiteY225" fmla="*/ 47286 h 4999978"/>
              <a:gd name="connsiteX226" fmla="*/ 3505835 w 12192000"/>
              <a:gd name="connsiteY226" fmla="*/ 46077 h 4999978"/>
              <a:gd name="connsiteX227" fmla="*/ 3511410 w 12192000"/>
              <a:gd name="connsiteY227" fmla="*/ 44808 h 4999978"/>
              <a:gd name="connsiteX228" fmla="*/ 3519598 w 12192000"/>
              <a:gd name="connsiteY228" fmla="*/ 44683 h 4999978"/>
              <a:gd name="connsiteX229" fmla="*/ 3519807 w 12192000"/>
              <a:gd name="connsiteY229" fmla="*/ 44938 h 4999978"/>
              <a:gd name="connsiteX230" fmla="*/ 3527466 w 12192000"/>
              <a:gd name="connsiteY230" fmla="*/ 44316 h 4999978"/>
              <a:gd name="connsiteX231" fmla="*/ 3564889 w 12192000"/>
              <a:gd name="connsiteY231" fmla="*/ 57394 h 4999978"/>
              <a:gd name="connsiteX232" fmla="*/ 3614922 w 12192000"/>
              <a:gd name="connsiteY232" fmla="*/ 61804 h 4999978"/>
              <a:gd name="connsiteX233" fmla="*/ 3635506 w 12192000"/>
              <a:gd name="connsiteY233" fmla="*/ 65718 h 4999978"/>
              <a:gd name="connsiteX234" fmla="*/ 3646525 w 12192000"/>
              <a:gd name="connsiteY234" fmla="*/ 69193 h 4999978"/>
              <a:gd name="connsiteX235" fmla="*/ 3647224 w 12192000"/>
              <a:gd name="connsiteY235" fmla="*/ 70303 h 4999978"/>
              <a:gd name="connsiteX236" fmla="*/ 3683100 w 12192000"/>
              <a:gd name="connsiteY236" fmla="*/ 64109 h 4999978"/>
              <a:gd name="connsiteX237" fmla="*/ 3687901 w 12192000"/>
              <a:gd name="connsiteY237" fmla="*/ 65372 h 4999978"/>
              <a:gd name="connsiteX238" fmla="*/ 3711234 w 12192000"/>
              <a:gd name="connsiteY238" fmla="*/ 58665 h 4999978"/>
              <a:gd name="connsiteX239" fmla="*/ 3723318 w 12192000"/>
              <a:gd name="connsiteY239" fmla="*/ 56625 h 4999978"/>
              <a:gd name="connsiteX240" fmla="*/ 3726677 w 12192000"/>
              <a:gd name="connsiteY240" fmla="*/ 53112 h 4999978"/>
              <a:gd name="connsiteX241" fmla="*/ 3744535 w 12192000"/>
              <a:gd name="connsiteY241" fmla="*/ 51590 h 4999978"/>
              <a:gd name="connsiteX242" fmla="*/ 3746608 w 12192000"/>
              <a:gd name="connsiteY242" fmla="*/ 52522 h 4999978"/>
              <a:gd name="connsiteX243" fmla="*/ 3761262 w 12192000"/>
              <a:gd name="connsiteY243" fmla="*/ 47147 h 4999978"/>
              <a:gd name="connsiteX244" fmla="*/ 3803931 w 12192000"/>
              <a:gd name="connsiteY244" fmla="*/ 49309 h 4999978"/>
              <a:gd name="connsiteX245" fmla="*/ 3925626 w 12192000"/>
              <a:gd name="connsiteY245" fmla="*/ 40301 h 4999978"/>
              <a:gd name="connsiteX246" fmla="*/ 4033324 w 12192000"/>
              <a:gd name="connsiteY246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87710 w 12192000"/>
              <a:gd name="connsiteY202" fmla="*/ 169267 h 4999978"/>
              <a:gd name="connsiteX203" fmla="*/ 2665623 w 12192000"/>
              <a:gd name="connsiteY203" fmla="*/ 96394 h 4999978"/>
              <a:gd name="connsiteX204" fmla="*/ 2763332 w 12192000"/>
              <a:gd name="connsiteY204" fmla="*/ 74831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00232 w 12192000"/>
              <a:gd name="connsiteY210" fmla="*/ 24518 h 4999978"/>
              <a:gd name="connsiteX211" fmla="*/ 2932205 w 12192000"/>
              <a:gd name="connsiteY211" fmla="*/ 11873 h 4999978"/>
              <a:gd name="connsiteX212" fmla="*/ 2933310 w 12192000"/>
              <a:gd name="connsiteY212" fmla="*/ 12816 h 4999978"/>
              <a:gd name="connsiteX213" fmla="*/ 2945218 w 12192000"/>
              <a:gd name="connsiteY213" fmla="*/ 14141 h 4999978"/>
              <a:gd name="connsiteX214" fmla="*/ 2966465 w 12192000"/>
              <a:gd name="connsiteY214" fmla="*/ 14117 h 4999978"/>
              <a:gd name="connsiteX215" fmla="*/ 3023668 w 12192000"/>
              <a:gd name="connsiteY215" fmla="*/ 27905 h 4999978"/>
              <a:gd name="connsiteX216" fmla="*/ 3057077 w 12192000"/>
              <a:gd name="connsiteY216" fmla="*/ 14845 h 4999978"/>
              <a:gd name="connsiteX217" fmla="*/ 3151915 w 12192000"/>
              <a:gd name="connsiteY217" fmla="*/ 11243 h 4999978"/>
              <a:gd name="connsiteX218" fmla="*/ 3251671 w 12192000"/>
              <a:gd name="connsiteY218" fmla="*/ 31575 h 4999978"/>
              <a:gd name="connsiteX219" fmla="*/ 3351400 w 12192000"/>
              <a:gd name="connsiteY219" fmla="*/ 32687 h 4999978"/>
              <a:gd name="connsiteX220" fmla="*/ 3387481 w 12192000"/>
              <a:gd name="connsiteY220" fmla="*/ 31443 h 4999978"/>
              <a:gd name="connsiteX221" fmla="*/ 3451923 w 12192000"/>
              <a:gd name="connsiteY221" fmla="*/ 36482 h 4999978"/>
              <a:gd name="connsiteX222" fmla="*/ 3481520 w 12192000"/>
              <a:gd name="connsiteY222" fmla="*/ 43287 h 4999978"/>
              <a:gd name="connsiteX223" fmla="*/ 3482804 w 12192000"/>
              <a:gd name="connsiteY223" fmla="*/ 42812 h 4999978"/>
              <a:gd name="connsiteX224" fmla="*/ 3485495 w 12192000"/>
              <a:gd name="connsiteY224" fmla="*/ 45921 h 4999978"/>
              <a:gd name="connsiteX225" fmla="*/ 3490972 w 12192000"/>
              <a:gd name="connsiteY225" fmla="*/ 47286 h 4999978"/>
              <a:gd name="connsiteX226" fmla="*/ 3505835 w 12192000"/>
              <a:gd name="connsiteY226" fmla="*/ 46077 h 4999978"/>
              <a:gd name="connsiteX227" fmla="*/ 3511410 w 12192000"/>
              <a:gd name="connsiteY227" fmla="*/ 44808 h 4999978"/>
              <a:gd name="connsiteX228" fmla="*/ 3519598 w 12192000"/>
              <a:gd name="connsiteY228" fmla="*/ 44683 h 4999978"/>
              <a:gd name="connsiteX229" fmla="*/ 3519807 w 12192000"/>
              <a:gd name="connsiteY229" fmla="*/ 44938 h 4999978"/>
              <a:gd name="connsiteX230" fmla="*/ 3527466 w 12192000"/>
              <a:gd name="connsiteY230" fmla="*/ 44316 h 4999978"/>
              <a:gd name="connsiteX231" fmla="*/ 3564889 w 12192000"/>
              <a:gd name="connsiteY231" fmla="*/ 57394 h 4999978"/>
              <a:gd name="connsiteX232" fmla="*/ 3614922 w 12192000"/>
              <a:gd name="connsiteY232" fmla="*/ 61804 h 4999978"/>
              <a:gd name="connsiteX233" fmla="*/ 3635506 w 12192000"/>
              <a:gd name="connsiteY233" fmla="*/ 65718 h 4999978"/>
              <a:gd name="connsiteX234" fmla="*/ 3646525 w 12192000"/>
              <a:gd name="connsiteY234" fmla="*/ 69193 h 4999978"/>
              <a:gd name="connsiteX235" fmla="*/ 3647224 w 12192000"/>
              <a:gd name="connsiteY235" fmla="*/ 70303 h 4999978"/>
              <a:gd name="connsiteX236" fmla="*/ 3683100 w 12192000"/>
              <a:gd name="connsiteY236" fmla="*/ 64109 h 4999978"/>
              <a:gd name="connsiteX237" fmla="*/ 3687901 w 12192000"/>
              <a:gd name="connsiteY237" fmla="*/ 65372 h 4999978"/>
              <a:gd name="connsiteX238" fmla="*/ 3711234 w 12192000"/>
              <a:gd name="connsiteY238" fmla="*/ 58665 h 4999978"/>
              <a:gd name="connsiteX239" fmla="*/ 3723318 w 12192000"/>
              <a:gd name="connsiteY239" fmla="*/ 56625 h 4999978"/>
              <a:gd name="connsiteX240" fmla="*/ 3726677 w 12192000"/>
              <a:gd name="connsiteY240" fmla="*/ 53112 h 4999978"/>
              <a:gd name="connsiteX241" fmla="*/ 3744535 w 12192000"/>
              <a:gd name="connsiteY241" fmla="*/ 51590 h 4999978"/>
              <a:gd name="connsiteX242" fmla="*/ 3746608 w 12192000"/>
              <a:gd name="connsiteY242" fmla="*/ 52522 h 4999978"/>
              <a:gd name="connsiteX243" fmla="*/ 3761262 w 12192000"/>
              <a:gd name="connsiteY243" fmla="*/ 47147 h 4999978"/>
              <a:gd name="connsiteX244" fmla="*/ 3803931 w 12192000"/>
              <a:gd name="connsiteY244" fmla="*/ 49309 h 4999978"/>
              <a:gd name="connsiteX245" fmla="*/ 3925626 w 12192000"/>
              <a:gd name="connsiteY245" fmla="*/ 40301 h 4999978"/>
              <a:gd name="connsiteX246" fmla="*/ 4033324 w 12192000"/>
              <a:gd name="connsiteY246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95330 w 12192000"/>
              <a:gd name="connsiteY202" fmla="*/ 142101 h 4999978"/>
              <a:gd name="connsiteX203" fmla="*/ 2665623 w 12192000"/>
              <a:gd name="connsiteY203" fmla="*/ 96394 h 4999978"/>
              <a:gd name="connsiteX204" fmla="*/ 2763332 w 12192000"/>
              <a:gd name="connsiteY204" fmla="*/ 74831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00232 w 12192000"/>
              <a:gd name="connsiteY210" fmla="*/ 24518 h 4999978"/>
              <a:gd name="connsiteX211" fmla="*/ 2932205 w 12192000"/>
              <a:gd name="connsiteY211" fmla="*/ 11873 h 4999978"/>
              <a:gd name="connsiteX212" fmla="*/ 2933310 w 12192000"/>
              <a:gd name="connsiteY212" fmla="*/ 12816 h 4999978"/>
              <a:gd name="connsiteX213" fmla="*/ 2945218 w 12192000"/>
              <a:gd name="connsiteY213" fmla="*/ 14141 h 4999978"/>
              <a:gd name="connsiteX214" fmla="*/ 2966465 w 12192000"/>
              <a:gd name="connsiteY214" fmla="*/ 14117 h 4999978"/>
              <a:gd name="connsiteX215" fmla="*/ 3023668 w 12192000"/>
              <a:gd name="connsiteY215" fmla="*/ 27905 h 4999978"/>
              <a:gd name="connsiteX216" fmla="*/ 3057077 w 12192000"/>
              <a:gd name="connsiteY216" fmla="*/ 14845 h 4999978"/>
              <a:gd name="connsiteX217" fmla="*/ 3151915 w 12192000"/>
              <a:gd name="connsiteY217" fmla="*/ 11243 h 4999978"/>
              <a:gd name="connsiteX218" fmla="*/ 3251671 w 12192000"/>
              <a:gd name="connsiteY218" fmla="*/ 31575 h 4999978"/>
              <a:gd name="connsiteX219" fmla="*/ 3351400 w 12192000"/>
              <a:gd name="connsiteY219" fmla="*/ 32687 h 4999978"/>
              <a:gd name="connsiteX220" fmla="*/ 3387481 w 12192000"/>
              <a:gd name="connsiteY220" fmla="*/ 31443 h 4999978"/>
              <a:gd name="connsiteX221" fmla="*/ 3451923 w 12192000"/>
              <a:gd name="connsiteY221" fmla="*/ 36482 h 4999978"/>
              <a:gd name="connsiteX222" fmla="*/ 3481520 w 12192000"/>
              <a:gd name="connsiteY222" fmla="*/ 43287 h 4999978"/>
              <a:gd name="connsiteX223" fmla="*/ 3482804 w 12192000"/>
              <a:gd name="connsiteY223" fmla="*/ 42812 h 4999978"/>
              <a:gd name="connsiteX224" fmla="*/ 3485495 w 12192000"/>
              <a:gd name="connsiteY224" fmla="*/ 45921 h 4999978"/>
              <a:gd name="connsiteX225" fmla="*/ 3490972 w 12192000"/>
              <a:gd name="connsiteY225" fmla="*/ 47286 h 4999978"/>
              <a:gd name="connsiteX226" fmla="*/ 3505835 w 12192000"/>
              <a:gd name="connsiteY226" fmla="*/ 46077 h 4999978"/>
              <a:gd name="connsiteX227" fmla="*/ 3511410 w 12192000"/>
              <a:gd name="connsiteY227" fmla="*/ 44808 h 4999978"/>
              <a:gd name="connsiteX228" fmla="*/ 3519598 w 12192000"/>
              <a:gd name="connsiteY228" fmla="*/ 44683 h 4999978"/>
              <a:gd name="connsiteX229" fmla="*/ 3519807 w 12192000"/>
              <a:gd name="connsiteY229" fmla="*/ 44938 h 4999978"/>
              <a:gd name="connsiteX230" fmla="*/ 3527466 w 12192000"/>
              <a:gd name="connsiteY230" fmla="*/ 44316 h 4999978"/>
              <a:gd name="connsiteX231" fmla="*/ 3564889 w 12192000"/>
              <a:gd name="connsiteY231" fmla="*/ 57394 h 4999978"/>
              <a:gd name="connsiteX232" fmla="*/ 3614922 w 12192000"/>
              <a:gd name="connsiteY232" fmla="*/ 61804 h 4999978"/>
              <a:gd name="connsiteX233" fmla="*/ 3635506 w 12192000"/>
              <a:gd name="connsiteY233" fmla="*/ 65718 h 4999978"/>
              <a:gd name="connsiteX234" fmla="*/ 3646525 w 12192000"/>
              <a:gd name="connsiteY234" fmla="*/ 69193 h 4999978"/>
              <a:gd name="connsiteX235" fmla="*/ 3647224 w 12192000"/>
              <a:gd name="connsiteY235" fmla="*/ 70303 h 4999978"/>
              <a:gd name="connsiteX236" fmla="*/ 3683100 w 12192000"/>
              <a:gd name="connsiteY236" fmla="*/ 64109 h 4999978"/>
              <a:gd name="connsiteX237" fmla="*/ 3687901 w 12192000"/>
              <a:gd name="connsiteY237" fmla="*/ 65372 h 4999978"/>
              <a:gd name="connsiteX238" fmla="*/ 3711234 w 12192000"/>
              <a:gd name="connsiteY238" fmla="*/ 58665 h 4999978"/>
              <a:gd name="connsiteX239" fmla="*/ 3723318 w 12192000"/>
              <a:gd name="connsiteY239" fmla="*/ 56625 h 4999978"/>
              <a:gd name="connsiteX240" fmla="*/ 3726677 w 12192000"/>
              <a:gd name="connsiteY240" fmla="*/ 53112 h 4999978"/>
              <a:gd name="connsiteX241" fmla="*/ 3744535 w 12192000"/>
              <a:gd name="connsiteY241" fmla="*/ 51590 h 4999978"/>
              <a:gd name="connsiteX242" fmla="*/ 3746608 w 12192000"/>
              <a:gd name="connsiteY242" fmla="*/ 52522 h 4999978"/>
              <a:gd name="connsiteX243" fmla="*/ 3761262 w 12192000"/>
              <a:gd name="connsiteY243" fmla="*/ 47147 h 4999978"/>
              <a:gd name="connsiteX244" fmla="*/ 3803931 w 12192000"/>
              <a:gd name="connsiteY244" fmla="*/ 49309 h 4999978"/>
              <a:gd name="connsiteX245" fmla="*/ 3925626 w 12192000"/>
              <a:gd name="connsiteY245" fmla="*/ 40301 h 4999978"/>
              <a:gd name="connsiteX246" fmla="*/ 4033324 w 12192000"/>
              <a:gd name="connsiteY246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95330 w 12192000"/>
              <a:gd name="connsiteY202" fmla="*/ 142101 h 4999978"/>
              <a:gd name="connsiteX203" fmla="*/ 2665623 w 12192000"/>
              <a:gd name="connsiteY203" fmla="*/ 96394 h 4999978"/>
              <a:gd name="connsiteX204" fmla="*/ 2763332 w 12192000"/>
              <a:gd name="connsiteY204" fmla="*/ 74831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32205 w 12192000"/>
              <a:gd name="connsiteY210" fmla="*/ 11873 h 4999978"/>
              <a:gd name="connsiteX211" fmla="*/ 2933310 w 12192000"/>
              <a:gd name="connsiteY211" fmla="*/ 12816 h 4999978"/>
              <a:gd name="connsiteX212" fmla="*/ 2945218 w 12192000"/>
              <a:gd name="connsiteY212" fmla="*/ 14141 h 4999978"/>
              <a:gd name="connsiteX213" fmla="*/ 2966465 w 12192000"/>
              <a:gd name="connsiteY213" fmla="*/ 14117 h 4999978"/>
              <a:gd name="connsiteX214" fmla="*/ 3023668 w 12192000"/>
              <a:gd name="connsiteY214" fmla="*/ 27905 h 4999978"/>
              <a:gd name="connsiteX215" fmla="*/ 3057077 w 12192000"/>
              <a:gd name="connsiteY215" fmla="*/ 14845 h 4999978"/>
              <a:gd name="connsiteX216" fmla="*/ 3151915 w 12192000"/>
              <a:gd name="connsiteY216" fmla="*/ 11243 h 4999978"/>
              <a:gd name="connsiteX217" fmla="*/ 3251671 w 12192000"/>
              <a:gd name="connsiteY217" fmla="*/ 31575 h 4999978"/>
              <a:gd name="connsiteX218" fmla="*/ 3351400 w 12192000"/>
              <a:gd name="connsiteY218" fmla="*/ 32687 h 4999978"/>
              <a:gd name="connsiteX219" fmla="*/ 3387481 w 12192000"/>
              <a:gd name="connsiteY219" fmla="*/ 31443 h 4999978"/>
              <a:gd name="connsiteX220" fmla="*/ 3451923 w 12192000"/>
              <a:gd name="connsiteY220" fmla="*/ 36482 h 4999978"/>
              <a:gd name="connsiteX221" fmla="*/ 3481520 w 12192000"/>
              <a:gd name="connsiteY221" fmla="*/ 43287 h 4999978"/>
              <a:gd name="connsiteX222" fmla="*/ 3482804 w 12192000"/>
              <a:gd name="connsiteY222" fmla="*/ 42812 h 4999978"/>
              <a:gd name="connsiteX223" fmla="*/ 3485495 w 12192000"/>
              <a:gd name="connsiteY223" fmla="*/ 45921 h 4999978"/>
              <a:gd name="connsiteX224" fmla="*/ 3490972 w 12192000"/>
              <a:gd name="connsiteY224" fmla="*/ 47286 h 4999978"/>
              <a:gd name="connsiteX225" fmla="*/ 3505835 w 12192000"/>
              <a:gd name="connsiteY225" fmla="*/ 46077 h 4999978"/>
              <a:gd name="connsiteX226" fmla="*/ 3511410 w 12192000"/>
              <a:gd name="connsiteY226" fmla="*/ 44808 h 4999978"/>
              <a:gd name="connsiteX227" fmla="*/ 3519598 w 12192000"/>
              <a:gd name="connsiteY227" fmla="*/ 44683 h 4999978"/>
              <a:gd name="connsiteX228" fmla="*/ 3519807 w 12192000"/>
              <a:gd name="connsiteY228" fmla="*/ 44938 h 4999978"/>
              <a:gd name="connsiteX229" fmla="*/ 3527466 w 12192000"/>
              <a:gd name="connsiteY229" fmla="*/ 44316 h 4999978"/>
              <a:gd name="connsiteX230" fmla="*/ 3564889 w 12192000"/>
              <a:gd name="connsiteY230" fmla="*/ 57394 h 4999978"/>
              <a:gd name="connsiteX231" fmla="*/ 3614922 w 12192000"/>
              <a:gd name="connsiteY231" fmla="*/ 61804 h 4999978"/>
              <a:gd name="connsiteX232" fmla="*/ 3635506 w 12192000"/>
              <a:gd name="connsiteY232" fmla="*/ 65718 h 4999978"/>
              <a:gd name="connsiteX233" fmla="*/ 3646525 w 12192000"/>
              <a:gd name="connsiteY233" fmla="*/ 69193 h 4999978"/>
              <a:gd name="connsiteX234" fmla="*/ 3647224 w 12192000"/>
              <a:gd name="connsiteY234" fmla="*/ 70303 h 4999978"/>
              <a:gd name="connsiteX235" fmla="*/ 3683100 w 12192000"/>
              <a:gd name="connsiteY235" fmla="*/ 64109 h 4999978"/>
              <a:gd name="connsiteX236" fmla="*/ 3687901 w 12192000"/>
              <a:gd name="connsiteY236" fmla="*/ 65372 h 4999978"/>
              <a:gd name="connsiteX237" fmla="*/ 3711234 w 12192000"/>
              <a:gd name="connsiteY237" fmla="*/ 58665 h 4999978"/>
              <a:gd name="connsiteX238" fmla="*/ 3723318 w 12192000"/>
              <a:gd name="connsiteY238" fmla="*/ 56625 h 4999978"/>
              <a:gd name="connsiteX239" fmla="*/ 3726677 w 12192000"/>
              <a:gd name="connsiteY239" fmla="*/ 53112 h 4999978"/>
              <a:gd name="connsiteX240" fmla="*/ 3744535 w 12192000"/>
              <a:gd name="connsiteY240" fmla="*/ 51590 h 4999978"/>
              <a:gd name="connsiteX241" fmla="*/ 3746608 w 12192000"/>
              <a:gd name="connsiteY241" fmla="*/ 52522 h 4999978"/>
              <a:gd name="connsiteX242" fmla="*/ 3761262 w 12192000"/>
              <a:gd name="connsiteY242" fmla="*/ 47147 h 4999978"/>
              <a:gd name="connsiteX243" fmla="*/ 3803931 w 12192000"/>
              <a:gd name="connsiteY243" fmla="*/ 49309 h 4999978"/>
              <a:gd name="connsiteX244" fmla="*/ 3925626 w 12192000"/>
              <a:gd name="connsiteY244" fmla="*/ 40301 h 4999978"/>
              <a:gd name="connsiteX245" fmla="*/ 4033324 w 12192000"/>
              <a:gd name="connsiteY245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95330 w 12192000"/>
              <a:gd name="connsiteY202" fmla="*/ 142101 h 4999978"/>
              <a:gd name="connsiteX203" fmla="*/ 2665623 w 12192000"/>
              <a:gd name="connsiteY203" fmla="*/ 96394 h 4999978"/>
              <a:gd name="connsiteX204" fmla="*/ 2763332 w 12192000"/>
              <a:gd name="connsiteY204" fmla="*/ 74831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32205 w 12192000"/>
              <a:gd name="connsiteY210" fmla="*/ 11873 h 4999978"/>
              <a:gd name="connsiteX211" fmla="*/ 2933310 w 12192000"/>
              <a:gd name="connsiteY211" fmla="*/ 12816 h 4999978"/>
              <a:gd name="connsiteX212" fmla="*/ 2945218 w 12192000"/>
              <a:gd name="connsiteY212" fmla="*/ 14141 h 4999978"/>
              <a:gd name="connsiteX213" fmla="*/ 2966465 w 12192000"/>
              <a:gd name="connsiteY213" fmla="*/ 14117 h 4999978"/>
              <a:gd name="connsiteX214" fmla="*/ 3016048 w 12192000"/>
              <a:gd name="connsiteY214" fmla="*/ 12381 h 4999978"/>
              <a:gd name="connsiteX215" fmla="*/ 3057077 w 12192000"/>
              <a:gd name="connsiteY215" fmla="*/ 14845 h 4999978"/>
              <a:gd name="connsiteX216" fmla="*/ 3151915 w 12192000"/>
              <a:gd name="connsiteY216" fmla="*/ 11243 h 4999978"/>
              <a:gd name="connsiteX217" fmla="*/ 3251671 w 12192000"/>
              <a:gd name="connsiteY217" fmla="*/ 31575 h 4999978"/>
              <a:gd name="connsiteX218" fmla="*/ 3351400 w 12192000"/>
              <a:gd name="connsiteY218" fmla="*/ 32687 h 4999978"/>
              <a:gd name="connsiteX219" fmla="*/ 3387481 w 12192000"/>
              <a:gd name="connsiteY219" fmla="*/ 31443 h 4999978"/>
              <a:gd name="connsiteX220" fmla="*/ 3451923 w 12192000"/>
              <a:gd name="connsiteY220" fmla="*/ 36482 h 4999978"/>
              <a:gd name="connsiteX221" fmla="*/ 3481520 w 12192000"/>
              <a:gd name="connsiteY221" fmla="*/ 43287 h 4999978"/>
              <a:gd name="connsiteX222" fmla="*/ 3482804 w 12192000"/>
              <a:gd name="connsiteY222" fmla="*/ 42812 h 4999978"/>
              <a:gd name="connsiteX223" fmla="*/ 3485495 w 12192000"/>
              <a:gd name="connsiteY223" fmla="*/ 45921 h 4999978"/>
              <a:gd name="connsiteX224" fmla="*/ 3490972 w 12192000"/>
              <a:gd name="connsiteY224" fmla="*/ 47286 h 4999978"/>
              <a:gd name="connsiteX225" fmla="*/ 3505835 w 12192000"/>
              <a:gd name="connsiteY225" fmla="*/ 46077 h 4999978"/>
              <a:gd name="connsiteX226" fmla="*/ 3511410 w 12192000"/>
              <a:gd name="connsiteY226" fmla="*/ 44808 h 4999978"/>
              <a:gd name="connsiteX227" fmla="*/ 3519598 w 12192000"/>
              <a:gd name="connsiteY227" fmla="*/ 44683 h 4999978"/>
              <a:gd name="connsiteX228" fmla="*/ 3519807 w 12192000"/>
              <a:gd name="connsiteY228" fmla="*/ 44938 h 4999978"/>
              <a:gd name="connsiteX229" fmla="*/ 3527466 w 12192000"/>
              <a:gd name="connsiteY229" fmla="*/ 44316 h 4999978"/>
              <a:gd name="connsiteX230" fmla="*/ 3564889 w 12192000"/>
              <a:gd name="connsiteY230" fmla="*/ 57394 h 4999978"/>
              <a:gd name="connsiteX231" fmla="*/ 3614922 w 12192000"/>
              <a:gd name="connsiteY231" fmla="*/ 61804 h 4999978"/>
              <a:gd name="connsiteX232" fmla="*/ 3635506 w 12192000"/>
              <a:gd name="connsiteY232" fmla="*/ 65718 h 4999978"/>
              <a:gd name="connsiteX233" fmla="*/ 3646525 w 12192000"/>
              <a:gd name="connsiteY233" fmla="*/ 69193 h 4999978"/>
              <a:gd name="connsiteX234" fmla="*/ 3647224 w 12192000"/>
              <a:gd name="connsiteY234" fmla="*/ 70303 h 4999978"/>
              <a:gd name="connsiteX235" fmla="*/ 3683100 w 12192000"/>
              <a:gd name="connsiteY235" fmla="*/ 64109 h 4999978"/>
              <a:gd name="connsiteX236" fmla="*/ 3687901 w 12192000"/>
              <a:gd name="connsiteY236" fmla="*/ 65372 h 4999978"/>
              <a:gd name="connsiteX237" fmla="*/ 3711234 w 12192000"/>
              <a:gd name="connsiteY237" fmla="*/ 58665 h 4999978"/>
              <a:gd name="connsiteX238" fmla="*/ 3723318 w 12192000"/>
              <a:gd name="connsiteY238" fmla="*/ 56625 h 4999978"/>
              <a:gd name="connsiteX239" fmla="*/ 3726677 w 12192000"/>
              <a:gd name="connsiteY239" fmla="*/ 53112 h 4999978"/>
              <a:gd name="connsiteX240" fmla="*/ 3744535 w 12192000"/>
              <a:gd name="connsiteY240" fmla="*/ 51590 h 4999978"/>
              <a:gd name="connsiteX241" fmla="*/ 3746608 w 12192000"/>
              <a:gd name="connsiteY241" fmla="*/ 52522 h 4999978"/>
              <a:gd name="connsiteX242" fmla="*/ 3761262 w 12192000"/>
              <a:gd name="connsiteY242" fmla="*/ 47147 h 4999978"/>
              <a:gd name="connsiteX243" fmla="*/ 3803931 w 12192000"/>
              <a:gd name="connsiteY243" fmla="*/ 49309 h 4999978"/>
              <a:gd name="connsiteX244" fmla="*/ 3925626 w 12192000"/>
              <a:gd name="connsiteY244" fmla="*/ 40301 h 4999978"/>
              <a:gd name="connsiteX245" fmla="*/ 4033324 w 12192000"/>
              <a:gd name="connsiteY245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1908 w 12192000"/>
              <a:gd name="connsiteY42" fmla="*/ 185073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95330 w 12192000"/>
              <a:gd name="connsiteY202" fmla="*/ 142101 h 4999978"/>
              <a:gd name="connsiteX203" fmla="*/ 2665623 w 12192000"/>
              <a:gd name="connsiteY203" fmla="*/ 96394 h 4999978"/>
              <a:gd name="connsiteX204" fmla="*/ 2763332 w 12192000"/>
              <a:gd name="connsiteY204" fmla="*/ 74831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32205 w 12192000"/>
              <a:gd name="connsiteY210" fmla="*/ 11873 h 4999978"/>
              <a:gd name="connsiteX211" fmla="*/ 2933310 w 12192000"/>
              <a:gd name="connsiteY211" fmla="*/ 12816 h 4999978"/>
              <a:gd name="connsiteX212" fmla="*/ 2945218 w 12192000"/>
              <a:gd name="connsiteY212" fmla="*/ 14141 h 4999978"/>
              <a:gd name="connsiteX213" fmla="*/ 2966465 w 12192000"/>
              <a:gd name="connsiteY213" fmla="*/ 14117 h 4999978"/>
              <a:gd name="connsiteX214" fmla="*/ 3016048 w 12192000"/>
              <a:gd name="connsiteY214" fmla="*/ 12381 h 4999978"/>
              <a:gd name="connsiteX215" fmla="*/ 3057077 w 12192000"/>
              <a:gd name="connsiteY215" fmla="*/ 14845 h 4999978"/>
              <a:gd name="connsiteX216" fmla="*/ 3148105 w 12192000"/>
              <a:gd name="connsiteY216" fmla="*/ 30648 h 4999978"/>
              <a:gd name="connsiteX217" fmla="*/ 3251671 w 12192000"/>
              <a:gd name="connsiteY217" fmla="*/ 31575 h 4999978"/>
              <a:gd name="connsiteX218" fmla="*/ 3351400 w 12192000"/>
              <a:gd name="connsiteY218" fmla="*/ 32687 h 4999978"/>
              <a:gd name="connsiteX219" fmla="*/ 3387481 w 12192000"/>
              <a:gd name="connsiteY219" fmla="*/ 31443 h 4999978"/>
              <a:gd name="connsiteX220" fmla="*/ 3451923 w 12192000"/>
              <a:gd name="connsiteY220" fmla="*/ 36482 h 4999978"/>
              <a:gd name="connsiteX221" fmla="*/ 3481520 w 12192000"/>
              <a:gd name="connsiteY221" fmla="*/ 43287 h 4999978"/>
              <a:gd name="connsiteX222" fmla="*/ 3482804 w 12192000"/>
              <a:gd name="connsiteY222" fmla="*/ 42812 h 4999978"/>
              <a:gd name="connsiteX223" fmla="*/ 3485495 w 12192000"/>
              <a:gd name="connsiteY223" fmla="*/ 45921 h 4999978"/>
              <a:gd name="connsiteX224" fmla="*/ 3490972 w 12192000"/>
              <a:gd name="connsiteY224" fmla="*/ 47286 h 4999978"/>
              <a:gd name="connsiteX225" fmla="*/ 3505835 w 12192000"/>
              <a:gd name="connsiteY225" fmla="*/ 46077 h 4999978"/>
              <a:gd name="connsiteX226" fmla="*/ 3511410 w 12192000"/>
              <a:gd name="connsiteY226" fmla="*/ 44808 h 4999978"/>
              <a:gd name="connsiteX227" fmla="*/ 3519598 w 12192000"/>
              <a:gd name="connsiteY227" fmla="*/ 44683 h 4999978"/>
              <a:gd name="connsiteX228" fmla="*/ 3519807 w 12192000"/>
              <a:gd name="connsiteY228" fmla="*/ 44938 h 4999978"/>
              <a:gd name="connsiteX229" fmla="*/ 3527466 w 12192000"/>
              <a:gd name="connsiteY229" fmla="*/ 44316 h 4999978"/>
              <a:gd name="connsiteX230" fmla="*/ 3564889 w 12192000"/>
              <a:gd name="connsiteY230" fmla="*/ 57394 h 4999978"/>
              <a:gd name="connsiteX231" fmla="*/ 3614922 w 12192000"/>
              <a:gd name="connsiteY231" fmla="*/ 61804 h 4999978"/>
              <a:gd name="connsiteX232" fmla="*/ 3635506 w 12192000"/>
              <a:gd name="connsiteY232" fmla="*/ 65718 h 4999978"/>
              <a:gd name="connsiteX233" fmla="*/ 3646525 w 12192000"/>
              <a:gd name="connsiteY233" fmla="*/ 69193 h 4999978"/>
              <a:gd name="connsiteX234" fmla="*/ 3647224 w 12192000"/>
              <a:gd name="connsiteY234" fmla="*/ 70303 h 4999978"/>
              <a:gd name="connsiteX235" fmla="*/ 3683100 w 12192000"/>
              <a:gd name="connsiteY235" fmla="*/ 64109 h 4999978"/>
              <a:gd name="connsiteX236" fmla="*/ 3687901 w 12192000"/>
              <a:gd name="connsiteY236" fmla="*/ 65372 h 4999978"/>
              <a:gd name="connsiteX237" fmla="*/ 3711234 w 12192000"/>
              <a:gd name="connsiteY237" fmla="*/ 58665 h 4999978"/>
              <a:gd name="connsiteX238" fmla="*/ 3723318 w 12192000"/>
              <a:gd name="connsiteY238" fmla="*/ 56625 h 4999978"/>
              <a:gd name="connsiteX239" fmla="*/ 3726677 w 12192000"/>
              <a:gd name="connsiteY239" fmla="*/ 53112 h 4999978"/>
              <a:gd name="connsiteX240" fmla="*/ 3744535 w 12192000"/>
              <a:gd name="connsiteY240" fmla="*/ 51590 h 4999978"/>
              <a:gd name="connsiteX241" fmla="*/ 3746608 w 12192000"/>
              <a:gd name="connsiteY241" fmla="*/ 52522 h 4999978"/>
              <a:gd name="connsiteX242" fmla="*/ 3761262 w 12192000"/>
              <a:gd name="connsiteY242" fmla="*/ 47147 h 4999978"/>
              <a:gd name="connsiteX243" fmla="*/ 3803931 w 12192000"/>
              <a:gd name="connsiteY243" fmla="*/ 49309 h 4999978"/>
              <a:gd name="connsiteX244" fmla="*/ 3925626 w 12192000"/>
              <a:gd name="connsiteY244" fmla="*/ 40301 h 4999978"/>
              <a:gd name="connsiteX245" fmla="*/ 4033324 w 12192000"/>
              <a:gd name="connsiteY245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399528 w 12192000"/>
              <a:gd name="connsiteY42" fmla="*/ 196715 h 4999978"/>
              <a:gd name="connsiteX43" fmla="*/ 5492371 w 12192000"/>
              <a:gd name="connsiteY43" fmla="*/ 230923 h 4999978"/>
              <a:gd name="connsiteX44" fmla="*/ 5640913 w 12192000"/>
              <a:gd name="connsiteY44" fmla="*/ 239810 h 4999978"/>
              <a:gd name="connsiteX45" fmla="*/ 5877770 w 12192000"/>
              <a:gd name="connsiteY45" fmla="*/ 283747 h 4999978"/>
              <a:gd name="connsiteX46" fmla="*/ 5989615 w 12192000"/>
              <a:gd name="connsiteY46" fmla="*/ 306445 h 4999978"/>
              <a:gd name="connsiteX47" fmla="*/ 5996857 w 12192000"/>
              <a:gd name="connsiteY47" fmla="*/ 310331 h 4999978"/>
              <a:gd name="connsiteX48" fmla="*/ 6037387 w 12192000"/>
              <a:gd name="connsiteY48" fmla="*/ 299308 h 4999978"/>
              <a:gd name="connsiteX49" fmla="*/ 6113074 w 12192000"/>
              <a:gd name="connsiteY49" fmla="*/ 312627 h 4999978"/>
              <a:gd name="connsiteX50" fmla="*/ 6280929 w 12192000"/>
              <a:gd name="connsiteY50" fmla="*/ 337226 h 4999978"/>
              <a:gd name="connsiteX51" fmla="*/ 6298665 w 12192000"/>
              <a:gd name="connsiteY51" fmla="*/ 329713 h 4999978"/>
              <a:gd name="connsiteX52" fmla="*/ 6317326 w 12192000"/>
              <a:gd name="connsiteY52" fmla="*/ 326576 h 4999978"/>
              <a:gd name="connsiteX53" fmla="*/ 6319212 w 12192000"/>
              <a:gd name="connsiteY53" fmla="*/ 327786 h 4999978"/>
              <a:gd name="connsiteX54" fmla="*/ 6339724 w 12192000"/>
              <a:gd name="connsiteY54" fmla="*/ 328880 h 4999978"/>
              <a:gd name="connsiteX55" fmla="*/ 6345010 w 12192000"/>
              <a:gd name="connsiteY55" fmla="*/ 325930 h 4999978"/>
              <a:gd name="connsiteX56" fmla="*/ 6359332 w 12192000"/>
              <a:gd name="connsiteY56" fmla="*/ 325681 h 4999978"/>
              <a:gd name="connsiteX57" fmla="*/ 6388220 w 12192000"/>
              <a:gd name="connsiteY57" fmla="*/ 322496 h 4999978"/>
              <a:gd name="connsiteX58" fmla="*/ 6392994 w 12192000"/>
              <a:gd name="connsiteY58" fmla="*/ 324426 h 4999978"/>
              <a:gd name="connsiteX59" fmla="*/ 6435581 w 12192000"/>
              <a:gd name="connsiteY59" fmla="*/ 323557 h 4999978"/>
              <a:gd name="connsiteX60" fmla="*/ 6435870 w 12192000"/>
              <a:gd name="connsiteY60" fmla="*/ 324745 h 4999978"/>
              <a:gd name="connsiteX61" fmla="*/ 6446571 w 12192000"/>
              <a:gd name="connsiteY61" fmla="*/ 329739 h 4999978"/>
              <a:gd name="connsiteX62" fmla="*/ 6467701 w 12192000"/>
              <a:gd name="connsiteY62" fmla="*/ 336547 h 4999978"/>
              <a:gd name="connsiteX63" fmla="*/ 6512727 w 12192000"/>
              <a:gd name="connsiteY63" fmla="*/ 367087 h 4999978"/>
              <a:gd name="connsiteX64" fmla="*/ 6557094 w 12192000"/>
              <a:gd name="connsiteY64" fmla="*/ 366314 h 4999978"/>
              <a:gd name="connsiteX65" fmla="*/ 6565879 w 12192000"/>
              <a:gd name="connsiteY65" fmla="*/ 366812 h 4999978"/>
              <a:gd name="connsiteX66" fmla="*/ 6565997 w 12192000"/>
              <a:gd name="connsiteY66" fmla="*/ 367092 h 4999978"/>
              <a:gd name="connsiteX67" fmla="*/ 6575147 w 12192000"/>
              <a:gd name="connsiteY67" fmla="*/ 368156 h 4999978"/>
              <a:gd name="connsiteX68" fmla="*/ 6581899 w 12192000"/>
              <a:gd name="connsiteY68" fmla="*/ 367720 h 4999978"/>
              <a:gd name="connsiteX69" fmla="*/ 6598943 w 12192000"/>
              <a:gd name="connsiteY69" fmla="*/ 368688 h 4999978"/>
              <a:gd name="connsiteX70" fmla="*/ 6604421 w 12192000"/>
              <a:gd name="connsiteY70" fmla="*/ 370815 h 4999978"/>
              <a:gd name="connsiteX71" fmla="*/ 6606035 w 12192000"/>
              <a:gd name="connsiteY71" fmla="*/ 374247 h 4999978"/>
              <a:gd name="connsiteX72" fmla="*/ 6607669 w 12192000"/>
              <a:gd name="connsiteY72" fmla="*/ 373968 h 4999978"/>
              <a:gd name="connsiteX73" fmla="*/ 6637532 w 12192000"/>
              <a:gd name="connsiteY73" fmla="*/ 384907 h 4999978"/>
              <a:gd name="connsiteX74" fmla="*/ 6706880 w 12192000"/>
              <a:gd name="connsiteY74" fmla="*/ 399163 h 4999978"/>
              <a:gd name="connsiteX75" fmla="*/ 6747500 w 12192000"/>
              <a:gd name="connsiteY75" fmla="*/ 403168 h 4999978"/>
              <a:gd name="connsiteX76" fmla="*/ 6857783 w 12192000"/>
              <a:gd name="connsiteY76" fmla="*/ 418687 h 4999978"/>
              <a:gd name="connsiteX77" fmla="*/ 6967720 w 12192000"/>
              <a:gd name="connsiteY77" fmla="*/ 437721 h 4999978"/>
              <a:gd name="connsiteX78" fmla="*/ 7018394 w 12192000"/>
              <a:gd name="connsiteY78" fmla="*/ 466613 h 4999978"/>
              <a:gd name="connsiteX79" fmla="*/ 7024679 w 12192000"/>
              <a:gd name="connsiteY79" fmla="*/ 467750 h 4999978"/>
              <a:gd name="connsiteX80" fmla="*/ 7041715 w 12192000"/>
              <a:gd name="connsiteY80" fmla="*/ 465902 h 4999978"/>
              <a:gd name="connsiteX81" fmla="*/ 7048103 w 12192000"/>
              <a:gd name="connsiteY81" fmla="*/ 464392 h 4999978"/>
              <a:gd name="connsiteX82" fmla="*/ 7057490 w 12192000"/>
              <a:gd name="connsiteY82" fmla="*/ 463917 h 4999978"/>
              <a:gd name="connsiteX83" fmla="*/ 7057730 w 12192000"/>
              <a:gd name="connsiteY83" fmla="*/ 464165 h 4999978"/>
              <a:gd name="connsiteX84" fmla="*/ 7066511 w 12192000"/>
              <a:gd name="connsiteY84" fmla="*/ 463214 h 4999978"/>
              <a:gd name="connsiteX85" fmla="*/ 7109401 w 12192000"/>
              <a:gd name="connsiteY85" fmla="*/ 455268 h 4999978"/>
              <a:gd name="connsiteX86" fmla="*/ 7166830 w 12192000"/>
              <a:gd name="connsiteY86" fmla="*/ 477037 h 4999978"/>
              <a:gd name="connsiteX87" fmla="*/ 7190442 w 12192000"/>
              <a:gd name="connsiteY87" fmla="*/ 480090 h 4999978"/>
              <a:gd name="connsiteX88" fmla="*/ 7203083 w 12192000"/>
              <a:gd name="connsiteY88" fmla="*/ 483106 h 4999978"/>
              <a:gd name="connsiteX89" fmla="*/ 7203894 w 12192000"/>
              <a:gd name="connsiteY89" fmla="*/ 484190 h 4999978"/>
              <a:gd name="connsiteX90" fmla="*/ 7245004 w 12192000"/>
              <a:gd name="connsiteY90" fmla="*/ 476444 h 4999978"/>
              <a:gd name="connsiteX91" fmla="*/ 7250514 w 12192000"/>
              <a:gd name="connsiteY91" fmla="*/ 477506 h 4999978"/>
              <a:gd name="connsiteX92" fmla="*/ 7277246 w 12192000"/>
              <a:gd name="connsiteY92" fmla="*/ 469782 h 4999978"/>
              <a:gd name="connsiteX93" fmla="*/ 7291092 w 12192000"/>
              <a:gd name="connsiteY93" fmla="*/ 467217 h 4999978"/>
              <a:gd name="connsiteX94" fmla="*/ 7294933 w 12192000"/>
              <a:gd name="connsiteY94" fmla="*/ 463549 h 4999978"/>
              <a:gd name="connsiteX95" fmla="*/ 7315408 w 12192000"/>
              <a:gd name="connsiteY95" fmla="*/ 461260 h 4999978"/>
              <a:gd name="connsiteX96" fmla="*/ 7317786 w 12192000"/>
              <a:gd name="connsiteY96" fmla="*/ 462106 h 4999978"/>
              <a:gd name="connsiteX97" fmla="*/ 7334572 w 12192000"/>
              <a:gd name="connsiteY97" fmla="*/ 456088 h 4999978"/>
              <a:gd name="connsiteX98" fmla="*/ 7348520 w 12192000"/>
              <a:gd name="connsiteY98" fmla="*/ 446050 h 4999978"/>
              <a:gd name="connsiteX99" fmla="*/ 7522997 w 12192000"/>
              <a:gd name="connsiteY99" fmla="*/ 442209 h 4999978"/>
              <a:gd name="connsiteX100" fmla="*/ 7686985 w 12192000"/>
              <a:gd name="connsiteY100" fmla="*/ 419805 h 4999978"/>
              <a:gd name="connsiteX101" fmla="*/ 7854068 w 12192000"/>
              <a:gd name="connsiteY101" fmla="*/ 409774 h 4999978"/>
              <a:gd name="connsiteX102" fmla="*/ 8034165 w 12192000"/>
              <a:gd name="connsiteY102" fmla="*/ 391699 h 4999978"/>
              <a:gd name="connsiteX103" fmla="*/ 8094381 w 12192000"/>
              <a:gd name="connsiteY103" fmla="*/ 395718 h 4999978"/>
              <a:gd name="connsiteX104" fmla="*/ 8146898 w 12192000"/>
              <a:gd name="connsiteY104" fmla="*/ 378558 h 4999978"/>
              <a:gd name="connsiteX105" fmla="*/ 8168993 w 12192000"/>
              <a:gd name="connsiteY105" fmla="*/ 384830 h 4999978"/>
              <a:gd name="connsiteX106" fmla="*/ 8172809 w 12192000"/>
              <a:gd name="connsiteY106" fmla="*/ 386137 h 4999978"/>
              <a:gd name="connsiteX107" fmla="*/ 8187962 w 12192000"/>
              <a:gd name="connsiteY107" fmla="*/ 386433 h 4999978"/>
              <a:gd name="connsiteX108" fmla="*/ 8192382 w 12192000"/>
              <a:gd name="connsiteY108" fmla="*/ 392692 h 4999978"/>
              <a:gd name="connsiteX109" fmla="*/ 8375192 w 12192000"/>
              <a:gd name="connsiteY109" fmla="*/ 383879 h 4999978"/>
              <a:gd name="connsiteX110" fmla="*/ 8454377 w 12192000"/>
              <a:gd name="connsiteY110" fmla="*/ 380331 h 4999978"/>
              <a:gd name="connsiteX111" fmla="*/ 8484740 w 12192000"/>
              <a:gd name="connsiteY111" fmla="*/ 385159 h 4999978"/>
              <a:gd name="connsiteX112" fmla="*/ 8601673 w 12192000"/>
              <a:gd name="connsiteY112" fmla="*/ 397101 h 4999978"/>
              <a:gd name="connsiteX113" fmla="*/ 8701676 w 12192000"/>
              <a:gd name="connsiteY113" fmla="*/ 401351 h 4999978"/>
              <a:gd name="connsiteX114" fmla="*/ 8773288 w 12192000"/>
              <a:gd name="connsiteY114" fmla="*/ 378077 h 4999978"/>
              <a:gd name="connsiteX115" fmla="*/ 8779909 w 12192000"/>
              <a:gd name="connsiteY115" fmla="*/ 382446 h 4999978"/>
              <a:gd name="connsiteX116" fmla="*/ 8829932 w 12192000"/>
              <a:gd name="connsiteY116" fmla="*/ 379243 h 4999978"/>
              <a:gd name="connsiteX117" fmla="*/ 9003386 w 12192000"/>
              <a:gd name="connsiteY117" fmla="*/ 336242 h 4999978"/>
              <a:gd name="connsiteX118" fmla="*/ 9101185 w 12192000"/>
              <a:gd name="connsiteY118" fmla="*/ 330862 h 4999978"/>
              <a:gd name="connsiteX119" fmla="*/ 9136185 w 12192000"/>
              <a:gd name="connsiteY119" fmla="*/ 334078 h 4999978"/>
              <a:gd name="connsiteX120" fmla="*/ 9194801 w 12192000"/>
              <a:gd name="connsiteY120" fmla="*/ 339149 h 4999978"/>
              <a:gd name="connsiteX121" fmla="*/ 9239316 w 12192000"/>
              <a:gd name="connsiteY121" fmla="*/ 355558 h 4999978"/>
              <a:gd name="connsiteX122" fmla="*/ 9288052 w 12192000"/>
              <a:gd name="connsiteY122" fmla="*/ 354796 h 4999978"/>
              <a:gd name="connsiteX123" fmla="*/ 9298465 w 12192000"/>
              <a:gd name="connsiteY123" fmla="*/ 338296 h 4999978"/>
              <a:gd name="connsiteX124" fmla="*/ 9350892 w 12192000"/>
              <a:gd name="connsiteY124" fmla="*/ 342778 h 4999978"/>
              <a:gd name="connsiteX125" fmla="*/ 9430522 w 12192000"/>
              <a:gd name="connsiteY125" fmla="*/ 351368 h 4999978"/>
              <a:gd name="connsiteX126" fmla="*/ 9476215 w 12192000"/>
              <a:gd name="connsiteY126" fmla="*/ 352107 h 4999978"/>
              <a:gd name="connsiteX127" fmla="*/ 9601276 w 12192000"/>
              <a:gd name="connsiteY127" fmla="*/ 358704 h 4999978"/>
              <a:gd name="connsiteX128" fmla="*/ 9726733 w 12192000"/>
              <a:gd name="connsiteY128" fmla="*/ 368801 h 4999978"/>
              <a:gd name="connsiteX129" fmla="*/ 9802144 w 12192000"/>
              <a:gd name="connsiteY129" fmla="*/ 394479 h 4999978"/>
              <a:gd name="connsiteX130" fmla="*/ 9905153 w 12192000"/>
              <a:gd name="connsiteY130" fmla="*/ 400650 h 4999978"/>
              <a:gd name="connsiteX131" fmla="*/ 9922553 w 12192000"/>
              <a:gd name="connsiteY131" fmla="*/ 404569 h 4999978"/>
              <a:gd name="connsiteX132" fmla="*/ 10044658 w 12192000"/>
              <a:gd name="connsiteY132" fmla="*/ 418077 h 4999978"/>
              <a:gd name="connsiteX133" fmla="*/ 10184585 w 12192000"/>
              <a:gd name="connsiteY133" fmla="*/ 407138 h 4999978"/>
              <a:gd name="connsiteX134" fmla="*/ 10366435 w 12192000"/>
              <a:gd name="connsiteY134" fmla="*/ 462428 h 4999978"/>
              <a:gd name="connsiteX135" fmla="*/ 10688220 w 12192000"/>
              <a:gd name="connsiteY135" fmla="*/ 542258 h 4999978"/>
              <a:gd name="connsiteX136" fmla="*/ 11026690 w 12192000"/>
              <a:gd name="connsiteY136" fmla="*/ 550681 h 4999978"/>
              <a:gd name="connsiteX137" fmla="*/ 11113779 w 12192000"/>
              <a:gd name="connsiteY137" fmla="*/ 533868 h 4999978"/>
              <a:gd name="connsiteX138" fmla="*/ 11369556 w 12192000"/>
              <a:gd name="connsiteY138" fmla="*/ 491719 h 4999978"/>
              <a:gd name="connsiteX139" fmla="*/ 11623342 w 12192000"/>
              <a:gd name="connsiteY139" fmla="*/ 388428 h 4999978"/>
              <a:gd name="connsiteX140" fmla="*/ 11786511 w 12192000"/>
              <a:gd name="connsiteY140" fmla="*/ 358390 h 4999978"/>
              <a:gd name="connsiteX141" fmla="*/ 11862577 w 12192000"/>
              <a:gd name="connsiteY141" fmla="*/ 330549 h 4999978"/>
              <a:gd name="connsiteX142" fmla="*/ 11916612 w 12192000"/>
              <a:gd name="connsiteY142" fmla="*/ 323810 h 4999978"/>
              <a:gd name="connsiteX143" fmla="*/ 11948830 w 12192000"/>
              <a:gd name="connsiteY143" fmla="*/ 318062 h 4999978"/>
              <a:gd name="connsiteX144" fmla="*/ 12001583 w 12192000"/>
              <a:gd name="connsiteY144" fmla="*/ 279643 h 4999978"/>
              <a:gd name="connsiteX145" fmla="*/ 12174977 w 12192000"/>
              <a:gd name="connsiteY145" fmla="*/ 264652 h 4999978"/>
              <a:gd name="connsiteX146" fmla="*/ 12192000 w 12192000"/>
              <a:gd name="connsiteY146" fmla="*/ 256549 h 4999978"/>
              <a:gd name="connsiteX147" fmla="*/ 12192000 w 12192000"/>
              <a:gd name="connsiteY147" fmla="*/ 4999978 h 4999978"/>
              <a:gd name="connsiteX148" fmla="*/ 0 w 12192000"/>
              <a:gd name="connsiteY148" fmla="*/ 4999978 h 4999978"/>
              <a:gd name="connsiteX149" fmla="*/ 0 w 12192000"/>
              <a:gd name="connsiteY149" fmla="*/ 617449 h 4999978"/>
              <a:gd name="connsiteX150" fmla="*/ 11075 w 12192000"/>
              <a:gd name="connsiteY150" fmla="*/ 615178 h 4999978"/>
              <a:gd name="connsiteX151" fmla="*/ 44061 w 12192000"/>
              <a:gd name="connsiteY151" fmla="*/ 608596 h 4999978"/>
              <a:gd name="connsiteX152" fmla="*/ 136694 w 12192000"/>
              <a:gd name="connsiteY152" fmla="*/ 556415 h 4999978"/>
              <a:gd name="connsiteX153" fmla="*/ 170342 w 12192000"/>
              <a:gd name="connsiteY153" fmla="*/ 551077 h 4999978"/>
              <a:gd name="connsiteX154" fmla="*/ 168955 w 12192000"/>
              <a:gd name="connsiteY154" fmla="*/ 542164 h 4999978"/>
              <a:gd name="connsiteX155" fmla="*/ 181474 w 12192000"/>
              <a:gd name="connsiteY155" fmla="*/ 541281 h 4999978"/>
              <a:gd name="connsiteX156" fmla="*/ 209440 w 12192000"/>
              <a:gd name="connsiteY156" fmla="*/ 540561 h 4999978"/>
              <a:gd name="connsiteX157" fmla="*/ 293152 w 12192000"/>
              <a:gd name="connsiteY157" fmla="*/ 536576 h 4999978"/>
              <a:gd name="connsiteX158" fmla="*/ 315693 w 12192000"/>
              <a:gd name="connsiteY158" fmla="*/ 519030 h 4999978"/>
              <a:gd name="connsiteX159" fmla="*/ 337305 w 12192000"/>
              <a:gd name="connsiteY159" fmla="*/ 518372 h 4999978"/>
              <a:gd name="connsiteX160" fmla="*/ 462252 w 12192000"/>
              <a:gd name="connsiteY160" fmla="*/ 493151 h 4999978"/>
              <a:gd name="connsiteX161" fmla="*/ 479457 w 12192000"/>
              <a:gd name="connsiteY161" fmla="*/ 491123 h 4999978"/>
              <a:gd name="connsiteX162" fmla="*/ 488653 w 12192000"/>
              <a:gd name="connsiteY162" fmla="*/ 483257 h 4999978"/>
              <a:gd name="connsiteX163" fmla="*/ 522053 w 12192000"/>
              <a:gd name="connsiteY163" fmla="*/ 481125 h 4999978"/>
              <a:gd name="connsiteX164" fmla="*/ 523520 w 12192000"/>
              <a:gd name="connsiteY164" fmla="*/ 476713 h 4999978"/>
              <a:gd name="connsiteX165" fmla="*/ 632714 w 12192000"/>
              <a:gd name="connsiteY165" fmla="*/ 437101 h 4999978"/>
              <a:gd name="connsiteX166" fmla="*/ 651426 w 12192000"/>
              <a:gd name="connsiteY166" fmla="*/ 430544 h 4999978"/>
              <a:gd name="connsiteX167" fmla="*/ 667724 w 12192000"/>
              <a:gd name="connsiteY167" fmla="*/ 432138 h 4999978"/>
              <a:gd name="connsiteX168" fmla="*/ 757679 w 12192000"/>
              <a:gd name="connsiteY168" fmla="*/ 425145 h 4999978"/>
              <a:gd name="connsiteX169" fmla="*/ 779159 w 12192000"/>
              <a:gd name="connsiteY169" fmla="*/ 428059 h 4999978"/>
              <a:gd name="connsiteX170" fmla="*/ 788293 w 12192000"/>
              <a:gd name="connsiteY170" fmla="*/ 434863 h 4999978"/>
              <a:gd name="connsiteX171" fmla="*/ 822923 w 12192000"/>
              <a:gd name="connsiteY171" fmla="*/ 421074 h 4999978"/>
              <a:gd name="connsiteX172" fmla="*/ 876559 w 12192000"/>
              <a:gd name="connsiteY172" fmla="*/ 411088 h 4999978"/>
              <a:gd name="connsiteX173" fmla="*/ 902011 w 12192000"/>
              <a:gd name="connsiteY173" fmla="*/ 404118 h 4999978"/>
              <a:gd name="connsiteX174" fmla="*/ 922715 w 12192000"/>
              <a:gd name="connsiteY174" fmla="*/ 407699 h 4999978"/>
              <a:gd name="connsiteX175" fmla="*/ 1040139 w 12192000"/>
              <a:gd name="connsiteY175" fmla="*/ 406590 h 4999978"/>
              <a:gd name="connsiteX176" fmla="*/ 1067251 w 12192000"/>
              <a:gd name="connsiteY176" fmla="*/ 412384 h 4999978"/>
              <a:gd name="connsiteX177" fmla="*/ 1080272 w 12192000"/>
              <a:gd name="connsiteY177" fmla="*/ 424669 h 4999978"/>
              <a:gd name="connsiteX178" fmla="*/ 1090219 w 12192000"/>
              <a:gd name="connsiteY178" fmla="*/ 420026 h 4999978"/>
              <a:gd name="connsiteX179" fmla="*/ 1161226 w 12192000"/>
              <a:gd name="connsiteY179" fmla="*/ 418304 h 4999978"/>
              <a:gd name="connsiteX180" fmla="*/ 1207525 w 12192000"/>
              <a:gd name="connsiteY180" fmla="*/ 416039 h 4999978"/>
              <a:gd name="connsiteX181" fmla="*/ 1295331 w 12192000"/>
              <a:gd name="connsiteY181" fmla="*/ 402182 h 4999978"/>
              <a:gd name="connsiteX182" fmla="*/ 1347118 w 12192000"/>
              <a:gd name="connsiteY182" fmla="*/ 399704 h 4999978"/>
              <a:gd name="connsiteX183" fmla="*/ 1378108 w 12192000"/>
              <a:gd name="connsiteY183" fmla="*/ 398410 h 4999978"/>
              <a:gd name="connsiteX184" fmla="*/ 1459192 w 12192000"/>
              <a:gd name="connsiteY184" fmla="*/ 380919 h 4999978"/>
              <a:gd name="connsiteX185" fmla="*/ 1590120 w 12192000"/>
              <a:gd name="connsiteY185" fmla="*/ 317608 h 4999978"/>
              <a:gd name="connsiteX186" fmla="*/ 1631417 w 12192000"/>
              <a:gd name="connsiteY186" fmla="*/ 308227 h 4999978"/>
              <a:gd name="connsiteX187" fmla="*/ 1638727 w 12192000"/>
              <a:gd name="connsiteY187" fmla="*/ 311610 h 4999978"/>
              <a:gd name="connsiteX188" fmla="*/ 1844438 w 12192000"/>
              <a:gd name="connsiteY188" fmla="*/ 271304 h 4999978"/>
              <a:gd name="connsiteX189" fmla="*/ 1881324 w 12192000"/>
              <a:gd name="connsiteY189" fmla="*/ 268497 h 4999978"/>
              <a:gd name="connsiteX190" fmla="*/ 1908999 w 12192000"/>
              <a:gd name="connsiteY190" fmla="*/ 269338 h 4999978"/>
              <a:gd name="connsiteX191" fmla="*/ 1974956 w 12192000"/>
              <a:gd name="connsiteY191" fmla="*/ 255958 h 4999978"/>
              <a:gd name="connsiteX192" fmla="*/ 2082409 w 12192000"/>
              <a:gd name="connsiteY192" fmla="*/ 227290 h 4999978"/>
              <a:gd name="connsiteX193" fmla="*/ 2105639 w 12192000"/>
              <a:gd name="connsiteY193" fmla="*/ 222648 h 4999978"/>
              <a:gd name="connsiteX194" fmla="*/ 2126992 w 12192000"/>
              <a:gd name="connsiteY194" fmla="*/ 224468 h 4999978"/>
              <a:gd name="connsiteX195" fmla="*/ 2133154 w 12192000"/>
              <a:gd name="connsiteY195" fmla="*/ 229952 h 4999978"/>
              <a:gd name="connsiteX196" fmla="*/ 2146154 w 12192000"/>
              <a:gd name="connsiteY196" fmla="*/ 228332 h 4999978"/>
              <a:gd name="connsiteX197" fmla="*/ 2149901 w 12192000"/>
              <a:gd name="connsiteY197" fmla="*/ 229116 h 4999978"/>
              <a:gd name="connsiteX198" fmla="*/ 2171100 w 12192000"/>
              <a:gd name="connsiteY198" fmla="*/ 232389 h 4999978"/>
              <a:gd name="connsiteX199" fmla="*/ 2209148 w 12192000"/>
              <a:gd name="connsiteY199" fmla="*/ 209225 h 4999978"/>
              <a:gd name="connsiteX200" fmla="*/ 2261889 w 12192000"/>
              <a:gd name="connsiteY200" fmla="*/ 205532 h 4999978"/>
              <a:gd name="connsiteX201" fmla="*/ 2452315 w 12192000"/>
              <a:gd name="connsiteY201" fmla="*/ 152899 h 4999978"/>
              <a:gd name="connsiteX202" fmla="*/ 2495330 w 12192000"/>
              <a:gd name="connsiteY202" fmla="*/ 142101 h 4999978"/>
              <a:gd name="connsiteX203" fmla="*/ 2665623 w 12192000"/>
              <a:gd name="connsiteY203" fmla="*/ 96394 h 4999978"/>
              <a:gd name="connsiteX204" fmla="*/ 2763332 w 12192000"/>
              <a:gd name="connsiteY204" fmla="*/ 74831 h 4999978"/>
              <a:gd name="connsiteX205" fmla="*/ 2843870 w 12192000"/>
              <a:gd name="connsiteY205" fmla="*/ 47507 h 4999978"/>
              <a:gd name="connsiteX206" fmla="*/ 2862745 w 12192000"/>
              <a:gd name="connsiteY206" fmla="*/ 43242 h 4999978"/>
              <a:gd name="connsiteX207" fmla="*/ 2864596 w 12192000"/>
              <a:gd name="connsiteY207" fmla="*/ 39218 h 4999978"/>
              <a:gd name="connsiteX208" fmla="*/ 2875381 w 12192000"/>
              <a:gd name="connsiteY208" fmla="*/ 35003 h 4999978"/>
              <a:gd name="connsiteX209" fmla="*/ 2895139 w 12192000"/>
              <a:gd name="connsiteY209" fmla="*/ 24186 h 4999978"/>
              <a:gd name="connsiteX210" fmla="*/ 2932205 w 12192000"/>
              <a:gd name="connsiteY210" fmla="*/ 11873 h 4999978"/>
              <a:gd name="connsiteX211" fmla="*/ 2933310 w 12192000"/>
              <a:gd name="connsiteY211" fmla="*/ 12816 h 4999978"/>
              <a:gd name="connsiteX212" fmla="*/ 2945218 w 12192000"/>
              <a:gd name="connsiteY212" fmla="*/ 14141 h 4999978"/>
              <a:gd name="connsiteX213" fmla="*/ 2966465 w 12192000"/>
              <a:gd name="connsiteY213" fmla="*/ 14117 h 4999978"/>
              <a:gd name="connsiteX214" fmla="*/ 3016048 w 12192000"/>
              <a:gd name="connsiteY214" fmla="*/ 12381 h 4999978"/>
              <a:gd name="connsiteX215" fmla="*/ 3057077 w 12192000"/>
              <a:gd name="connsiteY215" fmla="*/ 14845 h 4999978"/>
              <a:gd name="connsiteX216" fmla="*/ 3148105 w 12192000"/>
              <a:gd name="connsiteY216" fmla="*/ 30648 h 4999978"/>
              <a:gd name="connsiteX217" fmla="*/ 3251671 w 12192000"/>
              <a:gd name="connsiteY217" fmla="*/ 31575 h 4999978"/>
              <a:gd name="connsiteX218" fmla="*/ 3351400 w 12192000"/>
              <a:gd name="connsiteY218" fmla="*/ 32687 h 4999978"/>
              <a:gd name="connsiteX219" fmla="*/ 3387481 w 12192000"/>
              <a:gd name="connsiteY219" fmla="*/ 31443 h 4999978"/>
              <a:gd name="connsiteX220" fmla="*/ 3451923 w 12192000"/>
              <a:gd name="connsiteY220" fmla="*/ 36482 h 4999978"/>
              <a:gd name="connsiteX221" fmla="*/ 3481520 w 12192000"/>
              <a:gd name="connsiteY221" fmla="*/ 43287 h 4999978"/>
              <a:gd name="connsiteX222" fmla="*/ 3482804 w 12192000"/>
              <a:gd name="connsiteY222" fmla="*/ 42812 h 4999978"/>
              <a:gd name="connsiteX223" fmla="*/ 3485495 w 12192000"/>
              <a:gd name="connsiteY223" fmla="*/ 45921 h 4999978"/>
              <a:gd name="connsiteX224" fmla="*/ 3490972 w 12192000"/>
              <a:gd name="connsiteY224" fmla="*/ 47286 h 4999978"/>
              <a:gd name="connsiteX225" fmla="*/ 3505835 w 12192000"/>
              <a:gd name="connsiteY225" fmla="*/ 46077 h 4999978"/>
              <a:gd name="connsiteX226" fmla="*/ 3511410 w 12192000"/>
              <a:gd name="connsiteY226" fmla="*/ 44808 h 4999978"/>
              <a:gd name="connsiteX227" fmla="*/ 3519598 w 12192000"/>
              <a:gd name="connsiteY227" fmla="*/ 44683 h 4999978"/>
              <a:gd name="connsiteX228" fmla="*/ 3519807 w 12192000"/>
              <a:gd name="connsiteY228" fmla="*/ 44938 h 4999978"/>
              <a:gd name="connsiteX229" fmla="*/ 3527466 w 12192000"/>
              <a:gd name="connsiteY229" fmla="*/ 44316 h 4999978"/>
              <a:gd name="connsiteX230" fmla="*/ 3564889 w 12192000"/>
              <a:gd name="connsiteY230" fmla="*/ 57394 h 4999978"/>
              <a:gd name="connsiteX231" fmla="*/ 3614922 w 12192000"/>
              <a:gd name="connsiteY231" fmla="*/ 61804 h 4999978"/>
              <a:gd name="connsiteX232" fmla="*/ 3635506 w 12192000"/>
              <a:gd name="connsiteY232" fmla="*/ 65718 h 4999978"/>
              <a:gd name="connsiteX233" fmla="*/ 3646525 w 12192000"/>
              <a:gd name="connsiteY233" fmla="*/ 69193 h 4999978"/>
              <a:gd name="connsiteX234" fmla="*/ 3647224 w 12192000"/>
              <a:gd name="connsiteY234" fmla="*/ 70303 h 4999978"/>
              <a:gd name="connsiteX235" fmla="*/ 3683100 w 12192000"/>
              <a:gd name="connsiteY235" fmla="*/ 64109 h 4999978"/>
              <a:gd name="connsiteX236" fmla="*/ 3687901 w 12192000"/>
              <a:gd name="connsiteY236" fmla="*/ 65372 h 4999978"/>
              <a:gd name="connsiteX237" fmla="*/ 3711234 w 12192000"/>
              <a:gd name="connsiteY237" fmla="*/ 58665 h 4999978"/>
              <a:gd name="connsiteX238" fmla="*/ 3723318 w 12192000"/>
              <a:gd name="connsiteY238" fmla="*/ 56625 h 4999978"/>
              <a:gd name="connsiteX239" fmla="*/ 3726677 w 12192000"/>
              <a:gd name="connsiteY239" fmla="*/ 53112 h 4999978"/>
              <a:gd name="connsiteX240" fmla="*/ 3744535 w 12192000"/>
              <a:gd name="connsiteY240" fmla="*/ 51590 h 4999978"/>
              <a:gd name="connsiteX241" fmla="*/ 3746608 w 12192000"/>
              <a:gd name="connsiteY241" fmla="*/ 52522 h 4999978"/>
              <a:gd name="connsiteX242" fmla="*/ 3761262 w 12192000"/>
              <a:gd name="connsiteY242" fmla="*/ 47147 h 4999978"/>
              <a:gd name="connsiteX243" fmla="*/ 3803931 w 12192000"/>
              <a:gd name="connsiteY243" fmla="*/ 49309 h 4999978"/>
              <a:gd name="connsiteX244" fmla="*/ 3925626 w 12192000"/>
              <a:gd name="connsiteY244" fmla="*/ 40301 h 4999978"/>
              <a:gd name="connsiteX245" fmla="*/ 4033324 w 12192000"/>
              <a:gd name="connsiteY245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41357 w 12192000"/>
              <a:gd name="connsiteY41" fmla="*/ 187975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67720 w 12192000"/>
              <a:gd name="connsiteY76" fmla="*/ 437721 h 4999978"/>
              <a:gd name="connsiteX77" fmla="*/ 7018394 w 12192000"/>
              <a:gd name="connsiteY77" fmla="*/ 466613 h 4999978"/>
              <a:gd name="connsiteX78" fmla="*/ 7024679 w 12192000"/>
              <a:gd name="connsiteY78" fmla="*/ 467750 h 4999978"/>
              <a:gd name="connsiteX79" fmla="*/ 7041715 w 12192000"/>
              <a:gd name="connsiteY79" fmla="*/ 465902 h 4999978"/>
              <a:gd name="connsiteX80" fmla="*/ 7048103 w 12192000"/>
              <a:gd name="connsiteY80" fmla="*/ 464392 h 4999978"/>
              <a:gd name="connsiteX81" fmla="*/ 7057490 w 12192000"/>
              <a:gd name="connsiteY81" fmla="*/ 463917 h 4999978"/>
              <a:gd name="connsiteX82" fmla="*/ 7057730 w 12192000"/>
              <a:gd name="connsiteY82" fmla="*/ 464165 h 4999978"/>
              <a:gd name="connsiteX83" fmla="*/ 7066511 w 12192000"/>
              <a:gd name="connsiteY83" fmla="*/ 463214 h 4999978"/>
              <a:gd name="connsiteX84" fmla="*/ 7109401 w 12192000"/>
              <a:gd name="connsiteY84" fmla="*/ 455268 h 4999978"/>
              <a:gd name="connsiteX85" fmla="*/ 7166830 w 12192000"/>
              <a:gd name="connsiteY85" fmla="*/ 477037 h 4999978"/>
              <a:gd name="connsiteX86" fmla="*/ 7190442 w 12192000"/>
              <a:gd name="connsiteY86" fmla="*/ 480090 h 4999978"/>
              <a:gd name="connsiteX87" fmla="*/ 7203083 w 12192000"/>
              <a:gd name="connsiteY87" fmla="*/ 483106 h 4999978"/>
              <a:gd name="connsiteX88" fmla="*/ 7203894 w 12192000"/>
              <a:gd name="connsiteY88" fmla="*/ 484190 h 4999978"/>
              <a:gd name="connsiteX89" fmla="*/ 7245004 w 12192000"/>
              <a:gd name="connsiteY89" fmla="*/ 476444 h 4999978"/>
              <a:gd name="connsiteX90" fmla="*/ 7250514 w 12192000"/>
              <a:gd name="connsiteY90" fmla="*/ 477506 h 4999978"/>
              <a:gd name="connsiteX91" fmla="*/ 7277246 w 12192000"/>
              <a:gd name="connsiteY91" fmla="*/ 469782 h 4999978"/>
              <a:gd name="connsiteX92" fmla="*/ 7291092 w 12192000"/>
              <a:gd name="connsiteY92" fmla="*/ 467217 h 4999978"/>
              <a:gd name="connsiteX93" fmla="*/ 7294933 w 12192000"/>
              <a:gd name="connsiteY93" fmla="*/ 463549 h 4999978"/>
              <a:gd name="connsiteX94" fmla="*/ 7315408 w 12192000"/>
              <a:gd name="connsiteY94" fmla="*/ 461260 h 4999978"/>
              <a:gd name="connsiteX95" fmla="*/ 7317786 w 12192000"/>
              <a:gd name="connsiteY95" fmla="*/ 462106 h 4999978"/>
              <a:gd name="connsiteX96" fmla="*/ 7334572 w 12192000"/>
              <a:gd name="connsiteY96" fmla="*/ 456088 h 4999978"/>
              <a:gd name="connsiteX97" fmla="*/ 7348520 w 12192000"/>
              <a:gd name="connsiteY97" fmla="*/ 446050 h 4999978"/>
              <a:gd name="connsiteX98" fmla="*/ 7522997 w 12192000"/>
              <a:gd name="connsiteY98" fmla="*/ 442209 h 4999978"/>
              <a:gd name="connsiteX99" fmla="*/ 7686985 w 12192000"/>
              <a:gd name="connsiteY99" fmla="*/ 419805 h 4999978"/>
              <a:gd name="connsiteX100" fmla="*/ 7854068 w 12192000"/>
              <a:gd name="connsiteY100" fmla="*/ 409774 h 4999978"/>
              <a:gd name="connsiteX101" fmla="*/ 8034165 w 12192000"/>
              <a:gd name="connsiteY101" fmla="*/ 391699 h 4999978"/>
              <a:gd name="connsiteX102" fmla="*/ 8094381 w 12192000"/>
              <a:gd name="connsiteY102" fmla="*/ 395718 h 4999978"/>
              <a:gd name="connsiteX103" fmla="*/ 8146898 w 12192000"/>
              <a:gd name="connsiteY103" fmla="*/ 378558 h 4999978"/>
              <a:gd name="connsiteX104" fmla="*/ 8168993 w 12192000"/>
              <a:gd name="connsiteY104" fmla="*/ 384830 h 4999978"/>
              <a:gd name="connsiteX105" fmla="*/ 8172809 w 12192000"/>
              <a:gd name="connsiteY105" fmla="*/ 386137 h 4999978"/>
              <a:gd name="connsiteX106" fmla="*/ 8187962 w 12192000"/>
              <a:gd name="connsiteY106" fmla="*/ 386433 h 4999978"/>
              <a:gd name="connsiteX107" fmla="*/ 8192382 w 12192000"/>
              <a:gd name="connsiteY107" fmla="*/ 392692 h 4999978"/>
              <a:gd name="connsiteX108" fmla="*/ 8375192 w 12192000"/>
              <a:gd name="connsiteY108" fmla="*/ 383879 h 4999978"/>
              <a:gd name="connsiteX109" fmla="*/ 8454377 w 12192000"/>
              <a:gd name="connsiteY109" fmla="*/ 380331 h 4999978"/>
              <a:gd name="connsiteX110" fmla="*/ 8484740 w 12192000"/>
              <a:gd name="connsiteY110" fmla="*/ 385159 h 4999978"/>
              <a:gd name="connsiteX111" fmla="*/ 8601673 w 12192000"/>
              <a:gd name="connsiteY111" fmla="*/ 397101 h 4999978"/>
              <a:gd name="connsiteX112" fmla="*/ 8701676 w 12192000"/>
              <a:gd name="connsiteY112" fmla="*/ 401351 h 4999978"/>
              <a:gd name="connsiteX113" fmla="*/ 8773288 w 12192000"/>
              <a:gd name="connsiteY113" fmla="*/ 378077 h 4999978"/>
              <a:gd name="connsiteX114" fmla="*/ 8779909 w 12192000"/>
              <a:gd name="connsiteY114" fmla="*/ 382446 h 4999978"/>
              <a:gd name="connsiteX115" fmla="*/ 8829932 w 12192000"/>
              <a:gd name="connsiteY115" fmla="*/ 379243 h 4999978"/>
              <a:gd name="connsiteX116" fmla="*/ 9003386 w 12192000"/>
              <a:gd name="connsiteY116" fmla="*/ 336242 h 4999978"/>
              <a:gd name="connsiteX117" fmla="*/ 9101185 w 12192000"/>
              <a:gd name="connsiteY117" fmla="*/ 330862 h 4999978"/>
              <a:gd name="connsiteX118" fmla="*/ 9136185 w 12192000"/>
              <a:gd name="connsiteY118" fmla="*/ 334078 h 4999978"/>
              <a:gd name="connsiteX119" fmla="*/ 9194801 w 12192000"/>
              <a:gd name="connsiteY119" fmla="*/ 339149 h 4999978"/>
              <a:gd name="connsiteX120" fmla="*/ 9239316 w 12192000"/>
              <a:gd name="connsiteY120" fmla="*/ 355558 h 4999978"/>
              <a:gd name="connsiteX121" fmla="*/ 9288052 w 12192000"/>
              <a:gd name="connsiteY121" fmla="*/ 354796 h 4999978"/>
              <a:gd name="connsiteX122" fmla="*/ 9298465 w 12192000"/>
              <a:gd name="connsiteY122" fmla="*/ 338296 h 4999978"/>
              <a:gd name="connsiteX123" fmla="*/ 9350892 w 12192000"/>
              <a:gd name="connsiteY123" fmla="*/ 342778 h 4999978"/>
              <a:gd name="connsiteX124" fmla="*/ 9430522 w 12192000"/>
              <a:gd name="connsiteY124" fmla="*/ 351368 h 4999978"/>
              <a:gd name="connsiteX125" fmla="*/ 9476215 w 12192000"/>
              <a:gd name="connsiteY125" fmla="*/ 352107 h 4999978"/>
              <a:gd name="connsiteX126" fmla="*/ 9601276 w 12192000"/>
              <a:gd name="connsiteY126" fmla="*/ 358704 h 4999978"/>
              <a:gd name="connsiteX127" fmla="*/ 9726733 w 12192000"/>
              <a:gd name="connsiteY127" fmla="*/ 368801 h 4999978"/>
              <a:gd name="connsiteX128" fmla="*/ 9802144 w 12192000"/>
              <a:gd name="connsiteY128" fmla="*/ 394479 h 4999978"/>
              <a:gd name="connsiteX129" fmla="*/ 9905153 w 12192000"/>
              <a:gd name="connsiteY129" fmla="*/ 400650 h 4999978"/>
              <a:gd name="connsiteX130" fmla="*/ 9922553 w 12192000"/>
              <a:gd name="connsiteY130" fmla="*/ 404569 h 4999978"/>
              <a:gd name="connsiteX131" fmla="*/ 10044658 w 12192000"/>
              <a:gd name="connsiteY131" fmla="*/ 418077 h 4999978"/>
              <a:gd name="connsiteX132" fmla="*/ 10184585 w 12192000"/>
              <a:gd name="connsiteY132" fmla="*/ 407138 h 4999978"/>
              <a:gd name="connsiteX133" fmla="*/ 10366435 w 12192000"/>
              <a:gd name="connsiteY133" fmla="*/ 462428 h 4999978"/>
              <a:gd name="connsiteX134" fmla="*/ 10688220 w 12192000"/>
              <a:gd name="connsiteY134" fmla="*/ 542258 h 4999978"/>
              <a:gd name="connsiteX135" fmla="*/ 11026690 w 12192000"/>
              <a:gd name="connsiteY135" fmla="*/ 550681 h 4999978"/>
              <a:gd name="connsiteX136" fmla="*/ 11113779 w 12192000"/>
              <a:gd name="connsiteY136" fmla="*/ 533868 h 4999978"/>
              <a:gd name="connsiteX137" fmla="*/ 11369556 w 12192000"/>
              <a:gd name="connsiteY137" fmla="*/ 491719 h 4999978"/>
              <a:gd name="connsiteX138" fmla="*/ 11623342 w 12192000"/>
              <a:gd name="connsiteY138" fmla="*/ 388428 h 4999978"/>
              <a:gd name="connsiteX139" fmla="*/ 11786511 w 12192000"/>
              <a:gd name="connsiteY139" fmla="*/ 358390 h 4999978"/>
              <a:gd name="connsiteX140" fmla="*/ 11862577 w 12192000"/>
              <a:gd name="connsiteY140" fmla="*/ 330549 h 4999978"/>
              <a:gd name="connsiteX141" fmla="*/ 11916612 w 12192000"/>
              <a:gd name="connsiteY141" fmla="*/ 323810 h 4999978"/>
              <a:gd name="connsiteX142" fmla="*/ 11948830 w 12192000"/>
              <a:gd name="connsiteY142" fmla="*/ 318062 h 4999978"/>
              <a:gd name="connsiteX143" fmla="*/ 12001583 w 12192000"/>
              <a:gd name="connsiteY143" fmla="*/ 279643 h 4999978"/>
              <a:gd name="connsiteX144" fmla="*/ 12174977 w 12192000"/>
              <a:gd name="connsiteY144" fmla="*/ 264652 h 4999978"/>
              <a:gd name="connsiteX145" fmla="*/ 12192000 w 12192000"/>
              <a:gd name="connsiteY145" fmla="*/ 256549 h 4999978"/>
              <a:gd name="connsiteX146" fmla="*/ 12192000 w 12192000"/>
              <a:gd name="connsiteY146" fmla="*/ 4999978 h 4999978"/>
              <a:gd name="connsiteX147" fmla="*/ 0 w 12192000"/>
              <a:gd name="connsiteY147" fmla="*/ 4999978 h 4999978"/>
              <a:gd name="connsiteX148" fmla="*/ 0 w 12192000"/>
              <a:gd name="connsiteY148" fmla="*/ 617449 h 4999978"/>
              <a:gd name="connsiteX149" fmla="*/ 11075 w 12192000"/>
              <a:gd name="connsiteY149" fmla="*/ 615178 h 4999978"/>
              <a:gd name="connsiteX150" fmla="*/ 44061 w 12192000"/>
              <a:gd name="connsiteY150" fmla="*/ 608596 h 4999978"/>
              <a:gd name="connsiteX151" fmla="*/ 136694 w 12192000"/>
              <a:gd name="connsiteY151" fmla="*/ 556415 h 4999978"/>
              <a:gd name="connsiteX152" fmla="*/ 170342 w 12192000"/>
              <a:gd name="connsiteY152" fmla="*/ 551077 h 4999978"/>
              <a:gd name="connsiteX153" fmla="*/ 168955 w 12192000"/>
              <a:gd name="connsiteY153" fmla="*/ 542164 h 4999978"/>
              <a:gd name="connsiteX154" fmla="*/ 181474 w 12192000"/>
              <a:gd name="connsiteY154" fmla="*/ 541281 h 4999978"/>
              <a:gd name="connsiteX155" fmla="*/ 209440 w 12192000"/>
              <a:gd name="connsiteY155" fmla="*/ 540561 h 4999978"/>
              <a:gd name="connsiteX156" fmla="*/ 293152 w 12192000"/>
              <a:gd name="connsiteY156" fmla="*/ 536576 h 4999978"/>
              <a:gd name="connsiteX157" fmla="*/ 315693 w 12192000"/>
              <a:gd name="connsiteY157" fmla="*/ 519030 h 4999978"/>
              <a:gd name="connsiteX158" fmla="*/ 337305 w 12192000"/>
              <a:gd name="connsiteY158" fmla="*/ 518372 h 4999978"/>
              <a:gd name="connsiteX159" fmla="*/ 462252 w 12192000"/>
              <a:gd name="connsiteY159" fmla="*/ 493151 h 4999978"/>
              <a:gd name="connsiteX160" fmla="*/ 479457 w 12192000"/>
              <a:gd name="connsiteY160" fmla="*/ 491123 h 4999978"/>
              <a:gd name="connsiteX161" fmla="*/ 488653 w 12192000"/>
              <a:gd name="connsiteY161" fmla="*/ 483257 h 4999978"/>
              <a:gd name="connsiteX162" fmla="*/ 522053 w 12192000"/>
              <a:gd name="connsiteY162" fmla="*/ 481125 h 4999978"/>
              <a:gd name="connsiteX163" fmla="*/ 523520 w 12192000"/>
              <a:gd name="connsiteY163" fmla="*/ 476713 h 4999978"/>
              <a:gd name="connsiteX164" fmla="*/ 632714 w 12192000"/>
              <a:gd name="connsiteY164" fmla="*/ 437101 h 4999978"/>
              <a:gd name="connsiteX165" fmla="*/ 651426 w 12192000"/>
              <a:gd name="connsiteY165" fmla="*/ 430544 h 4999978"/>
              <a:gd name="connsiteX166" fmla="*/ 667724 w 12192000"/>
              <a:gd name="connsiteY166" fmla="*/ 432138 h 4999978"/>
              <a:gd name="connsiteX167" fmla="*/ 757679 w 12192000"/>
              <a:gd name="connsiteY167" fmla="*/ 425145 h 4999978"/>
              <a:gd name="connsiteX168" fmla="*/ 779159 w 12192000"/>
              <a:gd name="connsiteY168" fmla="*/ 428059 h 4999978"/>
              <a:gd name="connsiteX169" fmla="*/ 788293 w 12192000"/>
              <a:gd name="connsiteY169" fmla="*/ 434863 h 4999978"/>
              <a:gd name="connsiteX170" fmla="*/ 822923 w 12192000"/>
              <a:gd name="connsiteY170" fmla="*/ 421074 h 4999978"/>
              <a:gd name="connsiteX171" fmla="*/ 876559 w 12192000"/>
              <a:gd name="connsiteY171" fmla="*/ 411088 h 4999978"/>
              <a:gd name="connsiteX172" fmla="*/ 902011 w 12192000"/>
              <a:gd name="connsiteY172" fmla="*/ 404118 h 4999978"/>
              <a:gd name="connsiteX173" fmla="*/ 922715 w 12192000"/>
              <a:gd name="connsiteY173" fmla="*/ 407699 h 4999978"/>
              <a:gd name="connsiteX174" fmla="*/ 1040139 w 12192000"/>
              <a:gd name="connsiteY174" fmla="*/ 406590 h 4999978"/>
              <a:gd name="connsiteX175" fmla="*/ 1067251 w 12192000"/>
              <a:gd name="connsiteY175" fmla="*/ 412384 h 4999978"/>
              <a:gd name="connsiteX176" fmla="*/ 1080272 w 12192000"/>
              <a:gd name="connsiteY176" fmla="*/ 424669 h 4999978"/>
              <a:gd name="connsiteX177" fmla="*/ 1090219 w 12192000"/>
              <a:gd name="connsiteY177" fmla="*/ 420026 h 4999978"/>
              <a:gd name="connsiteX178" fmla="*/ 1161226 w 12192000"/>
              <a:gd name="connsiteY178" fmla="*/ 418304 h 4999978"/>
              <a:gd name="connsiteX179" fmla="*/ 1207525 w 12192000"/>
              <a:gd name="connsiteY179" fmla="*/ 416039 h 4999978"/>
              <a:gd name="connsiteX180" fmla="*/ 1295331 w 12192000"/>
              <a:gd name="connsiteY180" fmla="*/ 402182 h 4999978"/>
              <a:gd name="connsiteX181" fmla="*/ 1347118 w 12192000"/>
              <a:gd name="connsiteY181" fmla="*/ 399704 h 4999978"/>
              <a:gd name="connsiteX182" fmla="*/ 1378108 w 12192000"/>
              <a:gd name="connsiteY182" fmla="*/ 398410 h 4999978"/>
              <a:gd name="connsiteX183" fmla="*/ 1459192 w 12192000"/>
              <a:gd name="connsiteY183" fmla="*/ 380919 h 4999978"/>
              <a:gd name="connsiteX184" fmla="*/ 1590120 w 12192000"/>
              <a:gd name="connsiteY184" fmla="*/ 317608 h 4999978"/>
              <a:gd name="connsiteX185" fmla="*/ 1631417 w 12192000"/>
              <a:gd name="connsiteY185" fmla="*/ 308227 h 4999978"/>
              <a:gd name="connsiteX186" fmla="*/ 1638727 w 12192000"/>
              <a:gd name="connsiteY186" fmla="*/ 311610 h 4999978"/>
              <a:gd name="connsiteX187" fmla="*/ 1844438 w 12192000"/>
              <a:gd name="connsiteY187" fmla="*/ 271304 h 4999978"/>
              <a:gd name="connsiteX188" fmla="*/ 1881324 w 12192000"/>
              <a:gd name="connsiteY188" fmla="*/ 268497 h 4999978"/>
              <a:gd name="connsiteX189" fmla="*/ 1908999 w 12192000"/>
              <a:gd name="connsiteY189" fmla="*/ 269338 h 4999978"/>
              <a:gd name="connsiteX190" fmla="*/ 1974956 w 12192000"/>
              <a:gd name="connsiteY190" fmla="*/ 255958 h 4999978"/>
              <a:gd name="connsiteX191" fmla="*/ 2082409 w 12192000"/>
              <a:gd name="connsiteY191" fmla="*/ 227290 h 4999978"/>
              <a:gd name="connsiteX192" fmla="*/ 2105639 w 12192000"/>
              <a:gd name="connsiteY192" fmla="*/ 222648 h 4999978"/>
              <a:gd name="connsiteX193" fmla="*/ 2126992 w 12192000"/>
              <a:gd name="connsiteY193" fmla="*/ 224468 h 4999978"/>
              <a:gd name="connsiteX194" fmla="*/ 2133154 w 12192000"/>
              <a:gd name="connsiteY194" fmla="*/ 229952 h 4999978"/>
              <a:gd name="connsiteX195" fmla="*/ 2146154 w 12192000"/>
              <a:gd name="connsiteY195" fmla="*/ 228332 h 4999978"/>
              <a:gd name="connsiteX196" fmla="*/ 2149901 w 12192000"/>
              <a:gd name="connsiteY196" fmla="*/ 229116 h 4999978"/>
              <a:gd name="connsiteX197" fmla="*/ 2171100 w 12192000"/>
              <a:gd name="connsiteY197" fmla="*/ 232389 h 4999978"/>
              <a:gd name="connsiteX198" fmla="*/ 2209148 w 12192000"/>
              <a:gd name="connsiteY198" fmla="*/ 209225 h 4999978"/>
              <a:gd name="connsiteX199" fmla="*/ 2261889 w 12192000"/>
              <a:gd name="connsiteY199" fmla="*/ 205532 h 4999978"/>
              <a:gd name="connsiteX200" fmla="*/ 2452315 w 12192000"/>
              <a:gd name="connsiteY200" fmla="*/ 152899 h 4999978"/>
              <a:gd name="connsiteX201" fmla="*/ 2495330 w 12192000"/>
              <a:gd name="connsiteY201" fmla="*/ 142101 h 4999978"/>
              <a:gd name="connsiteX202" fmla="*/ 2665623 w 12192000"/>
              <a:gd name="connsiteY202" fmla="*/ 96394 h 4999978"/>
              <a:gd name="connsiteX203" fmla="*/ 2763332 w 12192000"/>
              <a:gd name="connsiteY203" fmla="*/ 74831 h 4999978"/>
              <a:gd name="connsiteX204" fmla="*/ 2843870 w 12192000"/>
              <a:gd name="connsiteY204" fmla="*/ 47507 h 4999978"/>
              <a:gd name="connsiteX205" fmla="*/ 2862745 w 12192000"/>
              <a:gd name="connsiteY205" fmla="*/ 43242 h 4999978"/>
              <a:gd name="connsiteX206" fmla="*/ 2864596 w 12192000"/>
              <a:gd name="connsiteY206" fmla="*/ 39218 h 4999978"/>
              <a:gd name="connsiteX207" fmla="*/ 2875381 w 12192000"/>
              <a:gd name="connsiteY207" fmla="*/ 35003 h 4999978"/>
              <a:gd name="connsiteX208" fmla="*/ 2895139 w 12192000"/>
              <a:gd name="connsiteY208" fmla="*/ 24186 h 4999978"/>
              <a:gd name="connsiteX209" fmla="*/ 2932205 w 12192000"/>
              <a:gd name="connsiteY209" fmla="*/ 11873 h 4999978"/>
              <a:gd name="connsiteX210" fmla="*/ 2933310 w 12192000"/>
              <a:gd name="connsiteY210" fmla="*/ 12816 h 4999978"/>
              <a:gd name="connsiteX211" fmla="*/ 2945218 w 12192000"/>
              <a:gd name="connsiteY211" fmla="*/ 14141 h 4999978"/>
              <a:gd name="connsiteX212" fmla="*/ 2966465 w 12192000"/>
              <a:gd name="connsiteY212" fmla="*/ 14117 h 4999978"/>
              <a:gd name="connsiteX213" fmla="*/ 3016048 w 12192000"/>
              <a:gd name="connsiteY213" fmla="*/ 12381 h 4999978"/>
              <a:gd name="connsiteX214" fmla="*/ 3057077 w 12192000"/>
              <a:gd name="connsiteY214" fmla="*/ 14845 h 4999978"/>
              <a:gd name="connsiteX215" fmla="*/ 3148105 w 12192000"/>
              <a:gd name="connsiteY215" fmla="*/ 30648 h 4999978"/>
              <a:gd name="connsiteX216" fmla="*/ 3251671 w 12192000"/>
              <a:gd name="connsiteY216" fmla="*/ 31575 h 4999978"/>
              <a:gd name="connsiteX217" fmla="*/ 3351400 w 12192000"/>
              <a:gd name="connsiteY217" fmla="*/ 32687 h 4999978"/>
              <a:gd name="connsiteX218" fmla="*/ 3387481 w 12192000"/>
              <a:gd name="connsiteY218" fmla="*/ 31443 h 4999978"/>
              <a:gd name="connsiteX219" fmla="*/ 3451923 w 12192000"/>
              <a:gd name="connsiteY219" fmla="*/ 36482 h 4999978"/>
              <a:gd name="connsiteX220" fmla="*/ 3481520 w 12192000"/>
              <a:gd name="connsiteY220" fmla="*/ 43287 h 4999978"/>
              <a:gd name="connsiteX221" fmla="*/ 3482804 w 12192000"/>
              <a:gd name="connsiteY221" fmla="*/ 42812 h 4999978"/>
              <a:gd name="connsiteX222" fmla="*/ 3485495 w 12192000"/>
              <a:gd name="connsiteY222" fmla="*/ 45921 h 4999978"/>
              <a:gd name="connsiteX223" fmla="*/ 3490972 w 12192000"/>
              <a:gd name="connsiteY223" fmla="*/ 47286 h 4999978"/>
              <a:gd name="connsiteX224" fmla="*/ 3505835 w 12192000"/>
              <a:gd name="connsiteY224" fmla="*/ 46077 h 4999978"/>
              <a:gd name="connsiteX225" fmla="*/ 3511410 w 12192000"/>
              <a:gd name="connsiteY225" fmla="*/ 44808 h 4999978"/>
              <a:gd name="connsiteX226" fmla="*/ 3519598 w 12192000"/>
              <a:gd name="connsiteY226" fmla="*/ 44683 h 4999978"/>
              <a:gd name="connsiteX227" fmla="*/ 3519807 w 12192000"/>
              <a:gd name="connsiteY227" fmla="*/ 44938 h 4999978"/>
              <a:gd name="connsiteX228" fmla="*/ 3527466 w 12192000"/>
              <a:gd name="connsiteY228" fmla="*/ 44316 h 4999978"/>
              <a:gd name="connsiteX229" fmla="*/ 3564889 w 12192000"/>
              <a:gd name="connsiteY229" fmla="*/ 57394 h 4999978"/>
              <a:gd name="connsiteX230" fmla="*/ 3614922 w 12192000"/>
              <a:gd name="connsiteY230" fmla="*/ 61804 h 4999978"/>
              <a:gd name="connsiteX231" fmla="*/ 3635506 w 12192000"/>
              <a:gd name="connsiteY231" fmla="*/ 65718 h 4999978"/>
              <a:gd name="connsiteX232" fmla="*/ 3646525 w 12192000"/>
              <a:gd name="connsiteY232" fmla="*/ 69193 h 4999978"/>
              <a:gd name="connsiteX233" fmla="*/ 3647224 w 12192000"/>
              <a:gd name="connsiteY233" fmla="*/ 70303 h 4999978"/>
              <a:gd name="connsiteX234" fmla="*/ 3683100 w 12192000"/>
              <a:gd name="connsiteY234" fmla="*/ 64109 h 4999978"/>
              <a:gd name="connsiteX235" fmla="*/ 3687901 w 12192000"/>
              <a:gd name="connsiteY235" fmla="*/ 65372 h 4999978"/>
              <a:gd name="connsiteX236" fmla="*/ 3711234 w 12192000"/>
              <a:gd name="connsiteY236" fmla="*/ 58665 h 4999978"/>
              <a:gd name="connsiteX237" fmla="*/ 3723318 w 12192000"/>
              <a:gd name="connsiteY237" fmla="*/ 56625 h 4999978"/>
              <a:gd name="connsiteX238" fmla="*/ 3726677 w 12192000"/>
              <a:gd name="connsiteY238" fmla="*/ 53112 h 4999978"/>
              <a:gd name="connsiteX239" fmla="*/ 3744535 w 12192000"/>
              <a:gd name="connsiteY239" fmla="*/ 51590 h 4999978"/>
              <a:gd name="connsiteX240" fmla="*/ 3746608 w 12192000"/>
              <a:gd name="connsiteY240" fmla="*/ 52522 h 4999978"/>
              <a:gd name="connsiteX241" fmla="*/ 3761262 w 12192000"/>
              <a:gd name="connsiteY241" fmla="*/ 47147 h 4999978"/>
              <a:gd name="connsiteX242" fmla="*/ 3803931 w 12192000"/>
              <a:gd name="connsiteY242" fmla="*/ 49309 h 4999978"/>
              <a:gd name="connsiteX243" fmla="*/ 3925626 w 12192000"/>
              <a:gd name="connsiteY243" fmla="*/ 40301 h 4999978"/>
              <a:gd name="connsiteX244" fmla="*/ 4033324 w 12192000"/>
              <a:gd name="connsiteY244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67720 w 12192000"/>
              <a:gd name="connsiteY76" fmla="*/ 437721 h 4999978"/>
              <a:gd name="connsiteX77" fmla="*/ 7018394 w 12192000"/>
              <a:gd name="connsiteY77" fmla="*/ 466613 h 4999978"/>
              <a:gd name="connsiteX78" fmla="*/ 7024679 w 12192000"/>
              <a:gd name="connsiteY78" fmla="*/ 467750 h 4999978"/>
              <a:gd name="connsiteX79" fmla="*/ 7041715 w 12192000"/>
              <a:gd name="connsiteY79" fmla="*/ 465902 h 4999978"/>
              <a:gd name="connsiteX80" fmla="*/ 7048103 w 12192000"/>
              <a:gd name="connsiteY80" fmla="*/ 464392 h 4999978"/>
              <a:gd name="connsiteX81" fmla="*/ 7057490 w 12192000"/>
              <a:gd name="connsiteY81" fmla="*/ 463917 h 4999978"/>
              <a:gd name="connsiteX82" fmla="*/ 7057730 w 12192000"/>
              <a:gd name="connsiteY82" fmla="*/ 464165 h 4999978"/>
              <a:gd name="connsiteX83" fmla="*/ 7066511 w 12192000"/>
              <a:gd name="connsiteY83" fmla="*/ 463214 h 4999978"/>
              <a:gd name="connsiteX84" fmla="*/ 7109401 w 12192000"/>
              <a:gd name="connsiteY84" fmla="*/ 455268 h 4999978"/>
              <a:gd name="connsiteX85" fmla="*/ 7166830 w 12192000"/>
              <a:gd name="connsiteY85" fmla="*/ 477037 h 4999978"/>
              <a:gd name="connsiteX86" fmla="*/ 7190442 w 12192000"/>
              <a:gd name="connsiteY86" fmla="*/ 480090 h 4999978"/>
              <a:gd name="connsiteX87" fmla="*/ 7203083 w 12192000"/>
              <a:gd name="connsiteY87" fmla="*/ 483106 h 4999978"/>
              <a:gd name="connsiteX88" fmla="*/ 7203894 w 12192000"/>
              <a:gd name="connsiteY88" fmla="*/ 484190 h 4999978"/>
              <a:gd name="connsiteX89" fmla="*/ 7245004 w 12192000"/>
              <a:gd name="connsiteY89" fmla="*/ 476444 h 4999978"/>
              <a:gd name="connsiteX90" fmla="*/ 7250514 w 12192000"/>
              <a:gd name="connsiteY90" fmla="*/ 477506 h 4999978"/>
              <a:gd name="connsiteX91" fmla="*/ 7277246 w 12192000"/>
              <a:gd name="connsiteY91" fmla="*/ 469782 h 4999978"/>
              <a:gd name="connsiteX92" fmla="*/ 7291092 w 12192000"/>
              <a:gd name="connsiteY92" fmla="*/ 467217 h 4999978"/>
              <a:gd name="connsiteX93" fmla="*/ 7294933 w 12192000"/>
              <a:gd name="connsiteY93" fmla="*/ 463549 h 4999978"/>
              <a:gd name="connsiteX94" fmla="*/ 7315408 w 12192000"/>
              <a:gd name="connsiteY94" fmla="*/ 461260 h 4999978"/>
              <a:gd name="connsiteX95" fmla="*/ 7317786 w 12192000"/>
              <a:gd name="connsiteY95" fmla="*/ 462106 h 4999978"/>
              <a:gd name="connsiteX96" fmla="*/ 7334572 w 12192000"/>
              <a:gd name="connsiteY96" fmla="*/ 456088 h 4999978"/>
              <a:gd name="connsiteX97" fmla="*/ 7348520 w 12192000"/>
              <a:gd name="connsiteY97" fmla="*/ 446050 h 4999978"/>
              <a:gd name="connsiteX98" fmla="*/ 7522997 w 12192000"/>
              <a:gd name="connsiteY98" fmla="*/ 442209 h 4999978"/>
              <a:gd name="connsiteX99" fmla="*/ 7686985 w 12192000"/>
              <a:gd name="connsiteY99" fmla="*/ 419805 h 4999978"/>
              <a:gd name="connsiteX100" fmla="*/ 7854068 w 12192000"/>
              <a:gd name="connsiteY100" fmla="*/ 409774 h 4999978"/>
              <a:gd name="connsiteX101" fmla="*/ 8034165 w 12192000"/>
              <a:gd name="connsiteY101" fmla="*/ 391699 h 4999978"/>
              <a:gd name="connsiteX102" fmla="*/ 8094381 w 12192000"/>
              <a:gd name="connsiteY102" fmla="*/ 395718 h 4999978"/>
              <a:gd name="connsiteX103" fmla="*/ 8146898 w 12192000"/>
              <a:gd name="connsiteY103" fmla="*/ 378558 h 4999978"/>
              <a:gd name="connsiteX104" fmla="*/ 8168993 w 12192000"/>
              <a:gd name="connsiteY104" fmla="*/ 384830 h 4999978"/>
              <a:gd name="connsiteX105" fmla="*/ 8172809 w 12192000"/>
              <a:gd name="connsiteY105" fmla="*/ 386137 h 4999978"/>
              <a:gd name="connsiteX106" fmla="*/ 8187962 w 12192000"/>
              <a:gd name="connsiteY106" fmla="*/ 386433 h 4999978"/>
              <a:gd name="connsiteX107" fmla="*/ 8192382 w 12192000"/>
              <a:gd name="connsiteY107" fmla="*/ 392692 h 4999978"/>
              <a:gd name="connsiteX108" fmla="*/ 8375192 w 12192000"/>
              <a:gd name="connsiteY108" fmla="*/ 383879 h 4999978"/>
              <a:gd name="connsiteX109" fmla="*/ 8454377 w 12192000"/>
              <a:gd name="connsiteY109" fmla="*/ 380331 h 4999978"/>
              <a:gd name="connsiteX110" fmla="*/ 8484740 w 12192000"/>
              <a:gd name="connsiteY110" fmla="*/ 385159 h 4999978"/>
              <a:gd name="connsiteX111" fmla="*/ 8601673 w 12192000"/>
              <a:gd name="connsiteY111" fmla="*/ 397101 h 4999978"/>
              <a:gd name="connsiteX112" fmla="*/ 8701676 w 12192000"/>
              <a:gd name="connsiteY112" fmla="*/ 401351 h 4999978"/>
              <a:gd name="connsiteX113" fmla="*/ 8773288 w 12192000"/>
              <a:gd name="connsiteY113" fmla="*/ 378077 h 4999978"/>
              <a:gd name="connsiteX114" fmla="*/ 8779909 w 12192000"/>
              <a:gd name="connsiteY114" fmla="*/ 382446 h 4999978"/>
              <a:gd name="connsiteX115" fmla="*/ 8829932 w 12192000"/>
              <a:gd name="connsiteY115" fmla="*/ 379243 h 4999978"/>
              <a:gd name="connsiteX116" fmla="*/ 9003386 w 12192000"/>
              <a:gd name="connsiteY116" fmla="*/ 336242 h 4999978"/>
              <a:gd name="connsiteX117" fmla="*/ 9101185 w 12192000"/>
              <a:gd name="connsiteY117" fmla="*/ 330862 h 4999978"/>
              <a:gd name="connsiteX118" fmla="*/ 9136185 w 12192000"/>
              <a:gd name="connsiteY118" fmla="*/ 334078 h 4999978"/>
              <a:gd name="connsiteX119" fmla="*/ 9194801 w 12192000"/>
              <a:gd name="connsiteY119" fmla="*/ 339149 h 4999978"/>
              <a:gd name="connsiteX120" fmla="*/ 9239316 w 12192000"/>
              <a:gd name="connsiteY120" fmla="*/ 355558 h 4999978"/>
              <a:gd name="connsiteX121" fmla="*/ 9288052 w 12192000"/>
              <a:gd name="connsiteY121" fmla="*/ 354796 h 4999978"/>
              <a:gd name="connsiteX122" fmla="*/ 9298465 w 12192000"/>
              <a:gd name="connsiteY122" fmla="*/ 338296 h 4999978"/>
              <a:gd name="connsiteX123" fmla="*/ 9350892 w 12192000"/>
              <a:gd name="connsiteY123" fmla="*/ 342778 h 4999978"/>
              <a:gd name="connsiteX124" fmla="*/ 9430522 w 12192000"/>
              <a:gd name="connsiteY124" fmla="*/ 351368 h 4999978"/>
              <a:gd name="connsiteX125" fmla="*/ 9476215 w 12192000"/>
              <a:gd name="connsiteY125" fmla="*/ 352107 h 4999978"/>
              <a:gd name="connsiteX126" fmla="*/ 9601276 w 12192000"/>
              <a:gd name="connsiteY126" fmla="*/ 358704 h 4999978"/>
              <a:gd name="connsiteX127" fmla="*/ 9726733 w 12192000"/>
              <a:gd name="connsiteY127" fmla="*/ 368801 h 4999978"/>
              <a:gd name="connsiteX128" fmla="*/ 9802144 w 12192000"/>
              <a:gd name="connsiteY128" fmla="*/ 394479 h 4999978"/>
              <a:gd name="connsiteX129" fmla="*/ 9905153 w 12192000"/>
              <a:gd name="connsiteY129" fmla="*/ 400650 h 4999978"/>
              <a:gd name="connsiteX130" fmla="*/ 9922553 w 12192000"/>
              <a:gd name="connsiteY130" fmla="*/ 404569 h 4999978"/>
              <a:gd name="connsiteX131" fmla="*/ 10044658 w 12192000"/>
              <a:gd name="connsiteY131" fmla="*/ 418077 h 4999978"/>
              <a:gd name="connsiteX132" fmla="*/ 10184585 w 12192000"/>
              <a:gd name="connsiteY132" fmla="*/ 407138 h 4999978"/>
              <a:gd name="connsiteX133" fmla="*/ 10366435 w 12192000"/>
              <a:gd name="connsiteY133" fmla="*/ 462428 h 4999978"/>
              <a:gd name="connsiteX134" fmla="*/ 10688220 w 12192000"/>
              <a:gd name="connsiteY134" fmla="*/ 542258 h 4999978"/>
              <a:gd name="connsiteX135" fmla="*/ 11026690 w 12192000"/>
              <a:gd name="connsiteY135" fmla="*/ 550681 h 4999978"/>
              <a:gd name="connsiteX136" fmla="*/ 11113779 w 12192000"/>
              <a:gd name="connsiteY136" fmla="*/ 533868 h 4999978"/>
              <a:gd name="connsiteX137" fmla="*/ 11369556 w 12192000"/>
              <a:gd name="connsiteY137" fmla="*/ 491719 h 4999978"/>
              <a:gd name="connsiteX138" fmla="*/ 11623342 w 12192000"/>
              <a:gd name="connsiteY138" fmla="*/ 388428 h 4999978"/>
              <a:gd name="connsiteX139" fmla="*/ 11786511 w 12192000"/>
              <a:gd name="connsiteY139" fmla="*/ 358390 h 4999978"/>
              <a:gd name="connsiteX140" fmla="*/ 11862577 w 12192000"/>
              <a:gd name="connsiteY140" fmla="*/ 330549 h 4999978"/>
              <a:gd name="connsiteX141" fmla="*/ 11916612 w 12192000"/>
              <a:gd name="connsiteY141" fmla="*/ 323810 h 4999978"/>
              <a:gd name="connsiteX142" fmla="*/ 11948830 w 12192000"/>
              <a:gd name="connsiteY142" fmla="*/ 318062 h 4999978"/>
              <a:gd name="connsiteX143" fmla="*/ 12001583 w 12192000"/>
              <a:gd name="connsiteY143" fmla="*/ 279643 h 4999978"/>
              <a:gd name="connsiteX144" fmla="*/ 12174977 w 12192000"/>
              <a:gd name="connsiteY144" fmla="*/ 264652 h 4999978"/>
              <a:gd name="connsiteX145" fmla="*/ 12192000 w 12192000"/>
              <a:gd name="connsiteY145" fmla="*/ 256549 h 4999978"/>
              <a:gd name="connsiteX146" fmla="*/ 12192000 w 12192000"/>
              <a:gd name="connsiteY146" fmla="*/ 4999978 h 4999978"/>
              <a:gd name="connsiteX147" fmla="*/ 0 w 12192000"/>
              <a:gd name="connsiteY147" fmla="*/ 4999978 h 4999978"/>
              <a:gd name="connsiteX148" fmla="*/ 0 w 12192000"/>
              <a:gd name="connsiteY148" fmla="*/ 617449 h 4999978"/>
              <a:gd name="connsiteX149" fmla="*/ 11075 w 12192000"/>
              <a:gd name="connsiteY149" fmla="*/ 615178 h 4999978"/>
              <a:gd name="connsiteX150" fmla="*/ 44061 w 12192000"/>
              <a:gd name="connsiteY150" fmla="*/ 608596 h 4999978"/>
              <a:gd name="connsiteX151" fmla="*/ 136694 w 12192000"/>
              <a:gd name="connsiteY151" fmla="*/ 556415 h 4999978"/>
              <a:gd name="connsiteX152" fmla="*/ 170342 w 12192000"/>
              <a:gd name="connsiteY152" fmla="*/ 551077 h 4999978"/>
              <a:gd name="connsiteX153" fmla="*/ 168955 w 12192000"/>
              <a:gd name="connsiteY153" fmla="*/ 542164 h 4999978"/>
              <a:gd name="connsiteX154" fmla="*/ 181474 w 12192000"/>
              <a:gd name="connsiteY154" fmla="*/ 541281 h 4999978"/>
              <a:gd name="connsiteX155" fmla="*/ 209440 w 12192000"/>
              <a:gd name="connsiteY155" fmla="*/ 540561 h 4999978"/>
              <a:gd name="connsiteX156" fmla="*/ 293152 w 12192000"/>
              <a:gd name="connsiteY156" fmla="*/ 536576 h 4999978"/>
              <a:gd name="connsiteX157" fmla="*/ 315693 w 12192000"/>
              <a:gd name="connsiteY157" fmla="*/ 519030 h 4999978"/>
              <a:gd name="connsiteX158" fmla="*/ 337305 w 12192000"/>
              <a:gd name="connsiteY158" fmla="*/ 518372 h 4999978"/>
              <a:gd name="connsiteX159" fmla="*/ 462252 w 12192000"/>
              <a:gd name="connsiteY159" fmla="*/ 493151 h 4999978"/>
              <a:gd name="connsiteX160" fmla="*/ 479457 w 12192000"/>
              <a:gd name="connsiteY160" fmla="*/ 491123 h 4999978"/>
              <a:gd name="connsiteX161" fmla="*/ 488653 w 12192000"/>
              <a:gd name="connsiteY161" fmla="*/ 483257 h 4999978"/>
              <a:gd name="connsiteX162" fmla="*/ 522053 w 12192000"/>
              <a:gd name="connsiteY162" fmla="*/ 481125 h 4999978"/>
              <a:gd name="connsiteX163" fmla="*/ 523520 w 12192000"/>
              <a:gd name="connsiteY163" fmla="*/ 476713 h 4999978"/>
              <a:gd name="connsiteX164" fmla="*/ 632714 w 12192000"/>
              <a:gd name="connsiteY164" fmla="*/ 437101 h 4999978"/>
              <a:gd name="connsiteX165" fmla="*/ 651426 w 12192000"/>
              <a:gd name="connsiteY165" fmla="*/ 430544 h 4999978"/>
              <a:gd name="connsiteX166" fmla="*/ 667724 w 12192000"/>
              <a:gd name="connsiteY166" fmla="*/ 432138 h 4999978"/>
              <a:gd name="connsiteX167" fmla="*/ 757679 w 12192000"/>
              <a:gd name="connsiteY167" fmla="*/ 425145 h 4999978"/>
              <a:gd name="connsiteX168" fmla="*/ 779159 w 12192000"/>
              <a:gd name="connsiteY168" fmla="*/ 428059 h 4999978"/>
              <a:gd name="connsiteX169" fmla="*/ 788293 w 12192000"/>
              <a:gd name="connsiteY169" fmla="*/ 434863 h 4999978"/>
              <a:gd name="connsiteX170" fmla="*/ 822923 w 12192000"/>
              <a:gd name="connsiteY170" fmla="*/ 421074 h 4999978"/>
              <a:gd name="connsiteX171" fmla="*/ 876559 w 12192000"/>
              <a:gd name="connsiteY171" fmla="*/ 411088 h 4999978"/>
              <a:gd name="connsiteX172" fmla="*/ 902011 w 12192000"/>
              <a:gd name="connsiteY172" fmla="*/ 404118 h 4999978"/>
              <a:gd name="connsiteX173" fmla="*/ 922715 w 12192000"/>
              <a:gd name="connsiteY173" fmla="*/ 407699 h 4999978"/>
              <a:gd name="connsiteX174" fmla="*/ 1040139 w 12192000"/>
              <a:gd name="connsiteY174" fmla="*/ 406590 h 4999978"/>
              <a:gd name="connsiteX175" fmla="*/ 1067251 w 12192000"/>
              <a:gd name="connsiteY175" fmla="*/ 412384 h 4999978"/>
              <a:gd name="connsiteX176" fmla="*/ 1080272 w 12192000"/>
              <a:gd name="connsiteY176" fmla="*/ 424669 h 4999978"/>
              <a:gd name="connsiteX177" fmla="*/ 1090219 w 12192000"/>
              <a:gd name="connsiteY177" fmla="*/ 420026 h 4999978"/>
              <a:gd name="connsiteX178" fmla="*/ 1161226 w 12192000"/>
              <a:gd name="connsiteY178" fmla="*/ 418304 h 4999978"/>
              <a:gd name="connsiteX179" fmla="*/ 1207525 w 12192000"/>
              <a:gd name="connsiteY179" fmla="*/ 416039 h 4999978"/>
              <a:gd name="connsiteX180" fmla="*/ 1295331 w 12192000"/>
              <a:gd name="connsiteY180" fmla="*/ 402182 h 4999978"/>
              <a:gd name="connsiteX181" fmla="*/ 1347118 w 12192000"/>
              <a:gd name="connsiteY181" fmla="*/ 399704 h 4999978"/>
              <a:gd name="connsiteX182" fmla="*/ 1378108 w 12192000"/>
              <a:gd name="connsiteY182" fmla="*/ 398410 h 4999978"/>
              <a:gd name="connsiteX183" fmla="*/ 1459192 w 12192000"/>
              <a:gd name="connsiteY183" fmla="*/ 380919 h 4999978"/>
              <a:gd name="connsiteX184" fmla="*/ 1590120 w 12192000"/>
              <a:gd name="connsiteY184" fmla="*/ 317608 h 4999978"/>
              <a:gd name="connsiteX185" fmla="*/ 1631417 w 12192000"/>
              <a:gd name="connsiteY185" fmla="*/ 308227 h 4999978"/>
              <a:gd name="connsiteX186" fmla="*/ 1638727 w 12192000"/>
              <a:gd name="connsiteY186" fmla="*/ 311610 h 4999978"/>
              <a:gd name="connsiteX187" fmla="*/ 1844438 w 12192000"/>
              <a:gd name="connsiteY187" fmla="*/ 271304 h 4999978"/>
              <a:gd name="connsiteX188" fmla="*/ 1881324 w 12192000"/>
              <a:gd name="connsiteY188" fmla="*/ 268497 h 4999978"/>
              <a:gd name="connsiteX189" fmla="*/ 1908999 w 12192000"/>
              <a:gd name="connsiteY189" fmla="*/ 269338 h 4999978"/>
              <a:gd name="connsiteX190" fmla="*/ 1974956 w 12192000"/>
              <a:gd name="connsiteY190" fmla="*/ 255958 h 4999978"/>
              <a:gd name="connsiteX191" fmla="*/ 2082409 w 12192000"/>
              <a:gd name="connsiteY191" fmla="*/ 227290 h 4999978"/>
              <a:gd name="connsiteX192" fmla="*/ 2105639 w 12192000"/>
              <a:gd name="connsiteY192" fmla="*/ 222648 h 4999978"/>
              <a:gd name="connsiteX193" fmla="*/ 2126992 w 12192000"/>
              <a:gd name="connsiteY193" fmla="*/ 224468 h 4999978"/>
              <a:gd name="connsiteX194" fmla="*/ 2133154 w 12192000"/>
              <a:gd name="connsiteY194" fmla="*/ 229952 h 4999978"/>
              <a:gd name="connsiteX195" fmla="*/ 2146154 w 12192000"/>
              <a:gd name="connsiteY195" fmla="*/ 228332 h 4999978"/>
              <a:gd name="connsiteX196" fmla="*/ 2149901 w 12192000"/>
              <a:gd name="connsiteY196" fmla="*/ 229116 h 4999978"/>
              <a:gd name="connsiteX197" fmla="*/ 2171100 w 12192000"/>
              <a:gd name="connsiteY197" fmla="*/ 232389 h 4999978"/>
              <a:gd name="connsiteX198" fmla="*/ 2209148 w 12192000"/>
              <a:gd name="connsiteY198" fmla="*/ 209225 h 4999978"/>
              <a:gd name="connsiteX199" fmla="*/ 2261889 w 12192000"/>
              <a:gd name="connsiteY199" fmla="*/ 205532 h 4999978"/>
              <a:gd name="connsiteX200" fmla="*/ 2452315 w 12192000"/>
              <a:gd name="connsiteY200" fmla="*/ 152899 h 4999978"/>
              <a:gd name="connsiteX201" fmla="*/ 2495330 w 12192000"/>
              <a:gd name="connsiteY201" fmla="*/ 142101 h 4999978"/>
              <a:gd name="connsiteX202" fmla="*/ 2665623 w 12192000"/>
              <a:gd name="connsiteY202" fmla="*/ 96394 h 4999978"/>
              <a:gd name="connsiteX203" fmla="*/ 2763332 w 12192000"/>
              <a:gd name="connsiteY203" fmla="*/ 74831 h 4999978"/>
              <a:gd name="connsiteX204" fmla="*/ 2843870 w 12192000"/>
              <a:gd name="connsiteY204" fmla="*/ 47507 h 4999978"/>
              <a:gd name="connsiteX205" fmla="*/ 2862745 w 12192000"/>
              <a:gd name="connsiteY205" fmla="*/ 43242 h 4999978"/>
              <a:gd name="connsiteX206" fmla="*/ 2864596 w 12192000"/>
              <a:gd name="connsiteY206" fmla="*/ 39218 h 4999978"/>
              <a:gd name="connsiteX207" fmla="*/ 2875381 w 12192000"/>
              <a:gd name="connsiteY207" fmla="*/ 35003 h 4999978"/>
              <a:gd name="connsiteX208" fmla="*/ 2895139 w 12192000"/>
              <a:gd name="connsiteY208" fmla="*/ 24186 h 4999978"/>
              <a:gd name="connsiteX209" fmla="*/ 2932205 w 12192000"/>
              <a:gd name="connsiteY209" fmla="*/ 11873 h 4999978"/>
              <a:gd name="connsiteX210" fmla="*/ 2933310 w 12192000"/>
              <a:gd name="connsiteY210" fmla="*/ 12816 h 4999978"/>
              <a:gd name="connsiteX211" fmla="*/ 2945218 w 12192000"/>
              <a:gd name="connsiteY211" fmla="*/ 14141 h 4999978"/>
              <a:gd name="connsiteX212" fmla="*/ 2966465 w 12192000"/>
              <a:gd name="connsiteY212" fmla="*/ 14117 h 4999978"/>
              <a:gd name="connsiteX213" fmla="*/ 3016048 w 12192000"/>
              <a:gd name="connsiteY213" fmla="*/ 12381 h 4999978"/>
              <a:gd name="connsiteX214" fmla="*/ 3057077 w 12192000"/>
              <a:gd name="connsiteY214" fmla="*/ 14845 h 4999978"/>
              <a:gd name="connsiteX215" fmla="*/ 3148105 w 12192000"/>
              <a:gd name="connsiteY215" fmla="*/ 30648 h 4999978"/>
              <a:gd name="connsiteX216" fmla="*/ 3251671 w 12192000"/>
              <a:gd name="connsiteY216" fmla="*/ 31575 h 4999978"/>
              <a:gd name="connsiteX217" fmla="*/ 3351400 w 12192000"/>
              <a:gd name="connsiteY217" fmla="*/ 32687 h 4999978"/>
              <a:gd name="connsiteX218" fmla="*/ 3387481 w 12192000"/>
              <a:gd name="connsiteY218" fmla="*/ 31443 h 4999978"/>
              <a:gd name="connsiteX219" fmla="*/ 3451923 w 12192000"/>
              <a:gd name="connsiteY219" fmla="*/ 36482 h 4999978"/>
              <a:gd name="connsiteX220" fmla="*/ 3481520 w 12192000"/>
              <a:gd name="connsiteY220" fmla="*/ 43287 h 4999978"/>
              <a:gd name="connsiteX221" fmla="*/ 3482804 w 12192000"/>
              <a:gd name="connsiteY221" fmla="*/ 42812 h 4999978"/>
              <a:gd name="connsiteX222" fmla="*/ 3485495 w 12192000"/>
              <a:gd name="connsiteY222" fmla="*/ 45921 h 4999978"/>
              <a:gd name="connsiteX223" fmla="*/ 3490972 w 12192000"/>
              <a:gd name="connsiteY223" fmla="*/ 47286 h 4999978"/>
              <a:gd name="connsiteX224" fmla="*/ 3505835 w 12192000"/>
              <a:gd name="connsiteY224" fmla="*/ 46077 h 4999978"/>
              <a:gd name="connsiteX225" fmla="*/ 3511410 w 12192000"/>
              <a:gd name="connsiteY225" fmla="*/ 44808 h 4999978"/>
              <a:gd name="connsiteX226" fmla="*/ 3519598 w 12192000"/>
              <a:gd name="connsiteY226" fmla="*/ 44683 h 4999978"/>
              <a:gd name="connsiteX227" fmla="*/ 3519807 w 12192000"/>
              <a:gd name="connsiteY227" fmla="*/ 44938 h 4999978"/>
              <a:gd name="connsiteX228" fmla="*/ 3527466 w 12192000"/>
              <a:gd name="connsiteY228" fmla="*/ 44316 h 4999978"/>
              <a:gd name="connsiteX229" fmla="*/ 3564889 w 12192000"/>
              <a:gd name="connsiteY229" fmla="*/ 57394 h 4999978"/>
              <a:gd name="connsiteX230" fmla="*/ 3614922 w 12192000"/>
              <a:gd name="connsiteY230" fmla="*/ 61804 h 4999978"/>
              <a:gd name="connsiteX231" fmla="*/ 3635506 w 12192000"/>
              <a:gd name="connsiteY231" fmla="*/ 65718 h 4999978"/>
              <a:gd name="connsiteX232" fmla="*/ 3646525 w 12192000"/>
              <a:gd name="connsiteY232" fmla="*/ 69193 h 4999978"/>
              <a:gd name="connsiteX233" fmla="*/ 3647224 w 12192000"/>
              <a:gd name="connsiteY233" fmla="*/ 70303 h 4999978"/>
              <a:gd name="connsiteX234" fmla="*/ 3683100 w 12192000"/>
              <a:gd name="connsiteY234" fmla="*/ 64109 h 4999978"/>
              <a:gd name="connsiteX235" fmla="*/ 3687901 w 12192000"/>
              <a:gd name="connsiteY235" fmla="*/ 65372 h 4999978"/>
              <a:gd name="connsiteX236" fmla="*/ 3711234 w 12192000"/>
              <a:gd name="connsiteY236" fmla="*/ 58665 h 4999978"/>
              <a:gd name="connsiteX237" fmla="*/ 3723318 w 12192000"/>
              <a:gd name="connsiteY237" fmla="*/ 56625 h 4999978"/>
              <a:gd name="connsiteX238" fmla="*/ 3726677 w 12192000"/>
              <a:gd name="connsiteY238" fmla="*/ 53112 h 4999978"/>
              <a:gd name="connsiteX239" fmla="*/ 3744535 w 12192000"/>
              <a:gd name="connsiteY239" fmla="*/ 51590 h 4999978"/>
              <a:gd name="connsiteX240" fmla="*/ 3746608 w 12192000"/>
              <a:gd name="connsiteY240" fmla="*/ 52522 h 4999978"/>
              <a:gd name="connsiteX241" fmla="*/ 3761262 w 12192000"/>
              <a:gd name="connsiteY241" fmla="*/ 47147 h 4999978"/>
              <a:gd name="connsiteX242" fmla="*/ 3803931 w 12192000"/>
              <a:gd name="connsiteY242" fmla="*/ 49309 h 4999978"/>
              <a:gd name="connsiteX243" fmla="*/ 3925626 w 12192000"/>
              <a:gd name="connsiteY243" fmla="*/ 40301 h 4999978"/>
              <a:gd name="connsiteX244" fmla="*/ 4033324 w 12192000"/>
              <a:gd name="connsiteY244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67720 w 12192000"/>
              <a:gd name="connsiteY76" fmla="*/ 437721 h 4999978"/>
              <a:gd name="connsiteX77" fmla="*/ 7018394 w 12192000"/>
              <a:gd name="connsiteY77" fmla="*/ 466613 h 4999978"/>
              <a:gd name="connsiteX78" fmla="*/ 7024679 w 12192000"/>
              <a:gd name="connsiteY78" fmla="*/ 467750 h 4999978"/>
              <a:gd name="connsiteX79" fmla="*/ 7041715 w 12192000"/>
              <a:gd name="connsiteY79" fmla="*/ 465902 h 4999978"/>
              <a:gd name="connsiteX80" fmla="*/ 7048103 w 12192000"/>
              <a:gd name="connsiteY80" fmla="*/ 464392 h 4999978"/>
              <a:gd name="connsiteX81" fmla="*/ 7057490 w 12192000"/>
              <a:gd name="connsiteY81" fmla="*/ 463917 h 4999978"/>
              <a:gd name="connsiteX82" fmla="*/ 7057730 w 12192000"/>
              <a:gd name="connsiteY82" fmla="*/ 464165 h 4999978"/>
              <a:gd name="connsiteX83" fmla="*/ 7066511 w 12192000"/>
              <a:gd name="connsiteY83" fmla="*/ 463214 h 4999978"/>
              <a:gd name="connsiteX84" fmla="*/ 7109401 w 12192000"/>
              <a:gd name="connsiteY84" fmla="*/ 455268 h 4999978"/>
              <a:gd name="connsiteX85" fmla="*/ 7166830 w 12192000"/>
              <a:gd name="connsiteY85" fmla="*/ 477037 h 4999978"/>
              <a:gd name="connsiteX86" fmla="*/ 7190442 w 12192000"/>
              <a:gd name="connsiteY86" fmla="*/ 480090 h 4999978"/>
              <a:gd name="connsiteX87" fmla="*/ 7203083 w 12192000"/>
              <a:gd name="connsiteY87" fmla="*/ 483106 h 4999978"/>
              <a:gd name="connsiteX88" fmla="*/ 7203894 w 12192000"/>
              <a:gd name="connsiteY88" fmla="*/ 484190 h 4999978"/>
              <a:gd name="connsiteX89" fmla="*/ 7245004 w 12192000"/>
              <a:gd name="connsiteY89" fmla="*/ 476444 h 4999978"/>
              <a:gd name="connsiteX90" fmla="*/ 7250514 w 12192000"/>
              <a:gd name="connsiteY90" fmla="*/ 477506 h 4999978"/>
              <a:gd name="connsiteX91" fmla="*/ 7277246 w 12192000"/>
              <a:gd name="connsiteY91" fmla="*/ 469782 h 4999978"/>
              <a:gd name="connsiteX92" fmla="*/ 7291092 w 12192000"/>
              <a:gd name="connsiteY92" fmla="*/ 467217 h 4999978"/>
              <a:gd name="connsiteX93" fmla="*/ 7294933 w 12192000"/>
              <a:gd name="connsiteY93" fmla="*/ 463549 h 4999978"/>
              <a:gd name="connsiteX94" fmla="*/ 7315408 w 12192000"/>
              <a:gd name="connsiteY94" fmla="*/ 461260 h 4999978"/>
              <a:gd name="connsiteX95" fmla="*/ 7317786 w 12192000"/>
              <a:gd name="connsiteY95" fmla="*/ 462106 h 4999978"/>
              <a:gd name="connsiteX96" fmla="*/ 7334572 w 12192000"/>
              <a:gd name="connsiteY96" fmla="*/ 456088 h 4999978"/>
              <a:gd name="connsiteX97" fmla="*/ 7375190 w 12192000"/>
              <a:gd name="connsiteY97" fmla="*/ 449931 h 4999978"/>
              <a:gd name="connsiteX98" fmla="*/ 7522997 w 12192000"/>
              <a:gd name="connsiteY98" fmla="*/ 442209 h 4999978"/>
              <a:gd name="connsiteX99" fmla="*/ 7686985 w 12192000"/>
              <a:gd name="connsiteY99" fmla="*/ 419805 h 4999978"/>
              <a:gd name="connsiteX100" fmla="*/ 7854068 w 12192000"/>
              <a:gd name="connsiteY100" fmla="*/ 409774 h 4999978"/>
              <a:gd name="connsiteX101" fmla="*/ 8034165 w 12192000"/>
              <a:gd name="connsiteY101" fmla="*/ 391699 h 4999978"/>
              <a:gd name="connsiteX102" fmla="*/ 8094381 w 12192000"/>
              <a:gd name="connsiteY102" fmla="*/ 395718 h 4999978"/>
              <a:gd name="connsiteX103" fmla="*/ 8146898 w 12192000"/>
              <a:gd name="connsiteY103" fmla="*/ 378558 h 4999978"/>
              <a:gd name="connsiteX104" fmla="*/ 8168993 w 12192000"/>
              <a:gd name="connsiteY104" fmla="*/ 384830 h 4999978"/>
              <a:gd name="connsiteX105" fmla="*/ 8172809 w 12192000"/>
              <a:gd name="connsiteY105" fmla="*/ 386137 h 4999978"/>
              <a:gd name="connsiteX106" fmla="*/ 8187962 w 12192000"/>
              <a:gd name="connsiteY106" fmla="*/ 386433 h 4999978"/>
              <a:gd name="connsiteX107" fmla="*/ 8192382 w 12192000"/>
              <a:gd name="connsiteY107" fmla="*/ 392692 h 4999978"/>
              <a:gd name="connsiteX108" fmla="*/ 8375192 w 12192000"/>
              <a:gd name="connsiteY108" fmla="*/ 383879 h 4999978"/>
              <a:gd name="connsiteX109" fmla="*/ 8454377 w 12192000"/>
              <a:gd name="connsiteY109" fmla="*/ 380331 h 4999978"/>
              <a:gd name="connsiteX110" fmla="*/ 8484740 w 12192000"/>
              <a:gd name="connsiteY110" fmla="*/ 385159 h 4999978"/>
              <a:gd name="connsiteX111" fmla="*/ 8601673 w 12192000"/>
              <a:gd name="connsiteY111" fmla="*/ 397101 h 4999978"/>
              <a:gd name="connsiteX112" fmla="*/ 8701676 w 12192000"/>
              <a:gd name="connsiteY112" fmla="*/ 401351 h 4999978"/>
              <a:gd name="connsiteX113" fmla="*/ 8773288 w 12192000"/>
              <a:gd name="connsiteY113" fmla="*/ 378077 h 4999978"/>
              <a:gd name="connsiteX114" fmla="*/ 8779909 w 12192000"/>
              <a:gd name="connsiteY114" fmla="*/ 382446 h 4999978"/>
              <a:gd name="connsiteX115" fmla="*/ 8829932 w 12192000"/>
              <a:gd name="connsiteY115" fmla="*/ 379243 h 4999978"/>
              <a:gd name="connsiteX116" fmla="*/ 9003386 w 12192000"/>
              <a:gd name="connsiteY116" fmla="*/ 336242 h 4999978"/>
              <a:gd name="connsiteX117" fmla="*/ 9101185 w 12192000"/>
              <a:gd name="connsiteY117" fmla="*/ 330862 h 4999978"/>
              <a:gd name="connsiteX118" fmla="*/ 9136185 w 12192000"/>
              <a:gd name="connsiteY118" fmla="*/ 334078 h 4999978"/>
              <a:gd name="connsiteX119" fmla="*/ 9194801 w 12192000"/>
              <a:gd name="connsiteY119" fmla="*/ 339149 h 4999978"/>
              <a:gd name="connsiteX120" fmla="*/ 9239316 w 12192000"/>
              <a:gd name="connsiteY120" fmla="*/ 355558 h 4999978"/>
              <a:gd name="connsiteX121" fmla="*/ 9288052 w 12192000"/>
              <a:gd name="connsiteY121" fmla="*/ 354796 h 4999978"/>
              <a:gd name="connsiteX122" fmla="*/ 9298465 w 12192000"/>
              <a:gd name="connsiteY122" fmla="*/ 338296 h 4999978"/>
              <a:gd name="connsiteX123" fmla="*/ 9350892 w 12192000"/>
              <a:gd name="connsiteY123" fmla="*/ 342778 h 4999978"/>
              <a:gd name="connsiteX124" fmla="*/ 9430522 w 12192000"/>
              <a:gd name="connsiteY124" fmla="*/ 351368 h 4999978"/>
              <a:gd name="connsiteX125" fmla="*/ 9476215 w 12192000"/>
              <a:gd name="connsiteY125" fmla="*/ 352107 h 4999978"/>
              <a:gd name="connsiteX126" fmla="*/ 9601276 w 12192000"/>
              <a:gd name="connsiteY126" fmla="*/ 358704 h 4999978"/>
              <a:gd name="connsiteX127" fmla="*/ 9726733 w 12192000"/>
              <a:gd name="connsiteY127" fmla="*/ 368801 h 4999978"/>
              <a:gd name="connsiteX128" fmla="*/ 9802144 w 12192000"/>
              <a:gd name="connsiteY128" fmla="*/ 394479 h 4999978"/>
              <a:gd name="connsiteX129" fmla="*/ 9905153 w 12192000"/>
              <a:gd name="connsiteY129" fmla="*/ 400650 h 4999978"/>
              <a:gd name="connsiteX130" fmla="*/ 9922553 w 12192000"/>
              <a:gd name="connsiteY130" fmla="*/ 404569 h 4999978"/>
              <a:gd name="connsiteX131" fmla="*/ 10044658 w 12192000"/>
              <a:gd name="connsiteY131" fmla="*/ 418077 h 4999978"/>
              <a:gd name="connsiteX132" fmla="*/ 10184585 w 12192000"/>
              <a:gd name="connsiteY132" fmla="*/ 407138 h 4999978"/>
              <a:gd name="connsiteX133" fmla="*/ 10366435 w 12192000"/>
              <a:gd name="connsiteY133" fmla="*/ 462428 h 4999978"/>
              <a:gd name="connsiteX134" fmla="*/ 10688220 w 12192000"/>
              <a:gd name="connsiteY134" fmla="*/ 542258 h 4999978"/>
              <a:gd name="connsiteX135" fmla="*/ 11026690 w 12192000"/>
              <a:gd name="connsiteY135" fmla="*/ 550681 h 4999978"/>
              <a:gd name="connsiteX136" fmla="*/ 11113779 w 12192000"/>
              <a:gd name="connsiteY136" fmla="*/ 533868 h 4999978"/>
              <a:gd name="connsiteX137" fmla="*/ 11369556 w 12192000"/>
              <a:gd name="connsiteY137" fmla="*/ 491719 h 4999978"/>
              <a:gd name="connsiteX138" fmla="*/ 11623342 w 12192000"/>
              <a:gd name="connsiteY138" fmla="*/ 388428 h 4999978"/>
              <a:gd name="connsiteX139" fmla="*/ 11786511 w 12192000"/>
              <a:gd name="connsiteY139" fmla="*/ 358390 h 4999978"/>
              <a:gd name="connsiteX140" fmla="*/ 11862577 w 12192000"/>
              <a:gd name="connsiteY140" fmla="*/ 330549 h 4999978"/>
              <a:gd name="connsiteX141" fmla="*/ 11916612 w 12192000"/>
              <a:gd name="connsiteY141" fmla="*/ 323810 h 4999978"/>
              <a:gd name="connsiteX142" fmla="*/ 11948830 w 12192000"/>
              <a:gd name="connsiteY142" fmla="*/ 318062 h 4999978"/>
              <a:gd name="connsiteX143" fmla="*/ 12001583 w 12192000"/>
              <a:gd name="connsiteY143" fmla="*/ 279643 h 4999978"/>
              <a:gd name="connsiteX144" fmla="*/ 12174977 w 12192000"/>
              <a:gd name="connsiteY144" fmla="*/ 264652 h 4999978"/>
              <a:gd name="connsiteX145" fmla="*/ 12192000 w 12192000"/>
              <a:gd name="connsiteY145" fmla="*/ 256549 h 4999978"/>
              <a:gd name="connsiteX146" fmla="*/ 12192000 w 12192000"/>
              <a:gd name="connsiteY146" fmla="*/ 4999978 h 4999978"/>
              <a:gd name="connsiteX147" fmla="*/ 0 w 12192000"/>
              <a:gd name="connsiteY147" fmla="*/ 4999978 h 4999978"/>
              <a:gd name="connsiteX148" fmla="*/ 0 w 12192000"/>
              <a:gd name="connsiteY148" fmla="*/ 617449 h 4999978"/>
              <a:gd name="connsiteX149" fmla="*/ 11075 w 12192000"/>
              <a:gd name="connsiteY149" fmla="*/ 615178 h 4999978"/>
              <a:gd name="connsiteX150" fmla="*/ 44061 w 12192000"/>
              <a:gd name="connsiteY150" fmla="*/ 608596 h 4999978"/>
              <a:gd name="connsiteX151" fmla="*/ 136694 w 12192000"/>
              <a:gd name="connsiteY151" fmla="*/ 556415 h 4999978"/>
              <a:gd name="connsiteX152" fmla="*/ 170342 w 12192000"/>
              <a:gd name="connsiteY152" fmla="*/ 551077 h 4999978"/>
              <a:gd name="connsiteX153" fmla="*/ 168955 w 12192000"/>
              <a:gd name="connsiteY153" fmla="*/ 542164 h 4999978"/>
              <a:gd name="connsiteX154" fmla="*/ 181474 w 12192000"/>
              <a:gd name="connsiteY154" fmla="*/ 541281 h 4999978"/>
              <a:gd name="connsiteX155" fmla="*/ 209440 w 12192000"/>
              <a:gd name="connsiteY155" fmla="*/ 540561 h 4999978"/>
              <a:gd name="connsiteX156" fmla="*/ 293152 w 12192000"/>
              <a:gd name="connsiteY156" fmla="*/ 536576 h 4999978"/>
              <a:gd name="connsiteX157" fmla="*/ 315693 w 12192000"/>
              <a:gd name="connsiteY157" fmla="*/ 519030 h 4999978"/>
              <a:gd name="connsiteX158" fmla="*/ 337305 w 12192000"/>
              <a:gd name="connsiteY158" fmla="*/ 518372 h 4999978"/>
              <a:gd name="connsiteX159" fmla="*/ 462252 w 12192000"/>
              <a:gd name="connsiteY159" fmla="*/ 493151 h 4999978"/>
              <a:gd name="connsiteX160" fmla="*/ 479457 w 12192000"/>
              <a:gd name="connsiteY160" fmla="*/ 491123 h 4999978"/>
              <a:gd name="connsiteX161" fmla="*/ 488653 w 12192000"/>
              <a:gd name="connsiteY161" fmla="*/ 483257 h 4999978"/>
              <a:gd name="connsiteX162" fmla="*/ 522053 w 12192000"/>
              <a:gd name="connsiteY162" fmla="*/ 481125 h 4999978"/>
              <a:gd name="connsiteX163" fmla="*/ 523520 w 12192000"/>
              <a:gd name="connsiteY163" fmla="*/ 476713 h 4999978"/>
              <a:gd name="connsiteX164" fmla="*/ 632714 w 12192000"/>
              <a:gd name="connsiteY164" fmla="*/ 437101 h 4999978"/>
              <a:gd name="connsiteX165" fmla="*/ 651426 w 12192000"/>
              <a:gd name="connsiteY165" fmla="*/ 430544 h 4999978"/>
              <a:gd name="connsiteX166" fmla="*/ 667724 w 12192000"/>
              <a:gd name="connsiteY166" fmla="*/ 432138 h 4999978"/>
              <a:gd name="connsiteX167" fmla="*/ 757679 w 12192000"/>
              <a:gd name="connsiteY167" fmla="*/ 425145 h 4999978"/>
              <a:gd name="connsiteX168" fmla="*/ 779159 w 12192000"/>
              <a:gd name="connsiteY168" fmla="*/ 428059 h 4999978"/>
              <a:gd name="connsiteX169" fmla="*/ 788293 w 12192000"/>
              <a:gd name="connsiteY169" fmla="*/ 434863 h 4999978"/>
              <a:gd name="connsiteX170" fmla="*/ 822923 w 12192000"/>
              <a:gd name="connsiteY170" fmla="*/ 421074 h 4999978"/>
              <a:gd name="connsiteX171" fmla="*/ 876559 w 12192000"/>
              <a:gd name="connsiteY171" fmla="*/ 411088 h 4999978"/>
              <a:gd name="connsiteX172" fmla="*/ 902011 w 12192000"/>
              <a:gd name="connsiteY172" fmla="*/ 404118 h 4999978"/>
              <a:gd name="connsiteX173" fmla="*/ 922715 w 12192000"/>
              <a:gd name="connsiteY173" fmla="*/ 407699 h 4999978"/>
              <a:gd name="connsiteX174" fmla="*/ 1040139 w 12192000"/>
              <a:gd name="connsiteY174" fmla="*/ 406590 h 4999978"/>
              <a:gd name="connsiteX175" fmla="*/ 1067251 w 12192000"/>
              <a:gd name="connsiteY175" fmla="*/ 412384 h 4999978"/>
              <a:gd name="connsiteX176" fmla="*/ 1080272 w 12192000"/>
              <a:gd name="connsiteY176" fmla="*/ 424669 h 4999978"/>
              <a:gd name="connsiteX177" fmla="*/ 1090219 w 12192000"/>
              <a:gd name="connsiteY177" fmla="*/ 420026 h 4999978"/>
              <a:gd name="connsiteX178" fmla="*/ 1161226 w 12192000"/>
              <a:gd name="connsiteY178" fmla="*/ 418304 h 4999978"/>
              <a:gd name="connsiteX179" fmla="*/ 1207525 w 12192000"/>
              <a:gd name="connsiteY179" fmla="*/ 416039 h 4999978"/>
              <a:gd name="connsiteX180" fmla="*/ 1295331 w 12192000"/>
              <a:gd name="connsiteY180" fmla="*/ 402182 h 4999978"/>
              <a:gd name="connsiteX181" fmla="*/ 1347118 w 12192000"/>
              <a:gd name="connsiteY181" fmla="*/ 399704 h 4999978"/>
              <a:gd name="connsiteX182" fmla="*/ 1378108 w 12192000"/>
              <a:gd name="connsiteY182" fmla="*/ 398410 h 4999978"/>
              <a:gd name="connsiteX183" fmla="*/ 1459192 w 12192000"/>
              <a:gd name="connsiteY183" fmla="*/ 380919 h 4999978"/>
              <a:gd name="connsiteX184" fmla="*/ 1590120 w 12192000"/>
              <a:gd name="connsiteY184" fmla="*/ 317608 h 4999978"/>
              <a:gd name="connsiteX185" fmla="*/ 1631417 w 12192000"/>
              <a:gd name="connsiteY185" fmla="*/ 308227 h 4999978"/>
              <a:gd name="connsiteX186" fmla="*/ 1638727 w 12192000"/>
              <a:gd name="connsiteY186" fmla="*/ 311610 h 4999978"/>
              <a:gd name="connsiteX187" fmla="*/ 1844438 w 12192000"/>
              <a:gd name="connsiteY187" fmla="*/ 271304 h 4999978"/>
              <a:gd name="connsiteX188" fmla="*/ 1881324 w 12192000"/>
              <a:gd name="connsiteY188" fmla="*/ 268497 h 4999978"/>
              <a:gd name="connsiteX189" fmla="*/ 1908999 w 12192000"/>
              <a:gd name="connsiteY189" fmla="*/ 269338 h 4999978"/>
              <a:gd name="connsiteX190" fmla="*/ 1974956 w 12192000"/>
              <a:gd name="connsiteY190" fmla="*/ 255958 h 4999978"/>
              <a:gd name="connsiteX191" fmla="*/ 2082409 w 12192000"/>
              <a:gd name="connsiteY191" fmla="*/ 227290 h 4999978"/>
              <a:gd name="connsiteX192" fmla="*/ 2105639 w 12192000"/>
              <a:gd name="connsiteY192" fmla="*/ 222648 h 4999978"/>
              <a:gd name="connsiteX193" fmla="*/ 2126992 w 12192000"/>
              <a:gd name="connsiteY193" fmla="*/ 224468 h 4999978"/>
              <a:gd name="connsiteX194" fmla="*/ 2133154 w 12192000"/>
              <a:gd name="connsiteY194" fmla="*/ 229952 h 4999978"/>
              <a:gd name="connsiteX195" fmla="*/ 2146154 w 12192000"/>
              <a:gd name="connsiteY195" fmla="*/ 228332 h 4999978"/>
              <a:gd name="connsiteX196" fmla="*/ 2149901 w 12192000"/>
              <a:gd name="connsiteY196" fmla="*/ 229116 h 4999978"/>
              <a:gd name="connsiteX197" fmla="*/ 2171100 w 12192000"/>
              <a:gd name="connsiteY197" fmla="*/ 232389 h 4999978"/>
              <a:gd name="connsiteX198" fmla="*/ 2209148 w 12192000"/>
              <a:gd name="connsiteY198" fmla="*/ 209225 h 4999978"/>
              <a:gd name="connsiteX199" fmla="*/ 2261889 w 12192000"/>
              <a:gd name="connsiteY199" fmla="*/ 205532 h 4999978"/>
              <a:gd name="connsiteX200" fmla="*/ 2452315 w 12192000"/>
              <a:gd name="connsiteY200" fmla="*/ 152899 h 4999978"/>
              <a:gd name="connsiteX201" fmla="*/ 2495330 w 12192000"/>
              <a:gd name="connsiteY201" fmla="*/ 142101 h 4999978"/>
              <a:gd name="connsiteX202" fmla="*/ 2665623 w 12192000"/>
              <a:gd name="connsiteY202" fmla="*/ 96394 h 4999978"/>
              <a:gd name="connsiteX203" fmla="*/ 2763332 w 12192000"/>
              <a:gd name="connsiteY203" fmla="*/ 74831 h 4999978"/>
              <a:gd name="connsiteX204" fmla="*/ 2843870 w 12192000"/>
              <a:gd name="connsiteY204" fmla="*/ 47507 h 4999978"/>
              <a:gd name="connsiteX205" fmla="*/ 2862745 w 12192000"/>
              <a:gd name="connsiteY205" fmla="*/ 43242 h 4999978"/>
              <a:gd name="connsiteX206" fmla="*/ 2864596 w 12192000"/>
              <a:gd name="connsiteY206" fmla="*/ 39218 h 4999978"/>
              <a:gd name="connsiteX207" fmla="*/ 2875381 w 12192000"/>
              <a:gd name="connsiteY207" fmla="*/ 35003 h 4999978"/>
              <a:gd name="connsiteX208" fmla="*/ 2895139 w 12192000"/>
              <a:gd name="connsiteY208" fmla="*/ 24186 h 4999978"/>
              <a:gd name="connsiteX209" fmla="*/ 2932205 w 12192000"/>
              <a:gd name="connsiteY209" fmla="*/ 11873 h 4999978"/>
              <a:gd name="connsiteX210" fmla="*/ 2933310 w 12192000"/>
              <a:gd name="connsiteY210" fmla="*/ 12816 h 4999978"/>
              <a:gd name="connsiteX211" fmla="*/ 2945218 w 12192000"/>
              <a:gd name="connsiteY211" fmla="*/ 14141 h 4999978"/>
              <a:gd name="connsiteX212" fmla="*/ 2966465 w 12192000"/>
              <a:gd name="connsiteY212" fmla="*/ 14117 h 4999978"/>
              <a:gd name="connsiteX213" fmla="*/ 3016048 w 12192000"/>
              <a:gd name="connsiteY213" fmla="*/ 12381 h 4999978"/>
              <a:gd name="connsiteX214" fmla="*/ 3057077 w 12192000"/>
              <a:gd name="connsiteY214" fmla="*/ 14845 h 4999978"/>
              <a:gd name="connsiteX215" fmla="*/ 3148105 w 12192000"/>
              <a:gd name="connsiteY215" fmla="*/ 30648 h 4999978"/>
              <a:gd name="connsiteX216" fmla="*/ 3251671 w 12192000"/>
              <a:gd name="connsiteY216" fmla="*/ 31575 h 4999978"/>
              <a:gd name="connsiteX217" fmla="*/ 3351400 w 12192000"/>
              <a:gd name="connsiteY217" fmla="*/ 32687 h 4999978"/>
              <a:gd name="connsiteX218" fmla="*/ 3387481 w 12192000"/>
              <a:gd name="connsiteY218" fmla="*/ 31443 h 4999978"/>
              <a:gd name="connsiteX219" fmla="*/ 3451923 w 12192000"/>
              <a:gd name="connsiteY219" fmla="*/ 36482 h 4999978"/>
              <a:gd name="connsiteX220" fmla="*/ 3481520 w 12192000"/>
              <a:gd name="connsiteY220" fmla="*/ 43287 h 4999978"/>
              <a:gd name="connsiteX221" fmla="*/ 3482804 w 12192000"/>
              <a:gd name="connsiteY221" fmla="*/ 42812 h 4999978"/>
              <a:gd name="connsiteX222" fmla="*/ 3485495 w 12192000"/>
              <a:gd name="connsiteY222" fmla="*/ 45921 h 4999978"/>
              <a:gd name="connsiteX223" fmla="*/ 3490972 w 12192000"/>
              <a:gd name="connsiteY223" fmla="*/ 47286 h 4999978"/>
              <a:gd name="connsiteX224" fmla="*/ 3505835 w 12192000"/>
              <a:gd name="connsiteY224" fmla="*/ 46077 h 4999978"/>
              <a:gd name="connsiteX225" fmla="*/ 3511410 w 12192000"/>
              <a:gd name="connsiteY225" fmla="*/ 44808 h 4999978"/>
              <a:gd name="connsiteX226" fmla="*/ 3519598 w 12192000"/>
              <a:gd name="connsiteY226" fmla="*/ 44683 h 4999978"/>
              <a:gd name="connsiteX227" fmla="*/ 3519807 w 12192000"/>
              <a:gd name="connsiteY227" fmla="*/ 44938 h 4999978"/>
              <a:gd name="connsiteX228" fmla="*/ 3527466 w 12192000"/>
              <a:gd name="connsiteY228" fmla="*/ 44316 h 4999978"/>
              <a:gd name="connsiteX229" fmla="*/ 3564889 w 12192000"/>
              <a:gd name="connsiteY229" fmla="*/ 57394 h 4999978"/>
              <a:gd name="connsiteX230" fmla="*/ 3614922 w 12192000"/>
              <a:gd name="connsiteY230" fmla="*/ 61804 h 4999978"/>
              <a:gd name="connsiteX231" fmla="*/ 3635506 w 12192000"/>
              <a:gd name="connsiteY231" fmla="*/ 65718 h 4999978"/>
              <a:gd name="connsiteX232" fmla="*/ 3646525 w 12192000"/>
              <a:gd name="connsiteY232" fmla="*/ 69193 h 4999978"/>
              <a:gd name="connsiteX233" fmla="*/ 3647224 w 12192000"/>
              <a:gd name="connsiteY233" fmla="*/ 70303 h 4999978"/>
              <a:gd name="connsiteX234" fmla="*/ 3683100 w 12192000"/>
              <a:gd name="connsiteY234" fmla="*/ 64109 h 4999978"/>
              <a:gd name="connsiteX235" fmla="*/ 3687901 w 12192000"/>
              <a:gd name="connsiteY235" fmla="*/ 65372 h 4999978"/>
              <a:gd name="connsiteX236" fmla="*/ 3711234 w 12192000"/>
              <a:gd name="connsiteY236" fmla="*/ 58665 h 4999978"/>
              <a:gd name="connsiteX237" fmla="*/ 3723318 w 12192000"/>
              <a:gd name="connsiteY237" fmla="*/ 56625 h 4999978"/>
              <a:gd name="connsiteX238" fmla="*/ 3726677 w 12192000"/>
              <a:gd name="connsiteY238" fmla="*/ 53112 h 4999978"/>
              <a:gd name="connsiteX239" fmla="*/ 3744535 w 12192000"/>
              <a:gd name="connsiteY239" fmla="*/ 51590 h 4999978"/>
              <a:gd name="connsiteX240" fmla="*/ 3746608 w 12192000"/>
              <a:gd name="connsiteY240" fmla="*/ 52522 h 4999978"/>
              <a:gd name="connsiteX241" fmla="*/ 3761262 w 12192000"/>
              <a:gd name="connsiteY241" fmla="*/ 47147 h 4999978"/>
              <a:gd name="connsiteX242" fmla="*/ 3803931 w 12192000"/>
              <a:gd name="connsiteY242" fmla="*/ 49309 h 4999978"/>
              <a:gd name="connsiteX243" fmla="*/ 3925626 w 12192000"/>
              <a:gd name="connsiteY243" fmla="*/ 40301 h 4999978"/>
              <a:gd name="connsiteX244" fmla="*/ 4033324 w 12192000"/>
              <a:gd name="connsiteY244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7018394 w 12192000"/>
              <a:gd name="connsiteY76" fmla="*/ 466613 h 4999978"/>
              <a:gd name="connsiteX77" fmla="*/ 7024679 w 12192000"/>
              <a:gd name="connsiteY77" fmla="*/ 46775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26733 w 12192000"/>
              <a:gd name="connsiteY126" fmla="*/ 368801 h 4999978"/>
              <a:gd name="connsiteX127" fmla="*/ 9802144 w 12192000"/>
              <a:gd name="connsiteY127" fmla="*/ 394479 h 4999978"/>
              <a:gd name="connsiteX128" fmla="*/ 9905153 w 12192000"/>
              <a:gd name="connsiteY128" fmla="*/ 400650 h 4999978"/>
              <a:gd name="connsiteX129" fmla="*/ 9922553 w 12192000"/>
              <a:gd name="connsiteY129" fmla="*/ 404569 h 4999978"/>
              <a:gd name="connsiteX130" fmla="*/ 10044658 w 12192000"/>
              <a:gd name="connsiteY130" fmla="*/ 418077 h 4999978"/>
              <a:gd name="connsiteX131" fmla="*/ 10184585 w 12192000"/>
              <a:gd name="connsiteY131" fmla="*/ 407138 h 4999978"/>
              <a:gd name="connsiteX132" fmla="*/ 10366435 w 12192000"/>
              <a:gd name="connsiteY132" fmla="*/ 462428 h 4999978"/>
              <a:gd name="connsiteX133" fmla="*/ 10688220 w 12192000"/>
              <a:gd name="connsiteY133" fmla="*/ 542258 h 4999978"/>
              <a:gd name="connsiteX134" fmla="*/ 11026690 w 12192000"/>
              <a:gd name="connsiteY134" fmla="*/ 550681 h 4999978"/>
              <a:gd name="connsiteX135" fmla="*/ 11113779 w 12192000"/>
              <a:gd name="connsiteY135" fmla="*/ 533868 h 4999978"/>
              <a:gd name="connsiteX136" fmla="*/ 11369556 w 12192000"/>
              <a:gd name="connsiteY136" fmla="*/ 491719 h 4999978"/>
              <a:gd name="connsiteX137" fmla="*/ 11623342 w 12192000"/>
              <a:gd name="connsiteY137" fmla="*/ 388428 h 4999978"/>
              <a:gd name="connsiteX138" fmla="*/ 11786511 w 12192000"/>
              <a:gd name="connsiteY138" fmla="*/ 358390 h 4999978"/>
              <a:gd name="connsiteX139" fmla="*/ 11862577 w 12192000"/>
              <a:gd name="connsiteY139" fmla="*/ 330549 h 4999978"/>
              <a:gd name="connsiteX140" fmla="*/ 11916612 w 12192000"/>
              <a:gd name="connsiteY140" fmla="*/ 323810 h 4999978"/>
              <a:gd name="connsiteX141" fmla="*/ 11948830 w 12192000"/>
              <a:gd name="connsiteY141" fmla="*/ 318062 h 4999978"/>
              <a:gd name="connsiteX142" fmla="*/ 12001583 w 12192000"/>
              <a:gd name="connsiteY142" fmla="*/ 279643 h 4999978"/>
              <a:gd name="connsiteX143" fmla="*/ 12174977 w 12192000"/>
              <a:gd name="connsiteY143" fmla="*/ 264652 h 4999978"/>
              <a:gd name="connsiteX144" fmla="*/ 12192000 w 12192000"/>
              <a:gd name="connsiteY144" fmla="*/ 256549 h 4999978"/>
              <a:gd name="connsiteX145" fmla="*/ 12192000 w 12192000"/>
              <a:gd name="connsiteY145" fmla="*/ 4999978 h 4999978"/>
              <a:gd name="connsiteX146" fmla="*/ 0 w 12192000"/>
              <a:gd name="connsiteY146" fmla="*/ 4999978 h 4999978"/>
              <a:gd name="connsiteX147" fmla="*/ 0 w 12192000"/>
              <a:gd name="connsiteY147" fmla="*/ 617449 h 4999978"/>
              <a:gd name="connsiteX148" fmla="*/ 11075 w 12192000"/>
              <a:gd name="connsiteY148" fmla="*/ 615178 h 4999978"/>
              <a:gd name="connsiteX149" fmla="*/ 44061 w 12192000"/>
              <a:gd name="connsiteY149" fmla="*/ 608596 h 4999978"/>
              <a:gd name="connsiteX150" fmla="*/ 136694 w 12192000"/>
              <a:gd name="connsiteY150" fmla="*/ 556415 h 4999978"/>
              <a:gd name="connsiteX151" fmla="*/ 170342 w 12192000"/>
              <a:gd name="connsiteY151" fmla="*/ 551077 h 4999978"/>
              <a:gd name="connsiteX152" fmla="*/ 168955 w 12192000"/>
              <a:gd name="connsiteY152" fmla="*/ 542164 h 4999978"/>
              <a:gd name="connsiteX153" fmla="*/ 181474 w 12192000"/>
              <a:gd name="connsiteY153" fmla="*/ 541281 h 4999978"/>
              <a:gd name="connsiteX154" fmla="*/ 209440 w 12192000"/>
              <a:gd name="connsiteY154" fmla="*/ 540561 h 4999978"/>
              <a:gd name="connsiteX155" fmla="*/ 293152 w 12192000"/>
              <a:gd name="connsiteY155" fmla="*/ 536576 h 4999978"/>
              <a:gd name="connsiteX156" fmla="*/ 315693 w 12192000"/>
              <a:gd name="connsiteY156" fmla="*/ 519030 h 4999978"/>
              <a:gd name="connsiteX157" fmla="*/ 337305 w 12192000"/>
              <a:gd name="connsiteY157" fmla="*/ 518372 h 4999978"/>
              <a:gd name="connsiteX158" fmla="*/ 462252 w 12192000"/>
              <a:gd name="connsiteY158" fmla="*/ 493151 h 4999978"/>
              <a:gd name="connsiteX159" fmla="*/ 479457 w 12192000"/>
              <a:gd name="connsiteY159" fmla="*/ 491123 h 4999978"/>
              <a:gd name="connsiteX160" fmla="*/ 488653 w 12192000"/>
              <a:gd name="connsiteY160" fmla="*/ 483257 h 4999978"/>
              <a:gd name="connsiteX161" fmla="*/ 522053 w 12192000"/>
              <a:gd name="connsiteY161" fmla="*/ 481125 h 4999978"/>
              <a:gd name="connsiteX162" fmla="*/ 523520 w 12192000"/>
              <a:gd name="connsiteY162" fmla="*/ 476713 h 4999978"/>
              <a:gd name="connsiteX163" fmla="*/ 632714 w 12192000"/>
              <a:gd name="connsiteY163" fmla="*/ 437101 h 4999978"/>
              <a:gd name="connsiteX164" fmla="*/ 651426 w 12192000"/>
              <a:gd name="connsiteY164" fmla="*/ 430544 h 4999978"/>
              <a:gd name="connsiteX165" fmla="*/ 667724 w 12192000"/>
              <a:gd name="connsiteY165" fmla="*/ 432138 h 4999978"/>
              <a:gd name="connsiteX166" fmla="*/ 757679 w 12192000"/>
              <a:gd name="connsiteY166" fmla="*/ 425145 h 4999978"/>
              <a:gd name="connsiteX167" fmla="*/ 779159 w 12192000"/>
              <a:gd name="connsiteY167" fmla="*/ 428059 h 4999978"/>
              <a:gd name="connsiteX168" fmla="*/ 788293 w 12192000"/>
              <a:gd name="connsiteY168" fmla="*/ 434863 h 4999978"/>
              <a:gd name="connsiteX169" fmla="*/ 822923 w 12192000"/>
              <a:gd name="connsiteY169" fmla="*/ 421074 h 4999978"/>
              <a:gd name="connsiteX170" fmla="*/ 876559 w 12192000"/>
              <a:gd name="connsiteY170" fmla="*/ 411088 h 4999978"/>
              <a:gd name="connsiteX171" fmla="*/ 902011 w 12192000"/>
              <a:gd name="connsiteY171" fmla="*/ 404118 h 4999978"/>
              <a:gd name="connsiteX172" fmla="*/ 922715 w 12192000"/>
              <a:gd name="connsiteY172" fmla="*/ 407699 h 4999978"/>
              <a:gd name="connsiteX173" fmla="*/ 1040139 w 12192000"/>
              <a:gd name="connsiteY173" fmla="*/ 406590 h 4999978"/>
              <a:gd name="connsiteX174" fmla="*/ 1067251 w 12192000"/>
              <a:gd name="connsiteY174" fmla="*/ 412384 h 4999978"/>
              <a:gd name="connsiteX175" fmla="*/ 1080272 w 12192000"/>
              <a:gd name="connsiteY175" fmla="*/ 424669 h 4999978"/>
              <a:gd name="connsiteX176" fmla="*/ 1090219 w 12192000"/>
              <a:gd name="connsiteY176" fmla="*/ 420026 h 4999978"/>
              <a:gd name="connsiteX177" fmla="*/ 1161226 w 12192000"/>
              <a:gd name="connsiteY177" fmla="*/ 418304 h 4999978"/>
              <a:gd name="connsiteX178" fmla="*/ 1207525 w 12192000"/>
              <a:gd name="connsiteY178" fmla="*/ 416039 h 4999978"/>
              <a:gd name="connsiteX179" fmla="*/ 1295331 w 12192000"/>
              <a:gd name="connsiteY179" fmla="*/ 402182 h 4999978"/>
              <a:gd name="connsiteX180" fmla="*/ 1347118 w 12192000"/>
              <a:gd name="connsiteY180" fmla="*/ 399704 h 4999978"/>
              <a:gd name="connsiteX181" fmla="*/ 1378108 w 12192000"/>
              <a:gd name="connsiteY181" fmla="*/ 398410 h 4999978"/>
              <a:gd name="connsiteX182" fmla="*/ 1459192 w 12192000"/>
              <a:gd name="connsiteY182" fmla="*/ 380919 h 4999978"/>
              <a:gd name="connsiteX183" fmla="*/ 1590120 w 12192000"/>
              <a:gd name="connsiteY183" fmla="*/ 317608 h 4999978"/>
              <a:gd name="connsiteX184" fmla="*/ 1631417 w 12192000"/>
              <a:gd name="connsiteY184" fmla="*/ 308227 h 4999978"/>
              <a:gd name="connsiteX185" fmla="*/ 1638727 w 12192000"/>
              <a:gd name="connsiteY185" fmla="*/ 311610 h 4999978"/>
              <a:gd name="connsiteX186" fmla="*/ 1844438 w 12192000"/>
              <a:gd name="connsiteY186" fmla="*/ 271304 h 4999978"/>
              <a:gd name="connsiteX187" fmla="*/ 1881324 w 12192000"/>
              <a:gd name="connsiteY187" fmla="*/ 268497 h 4999978"/>
              <a:gd name="connsiteX188" fmla="*/ 1908999 w 12192000"/>
              <a:gd name="connsiteY188" fmla="*/ 269338 h 4999978"/>
              <a:gd name="connsiteX189" fmla="*/ 1974956 w 12192000"/>
              <a:gd name="connsiteY189" fmla="*/ 255958 h 4999978"/>
              <a:gd name="connsiteX190" fmla="*/ 2082409 w 12192000"/>
              <a:gd name="connsiteY190" fmla="*/ 227290 h 4999978"/>
              <a:gd name="connsiteX191" fmla="*/ 2105639 w 12192000"/>
              <a:gd name="connsiteY191" fmla="*/ 222648 h 4999978"/>
              <a:gd name="connsiteX192" fmla="*/ 2126992 w 12192000"/>
              <a:gd name="connsiteY192" fmla="*/ 224468 h 4999978"/>
              <a:gd name="connsiteX193" fmla="*/ 2133154 w 12192000"/>
              <a:gd name="connsiteY193" fmla="*/ 229952 h 4999978"/>
              <a:gd name="connsiteX194" fmla="*/ 2146154 w 12192000"/>
              <a:gd name="connsiteY194" fmla="*/ 228332 h 4999978"/>
              <a:gd name="connsiteX195" fmla="*/ 2149901 w 12192000"/>
              <a:gd name="connsiteY195" fmla="*/ 229116 h 4999978"/>
              <a:gd name="connsiteX196" fmla="*/ 2171100 w 12192000"/>
              <a:gd name="connsiteY196" fmla="*/ 232389 h 4999978"/>
              <a:gd name="connsiteX197" fmla="*/ 2209148 w 12192000"/>
              <a:gd name="connsiteY197" fmla="*/ 209225 h 4999978"/>
              <a:gd name="connsiteX198" fmla="*/ 2261889 w 12192000"/>
              <a:gd name="connsiteY198" fmla="*/ 205532 h 4999978"/>
              <a:gd name="connsiteX199" fmla="*/ 2452315 w 12192000"/>
              <a:gd name="connsiteY199" fmla="*/ 152899 h 4999978"/>
              <a:gd name="connsiteX200" fmla="*/ 2495330 w 12192000"/>
              <a:gd name="connsiteY200" fmla="*/ 142101 h 4999978"/>
              <a:gd name="connsiteX201" fmla="*/ 2665623 w 12192000"/>
              <a:gd name="connsiteY201" fmla="*/ 96394 h 4999978"/>
              <a:gd name="connsiteX202" fmla="*/ 2763332 w 12192000"/>
              <a:gd name="connsiteY202" fmla="*/ 74831 h 4999978"/>
              <a:gd name="connsiteX203" fmla="*/ 2843870 w 12192000"/>
              <a:gd name="connsiteY203" fmla="*/ 47507 h 4999978"/>
              <a:gd name="connsiteX204" fmla="*/ 2862745 w 12192000"/>
              <a:gd name="connsiteY204" fmla="*/ 43242 h 4999978"/>
              <a:gd name="connsiteX205" fmla="*/ 2864596 w 12192000"/>
              <a:gd name="connsiteY205" fmla="*/ 39218 h 4999978"/>
              <a:gd name="connsiteX206" fmla="*/ 2875381 w 12192000"/>
              <a:gd name="connsiteY206" fmla="*/ 35003 h 4999978"/>
              <a:gd name="connsiteX207" fmla="*/ 2895139 w 12192000"/>
              <a:gd name="connsiteY207" fmla="*/ 24186 h 4999978"/>
              <a:gd name="connsiteX208" fmla="*/ 2932205 w 12192000"/>
              <a:gd name="connsiteY208" fmla="*/ 11873 h 4999978"/>
              <a:gd name="connsiteX209" fmla="*/ 2933310 w 12192000"/>
              <a:gd name="connsiteY209" fmla="*/ 12816 h 4999978"/>
              <a:gd name="connsiteX210" fmla="*/ 2945218 w 12192000"/>
              <a:gd name="connsiteY210" fmla="*/ 14141 h 4999978"/>
              <a:gd name="connsiteX211" fmla="*/ 2966465 w 12192000"/>
              <a:gd name="connsiteY211" fmla="*/ 14117 h 4999978"/>
              <a:gd name="connsiteX212" fmla="*/ 3016048 w 12192000"/>
              <a:gd name="connsiteY212" fmla="*/ 12381 h 4999978"/>
              <a:gd name="connsiteX213" fmla="*/ 3057077 w 12192000"/>
              <a:gd name="connsiteY213" fmla="*/ 14845 h 4999978"/>
              <a:gd name="connsiteX214" fmla="*/ 3148105 w 12192000"/>
              <a:gd name="connsiteY214" fmla="*/ 30648 h 4999978"/>
              <a:gd name="connsiteX215" fmla="*/ 3251671 w 12192000"/>
              <a:gd name="connsiteY215" fmla="*/ 31575 h 4999978"/>
              <a:gd name="connsiteX216" fmla="*/ 3351400 w 12192000"/>
              <a:gd name="connsiteY216" fmla="*/ 32687 h 4999978"/>
              <a:gd name="connsiteX217" fmla="*/ 3387481 w 12192000"/>
              <a:gd name="connsiteY217" fmla="*/ 31443 h 4999978"/>
              <a:gd name="connsiteX218" fmla="*/ 3451923 w 12192000"/>
              <a:gd name="connsiteY218" fmla="*/ 36482 h 4999978"/>
              <a:gd name="connsiteX219" fmla="*/ 3481520 w 12192000"/>
              <a:gd name="connsiteY219" fmla="*/ 43287 h 4999978"/>
              <a:gd name="connsiteX220" fmla="*/ 3482804 w 12192000"/>
              <a:gd name="connsiteY220" fmla="*/ 42812 h 4999978"/>
              <a:gd name="connsiteX221" fmla="*/ 3485495 w 12192000"/>
              <a:gd name="connsiteY221" fmla="*/ 45921 h 4999978"/>
              <a:gd name="connsiteX222" fmla="*/ 3490972 w 12192000"/>
              <a:gd name="connsiteY222" fmla="*/ 47286 h 4999978"/>
              <a:gd name="connsiteX223" fmla="*/ 3505835 w 12192000"/>
              <a:gd name="connsiteY223" fmla="*/ 46077 h 4999978"/>
              <a:gd name="connsiteX224" fmla="*/ 3511410 w 12192000"/>
              <a:gd name="connsiteY224" fmla="*/ 44808 h 4999978"/>
              <a:gd name="connsiteX225" fmla="*/ 3519598 w 12192000"/>
              <a:gd name="connsiteY225" fmla="*/ 44683 h 4999978"/>
              <a:gd name="connsiteX226" fmla="*/ 3519807 w 12192000"/>
              <a:gd name="connsiteY226" fmla="*/ 44938 h 4999978"/>
              <a:gd name="connsiteX227" fmla="*/ 3527466 w 12192000"/>
              <a:gd name="connsiteY227" fmla="*/ 44316 h 4999978"/>
              <a:gd name="connsiteX228" fmla="*/ 3564889 w 12192000"/>
              <a:gd name="connsiteY228" fmla="*/ 57394 h 4999978"/>
              <a:gd name="connsiteX229" fmla="*/ 3614922 w 12192000"/>
              <a:gd name="connsiteY229" fmla="*/ 61804 h 4999978"/>
              <a:gd name="connsiteX230" fmla="*/ 3635506 w 12192000"/>
              <a:gd name="connsiteY230" fmla="*/ 65718 h 4999978"/>
              <a:gd name="connsiteX231" fmla="*/ 3646525 w 12192000"/>
              <a:gd name="connsiteY231" fmla="*/ 69193 h 4999978"/>
              <a:gd name="connsiteX232" fmla="*/ 3647224 w 12192000"/>
              <a:gd name="connsiteY232" fmla="*/ 70303 h 4999978"/>
              <a:gd name="connsiteX233" fmla="*/ 3683100 w 12192000"/>
              <a:gd name="connsiteY233" fmla="*/ 64109 h 4999978"/>
              <a:gd name="connsiteX234" fmla="*/ 3687901 w 12192000"/>
              <a:gd name="connsiteY234" fmla="*/ 65372 h 4999978"/>
              <a:gd name="connsiteX235" fmla="*/ 3711234 w 12192000"/>
              <a:gd name="connsiteY235" fmla="*/ 58665 h 4999978"/>
              <a:gd name="connsiteX236" fmla="*/ 3723318 w 12192000"/>
              <a:gd name="connsiteY236" fmla="*/ 56625 h 4999978"/>
              <a:gd name="connsiteX237" fmla="*/ 3726677 w 12192000"/>
              <a:gd name="connsiteY237" fmla="*/ 53112 h 4999978"/>
              <a:gd name="connsiteX238" fmla="*/ 3744535 w 12192000"/>
              <a:gd name="connsiteY238" fmla="*/ 51590 h 4999978"/>
              <a:gd name="connsiteX239" fmla="*/ 3746608 w 12192000"/>
              <a:gd name="connsiteY239" fmla="*/ 52522 h 4999978"/>
              <a:gd name="connsiteX240" fmla="*/ 3761262 w 12192000"/>
              <a:gd name="connsiteY240" fmla="*/ 47147 h 4999978"/>
              <a:gd name="connsiteX241" fmla="*/ 3803931 w 12192000"/>
              <a:gd name="connsiteY241" fmla="*/ 49309 h 4999978"/>
              <a:gd name="connsiteX242" fmla="*/ 3925626 w 12192000"/>
              <a:gd name="connsiteY242" fmla="*/ 40301 h 4999978"/>
              <a:gd name="connsiteX243" fmla="*/ 4033324 w 12192000"/>
              <a:gd name="connsiteY243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7018394 w 12192000"/>
              <a:gd name="connsiteY76" fmla="*/ 466613 h 4999978"/>
              <a:gd name="connsiteX77" fmla="*/ 7024679 w 12192000"/>
              <a:gd name="connsiteY77" fmla="*/ 572534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26733 w 12192000"/>
              <a:gd name="connsiteY126" fmla="*/ 368801 h 4999978"/>
              <a:gd name="connsiteX127" fmla="*/ 9802144 w 12192000"/>
              <a:gd name="connsiteY127" fmla="*/ 394479 h 4999978"/>
              <a:gd name="connsiteX128" fmla="*/ 9905153 w 12192000"/>
              <a:gd name="connsiteY128" fmla="*/ 400650 h 4999978"/>
              <a:gd name="connsiteX129" fmla="*/ 9922553 w 12192000"/>
              <a:gd name="connsiteY129" fmla="*/ 404569 h 4999978"/>
              <a:gd name="connsiteX130" fmla="*/ 10044658 w 12192000"/>
              <a:gd name="connsiteY130" fmla="*/ 418077 h 4999978"/>
              <a:gd name="connsiteX131" fmla="*/ 10184585 w 12192000"/>
              <a:gd name="connsiteY131" fmla="*/ 407138 h 4999978"/>
              <a:gd name="connsiteX132" fmla="*/ 10366435 w 12192000"/>
              <a:gd name="connsiteY132" fmla="*/ 462428 h 4999978"/>
              <a:gd name="connsiteX133" fmla="*/ 10688220 w 12192000"/>
              <a:gd name="connsiteY133" fmla="*/ 542258 h 4999978"/>
              <a:gd name="connsiteX134" fmla="*/ 11026690 w 12192000"/>
              <a:gd name="connsiteY134" fmla="*/ 550681 h 4999978"/>
              <a:gd name="connsiteX135" fmla="*/ 11113779 w 12192000"/>
              <a:gd name="connsiteY135" fmla="*/ 533868 h 4999978"/>
              <a:gd name="connsiteX136" fmla="*/ 11369556 w 12192000"/>
              <a:gd name="connsiteY136" fmla="*/ 491719 h 4999978"/>
              <a:gd name="connsiteX137" fmla="*/ 11623342 w 12192000"/>
              <a:gd name="connsiteY137" fmla="*/ 388428 h 4999978"/>
              <a:gd name="connsiteX138" fmla="*/ 11786511 w 12192000"/>
              <a:gd name="connsiteY138" fmla="*/ 358390 h 4999978"/>
              <a:gd name="connsiteX139" fmla="*/ 11862577 w 12192000"/>
              <a:gd name="connsiteY139" fmla="*/ 330549 h 4999978"/>
              <a:gd name="connsiteX140" fmla="*/ 11916612 w 12192000"/>
              <a:gd name="connsiteY140" fmla="*/ 323810 h 4999978"/>
              <a:gd name="connsiteX141" fmla="*/ 11948830 w 12192000"/>
              <a:gd name="connsiteY141" fmla="*/ 318062 h 4999978"/>
              <a:gd name="connsiteX142" fmla="*/ 12001583 w 12192000"/>
              <a:gd name="connsiteY142" fmla="*/ 279643 h 4999978"/>
              <a:gd name="connsiteX143" fmla="*/ 12174977 w 12192000"/>
              <a:gd name="connsiteY143" fmla="*/ 264652 h 4999978"/>
              <a:gd name="connsiteX144" fmla="*/ 12192000 w 12192000"/>
              <a:gd name="connsiteY144" fmla="*/ 256549 h 4999978"/>
              <a:gd name="connsiteX145" fmla="*/ 12192000 w 12192000"/>
              <a:gd name="connsiteY145" fmla="*/ 4999978 h 4999978"/>
              <a:gd name="connsiteX146" fmla="*/ 0 w 12192000"/>
              <a:gd name="connsiteY146" fmla="*/ 4999978 h 4999978"/>
              <a:gd name="connsiteX147" fmla="*/ 0 w 12192000"/>
              <a:gd name="connsiteY147" fmla="*/ 617449 h 4999978"/>
              <a:gd name="connsiteX148" fmla="*/ 11075 w 12192000"/>
              <a:gd name="connsiteY148" fmla="*/ 615178 h 4999978"/>
              <a:gd name="connsiteX149" fmla="*/ 44061 w 12192000"/>
              <a:gd name="connsiteY149" fmla="*/ 608596 h 4999978"/>
              <a:gd name="connsiteX150" fmla="*/ 136694 w 12192000"/>
              <a:gd name="connsiteY150" fmla="*/ 556415 h 4999978"/>
              <a:gd name="connsiteX151" fmla="*/ 170342 w 12192000"/>
              <a:gd name="connsiteY151" fmla="*/ 551077 h 4999978"/>
              <a:gd name="connsiteX152" fmla="*/ 168955 w 12192000"/>
              <a:gd name="connsiteY152" fmla="*/ 542164 h 4999978"/>
              <a:gd name="connsiteX153" fmla="*/ 181474 w 12192000"/>
              <a:gd name="connsiteY153" fmla="*/ 541281 h 4999978"/>
              <a:gd name="connsiteX154" fmla="*/ 209440 w 12192000"/>
              <a:gd name="connsiteY154" fmla="*/ 540561 h 4999978"/>
              <a:gd name="connsiteX155" fmla="*/ 293152 w 12192000"/>
              <a:gd name="connsiteY155" fmla="*/ 536576 h 4999978"/>
              <a:gd name="connsiteX156" fmla="*/ 315693 w 12192000"/>
              <a:gd name="connsiteY156" fmla="*/ 519030 h 4999978"/>
              <a:gd name="connsiteX157" fmla="*/ 337305 w 12192000"/>
              <a:gd name="connsiteY157" fmla="*/ 518372 h 4999978"/>
              <a:gd name="connsiteX158" fmla="*/ 462252 w 12192000"/>
              <a:gd name="connsiteY158" fmla="*/ 493151 h 4999978"/>
              <a:gd name="connsiteX159" fmla="*/ 479457 w 12192000"/>
              <a:gd name="connsiteY159" fmla="*/ 491123 h 4999978"/>
              <a:gd name="connsiteX160" fmla="*/ 488653 w 12192000"/>
              <a:gd name="connsiteY160" fmla="*/ 483257 h 4999978"/>
              <a:gd name="connsiteX161" fmla="*/ 522053 w 12192000"/>
              <a:gd name="connsiteY161" fmla="*/ 481125 h 4999978"/>
              <a:gd name="connsiteX162" fmla="*/ 523520 w 12192000"/>
              <a:gd name="connsiteY162" fmla="*/ 476713 h 4999978"/>
              <a:gd name="connsiteX163" fmla="*/ 632714 w 12192000"/>
              <a:gd name="connsiteY163" fmla="*/ 437101 h 4999978"/>
              <a:gd name="connsiteX164" fmla="*/ 651426 w 12192000"/>
              <a:gd name="connsiteY164" fmla="*/ 430544 h 4999978"/>
              <a:gd name="connsiteX165" fmla="*/ 667724 w 12192000"/>
              <a:gd name="connsiteY165" fmla="*/ 432138 h 4999978"/>
              <a:gd name="connsiteX166" fmla="*/ 757679 w 12192000"/>
              <a:gd name="connsiteY166" fmla="*/ 425145 h 4999978"/>
              <a:gd name="connsiteX167" fmla="*/ 779159 w 12192000"/>
              <a:gd name="connsiteY167" fmla="*/ 428059 h 4999978"/>
              <a:gd name="connsiteX168" fmla="*/ 788293 w 12192000"/>
              <a:gd name="connsiteY168" fmla="*/ 434863 h 4999978"/>
              <a:gd name="connsiteX169" fmla="*/ 822923 w 12192000"/>
              <a:gd name="connsiteY169" fmla="*/ 421074 h 4999978"/>
              <a:gd name="connsiteX170" fmla="*/ 876559 w 12192000"/>
              <a:gd name="connsiteY170" fmla="*/ 411088 h 4999978"/>
              <a:gd name="connsiteX171" fmla="*/ 902011 w 12192000"/>
              <a:gd name="connsiteY171" fmla="*/ 404118 h 4999978"/>
              <a:gd name="connsiteX172" fmla="*/ 922715 w 12192000"/>
              <a:gd name="connsiteY172" fmla="*/ 407699 h 4999978"/>
              <a:gd name="connsiteX173" fmla="*/ 1040139 w 12192000"/>
              <a:gd name="connsiteY173" fmla="*/ 406590 h 4999978"/>
              <a:gd name="connsiteX174" fmla="*/ 1067251 w 12192000"/>
              <a:gd name="connsiteY174" fmla="*/ 412384 h 4999978"/>
              <a:gd name="connsiteX175" fmla="*/ 1080272 w 12192000"/>
              <a:gd name="connsiteY175" fmla="*/ 424669 h 4999978"/>
              <a:gd name="connsiteX176" fmla="*/ 1090219 w 12192000"/>
              <a:gd name="connsiteY176" fmla="*/ 420026 h 4999978"/>
              <a:gd name="connsiteX177" fmla="*/ 1161226 w 12192000"/>
              <a:gd name="connsiteY177" fmla="*/ 418304 h 4999978"/>
              <a:gd name="connsiteX178" fmla="*/ 1207525 w 12192000"/>
              <a:gd name="connsiteY178" fmla="*/ 416039 h 4999978"/>
              <a:gd name="connsiteX179" fmla="*/ 1295331 w 12192000"/>
              <a:gd name="connsiteY179" fmla="*/ 402182 h 4999978"/>
              <a:gd name="connsiteX180" fmla="*/ 1347118 w 12192000"/>
              <a:gd name="connsiteY180" fmla="*/ 399704 h 4999978"/>
              <a:gd name="connsiteX181" fmla="*/ 1378108 w 12192000"/>
              <a:gd name="connsiteY181" fmla="*/ 398410 h 4999978"/>
              <a:gd name="connsiteX182" fmla="*/ 1459192 w 12192000"/>
              <a:gd name="connsiteY182" fmla="*/ 380919 h 4999978"/>
              <a:gd name="connsiteX183" fmla="*/ 1590120 w 12192000"/>
              <a:gd name="connsiteY183" fmla="*/ 317608 h 4999978"/>
              <a:gd name="connsiteX184" fmla="*/ 1631417 w 12192000"/>
              <a:gd name="connsiteY184" fmla="*/ 308227 h 4999978"/>
              <a:gd name="connsiteX185" fmla="*/ 1638727 w 12192000"/>
              <a:gd name="connsiteY185" fmla="*/ 311610 h 4999978"/>
              <a:gd name="connsiteX186" fmla="*/ 1844438 w 12192000"/>
              <a:gd name="connsiteY186" fmla="*/ 271304 h 4999978"/>
              <a:gd name="connsiteX187" fmla="*/ 1881324 w 12192000"/>
              <a:gd name="connsiteY187" fmla="*/ 268497 h 4999978"/>
              <a:gd name="connsiteX188" fmla="*/ 1908999 w 12192000"/>
              <a:gd name="connsiteY188" fmla="*/ 269338 h 4999978"/>
              <a:gd name="connsiteX189" fmla="*/ 1974956 w 12192000"/>
              <a:gd name="connsiteY189" fmla="*/ 255958 h 4999978"/>
              <a:gd name="connsiteX190" fmla="*/ 2082409 w 12192000"/>
              <a:gd name="connsiteY190" fmla="*/ 227290 h 4999978"/>
              <a:gd name="connsiteX191" fmla="*/ 2105639 w 12192000"/>
              <a:gd name="connsiteY191" fmla="*/ 222648 h 4999978"/>
              <a:gd name="connsiteX192" fmla="*/ 2126992 w 12192000"/>
              <a:gd name="connsiteY192" fmla="*/ 224468 h 4999978"/>
              <a:gd name="connsiteX193" fmla="*/ 2133154 w 12192000"/>
              <a:gd name="connsiteY193" fmla="*/ 229952 h 4999978"/>
              <a:gd name="connsiteX194" fmla="*/ 2146154 w 12192000"/>
              <a:gd name="connsiteY194" fmla="*/ 228332 h 4999978"/>
              <a:gd name="connsiteX195" fmla="*/ 2149901 w 12192000"/>
              <a:gd name="connsiteY195" fmla="*/ 229116 h 4999978"/>
              <a:gd name="connsiteX196" fmla="*/ 2171100 w 12192000"/>
              <a:gd name="connsiteY196" fmla="*/ 232389 h 4999978"/>
              <a:gd name="connsiteX197" fmla="*/ 2209148 w 12192000"/>
              <a:gd name="connsiteY197" fmla="*/ 209225 h 4999978"/>
              <a:gd name="connsiteX198" fmla="*/ 2261889 w 12192000"/>
              <a:gd name="connsiteY198" fmla="*/ 205532 h 4999978"/>
              <a:gd name="connsiteX199" fmla="*/ 2452315 w 12192000"/>
              <a:gd name="connsiteY199" fmla="*/ 152899 h 4999978"/>
              <a:gd name="connsiteX200" fmla="*/ 2495330 w 12192000"/>
              <a:gd name="connsiteY200" fmla="*/ 142101 h 4999978"/>
              <a:gd name="connsiteX201" fmla="*/ 2665623 w 12192000"/>
              <a:gd name="connsiteY201" fmla="*/ 96394 h 4999978"/>
              <a:gd name="connsiteX202" fmla="*/ 2763332 w 12192000"/>
              <a:gd name="connsiteY202" fmla="*/ 74831 h 4999978"/>
              <a:gd name="connsiteX203" fmla="*/ 2843870 w 12192000"/>
              <a:gd name="connsiteY203" fmla="*/ 47507 h 4999978"/>
              <a:gd name="connsiteX204" fmla="*/ 2862745 w 12192000"/>
              <a:gd name="connsiteY204" fmla="*/ 43242 h 4999978"/>
              <a:gd name="connsiteX205" fmla="*/ 2864596 w 12192000"/>
              <a:gd name="connsiteY205" fmla="*/ 39218 h 4999978"/>
              <a:gd name="connsiteX206" fmla="*/ 2875381 w 12192000"/>
              <a:gd name="connsiteY206" fmla="*/ 35003 h 4999978"/>
              <a:gd name="connsiteX207" fmla="*/ 2895139 w 12192000"/>
              <a:gd name="connsiteY207" fmla="*/ 24186 h 4999978"/>
              <a:gd name="connsiteX208" fmla="*/ 2932205 w 12192000"/>
              <a:gd name="connsiteY208" fmla="*/ 11873 h 4999978"/>
              <a:gd name="connsiteX209" fmla="*/ 2933310 w 12192000"/>
              <a:gd name="connsiteY209" fmla="*/ 12816 h 4999978"/>
              <a:gd name="connsiteX210" fmla="*/ 2945218 w 12192000"/>
              <a:gd name="connsiteY210" fmla="*/ 14141 h 4999978"/>
              <a:gd name="connsiteX211" fmla="*/ 2966465 w 12192000"/>
              <a:gd name="connsiteY211" fmla="*/ 14117 h 4999978"/>
              <a:gd name="connsiteX212" fmla="*/ 3016048 w 12192000"/>
              <a:gd name="connsiteY212" fmla="*/ 12381 h 4999978"/>
              <a:gd name="connsiteX213" fmla="*/ 3057077 w 12192000"/>
              <a:gd name="connsiteY213" fmla="*/ 14845 h 4999978"/>
              <a:gd name="connsiteX214" fmla="*/ 3148105 w 12192000"/>
              <a:gd name="connsiteY214" fmla="*/ 30648 h 4999978"/>
              <a:gd name="connsiteX215" fmla="*/ 3251671 w 12192000"/>
              <a:gd name="connsiteY215" fmla="*/ 31575 h 4999978"/>
              <a:gd name="connsiteX216" fmla="*/ 3351400 w 12192000"/>
              <a:gd name="connsiteY216" fmla="*/ 32687 h 4999978"/>
              <a:gd name="connsiteX217" fmla="*/ 3387481 w 12192000"/>
              <a:gd name="connsiteY217" fmla="*/ 31443 h 4999978"/>
              <a:gd name="connsiteX218" fmla="*/ 3451923 w 12192000"/>
              <a:gd name="connsiteY218" fmla="*/ 36482 h 4999978"/>
              <a:gd name="connsiteX219" fmla="*/ 3481520 w 12192000"/>
              <a:gd name="connsiteY219" fmla="*/ 43287 h 4999978"/>
              <a:gd name="connsiteX220" fmla="*/ 3482804 w 12192000"/>
              <a:gd name="connsiteY220" fmla="*/ 42812 h 4999978"/>
              <a:gd name="connsiteX221" fmla="*/ 3485495 w 12192000"/>
              <a:gd name="connsiteY221" fmla="*/ 45921 h 4999978"/>
              <a:gd name="connsiteX222" fmla="*/ 3490972 w 12192000"/>
              <a:gd name="connsiteY222" fmla="*/ 47286 h 4999978"/>
              <a:gd name="connsiteX223" fmla="*/ 3505835 w 12192000"/>
              <a:gd name="connsiteY223" fmla="*/ 46077 h 4999978"/>
              <a:gd name="connsiteX224" fmla="*/ 3511410 w 12192000"/>
              <a:gd name="connsiteY224" fmla="*/ 44808 h 4999978"/>
              <a:gd name="connsiteX225" fmla="*/ 3519598 w 12192000"/>
              <a:gd name="connsiteY225" fmla="*/ 44683 h 4999978"/>
              <a:gd name="connsiteX226" fmla="*/ 3519807 w 12192000"/>
              <a:gd name="connsiteY226" fmla="*/ 44938 h 4999978"/>
              <a:gd name="connsiteX227" fmla="*/ 3527466 w 12192000"/>
              <a:gd name="connsiteY227" fmla="*/ 44316 h 4999978"/>
              <a:gd name="connsiteX228" fmla="*/ 3564889 w 12192000"/>
              <a:gd name="connsiteY228" fmla="*/ 57394 h 4999978"/>
              <a:gd name="connsiteX229" fmla="*/ 3614922 w 12192000"/>
              <a:gd name="connsiteY229" fmla="*/ 61804 h 4999978"/>
              <a:gd name="connsiteX230" fmla="*/ 3635506 w 12192000"/>
              <a:gd name="connsiteY230" fmla="*/ 65718 h 4999978"/>
              <a:gd name="connsiteX231" fmla="*/ 3646525 w 12192000"/>
              <a:gd name="connsiteY231" fmla="*/ 69193 h 4999978"/>
              <a:gd name="connsiteX232" fmla="*/ 3647224 w 12192000"/>
              <a:gd name="connsiteY232" fmla="*/ 70303 h 4999978"/>
              <a:gd name="connsiteX233" fmla="*/ 3683100 w 12192000"/>
              <a:gd name="connsiteY233" fmla="*/ 64109 h 4999978"/>
              <a:gd name="connsiteX234" fmla="*/ 3687901 w 12192000"/>
              <a:gd name="connsiteY234" fmla="*/ 65372 h 4999978"/>
              <a:gd name="connsiteX235" fmla="*/ 3711234 w 12192000"/>
              <a:gd name="connsiteY235" fmla="*/ 58665 h 4999978"/>
              <a:gd name="connsiteX236" fmla="*/ 3723318 w 12192000"/>
              <a:gd name="connsiteY236" fmla="*/ 56625 h 4999978"/>
              <a:gd name="connsiteX237" fmla="*/ 3726677 w 12192000"/>
              <a:gd name="connsiteY237" fmla="*/ 53112 h 4999978"/>
              <a:gd name="connsiteX238" fmla="*/ 3744535 w 12192000"/>
              <a:gd name="connsiteY238" fmla="*/ 51590 h 4999978"/>
              <a:gd name="connsiteX239" fmla="*/ 3746608 w 12192000"/>
              <a:gd name="connsiteY239" fmla="*/ 52522 h 4999978"/>
              <a:gd name="connsiteX240" fmla="*/ 3761262 w 12192000"/>
              <a:gd name="connsiteY240" fmla="*/ 47147 h 4999978"/>
              <a:gd name="connsiteX241" fmla="*/ 3803931 w 12192000"/>
              <a:gd name="connsiteY241" fmla="*/ 49309 h 4999978"/>
              <a:gd name="connsiteX242" fmla="*/ 3925626 w 12192000"/>
              <a:gd name="connsiteY242" fmla="*/ 40301 h 4999978"/>
              <a:gd name="connsiteX243" fmla="*/ 4033324 w 12192000"/>
              <a:gd name="connsiteY243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7024679 w 12192000"/>
              <a:gd name="connsiteY77" fmla="*/ 572534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26733 w 12192000"/>
              <a:gd name="connsiteY126" fmla="*/ 368801 h 4999978"/>
              <a:gd name="connsiteX127" fmla="*/ 9802144 w 12192000"/>
              <a:gd name="connsiteY127" fmla="*/ 394479 h 4999978"/>
              <a:gd name="connsiteX128" fmla="*/ 9905153 w 12192000"/>
              <a:gd name="connsiteY128" fmla="*/ 400650 h 4999978"/>
              <a:gd name="connsiteX129" fmla="*/ 9922553 w 12192000"/>
              <a:gd name="connsiteY129" fmla="*/ 404569 h 4999978"/>
              <a:gd name="connsiteX130" fmla="*/ 10044658 w 12192000"/>
              <a:gd name="connsiteY130" fmla="*/ 418077 h 4999978"/>
              <a:gd name="connsiteX131" fmla="*/ 10184585 w 12192000"/>
              <a:gd name="connsiteY131" fmla="*/ 407138 h 4999978"/>
              <a:gd name="connsiteX132" fmla="*/ 10366435 w 12192000"/>
              <a:gd name="connsiteY132" fmla="*/ 462428 h 4999978"/>
              <a:gd name="connsiteX133" fmla="*/ 10688220 w 12192000"/>
              <a:gd name="connsiteY133" fmla="*/ 542258 h 4999978"/>
              <a:gd name="connsiteX134" fmla="*/ 11026690 w 12192000"/>
              <a:gd name="connsiteY134" fmla="*/ 550681 h 4999978"/>
              <a:gd name="connsiteX135" fmla="*/ 11113779 w 12192000"/>
              <a:gd name="connsiteY135" fmla="*/ 533868 h 4999978"/>
              <a:gd name="connsiteX136" fmla="*/ 11369556 w 12192000"/>
              <a:gd name="connsiteY136" fmla="*/ 491719 h 4999978"/>
              <a:gd name="connsiteX137" fmla="*/ 11623342 w 12192000"/>
              <a:gd name="connsiteY137" fmla="*/ 388428 h 4999978"/>
              <a:gd name="connsiteX138" fmla="*/ 11786511 w 12192000"/>
              <a:gd name="connsiteY138" fmla="*/ 358390 h 4999978"/>
              <a:gd name="connsiteX139" fmla="*/ 11862577 w 12192000"/>
              <a:gd name="connsiteY139" fmla="*/ 330549 h 4999978"/>
              <a:gd name="connsiteX140" fmla="*/ 11916612 w 12192000"/>
              <a:gd name="connsiteY140" fmla="*/ 323810 h 4999978"/>
              <a:gd name="connsiteX141" fmla="*/ 11948830 w 12192000"/>
              <a:gd name="connsiteY141" fmla="*/ 318062 h 4999978"/>
              <a:gd name="connsiteX142" fmla="*/ 12001583 w 12192000"/>
              <a:gd name="connsiteY142" fmla="*/ 279643 h 4999978"/>
              <a:gd name="connsiteX143" fmla="*/ 12174977 w 12192000"/>
              <a:gd name="connsiteY143" fmla="*/ 264652 h 4999978"/>
              <a:gd name="connsiteX144" fmla="*/ 12192000 w 12192000"/>
              <a:gd name="connsiteY144" fmla="*/ 256549 h 4999978"/>
              <a:gd name="connsiteX145" fmla="*/ 12192000 w 12192000"/>
              <a:gd name="connsiteY145" fmla="*/ 4999978 h 4999978"/>
              <a:gd name="connsiteX146" fmla="*/ 0 w 12192000"/>
              <a:gd name="connsiteY146" fmla="*/ 4999978 h 4999978"/>
              <a:gd name="connsiteX147" fmla="*/ 0 w 12192000"/>
              <a:gd name="connsiteY147" fmla="*/ 617449 h 4999978"/>
              <a:gd name="connsiteX148" fmla="*/ 11075 w 12192000"/>
              <a:gd name="connsiteY148" fmla="*/ 615178 h 4999978"/>
              <a:gd name="connsiteX149" fmla="*/ 44061 w 12192000"/>
              <a:gd name="connsiteY149" fmla="*/ 608596 h 4999978"/>
              <a:gd name="connsiteX150" fmla="*/ 136694 w 12192000"/>
              <a:gd name="connsiteY150" fmla="*/ 556415 h 4999978"/>
              <a:gd name="connsiteX151" fmla="*/ 170342 w 12192000"/>
              <a:gd name="connsiteY151" fmla="*/ 551077 h 4999978"/>
              <a:gd name="connsiteX152" fmla="*/ 168955 w 12192000"/>
              <a:gd name="connsiteY152" fmla="*/ 542164 h 4999978"/>
              <a:gd name="connsiteX153" fmla="*/ 181474 w 12192000"/>
              <a:gd name="connsiteY153" fmla="*/ 541281 h 4999978"/>
              <a:gd name="connsiteX154" fmla="*/ 209440 w 12192000"/>
              <a:gd name="connsiteY154" fmla="*/ 540561 h 4999978"/>
              <a:gd name="connsiteX155" fmla="*/ 293152 w 12192000"/>
              <a:gd name="connsiteY155" fmla="*/ 536576 h 4999978"/>
              <a:gd name="connsiteX156" fmla="*/ 315693 w 12192000"/>
              <a:gd name="connsiteY156" fmla="*/ 519030 h 4999978"/>
              <a:gd name="connsiteX157" fmla="*/ 337305 w 12192000"/>
              <a:gd name="connsiteY157" fmla="*/ 518372 h 4999978"/>
              <a:gd name="connsiteX158" fmla="*/ 462252 w 12192000"/>
              <a:gd name="connsiteY158" fmla="*/ 493151 h 4999978"/>
              <a:gd name="connsiteX159" fmla="*/ 479457 w 12192000"/>
              <a:gd name="connsiteY159" fmla="*/ 491123 h 4999978"/>
              <a:gd name="connsiteX160" fmla="*/ 488653 w 12192000"/>
              <a:gd name="connsiteY160" fmla="*/ 483257 h 4999978"/>
              <a:gd name="connsiteX161" fmla="*/ 522053 w 12192000"/>
              <a:gd name="connsiteY161" fmla="*/ 481125 h 4999978"/>
              <a:gd name="connsiteX162" fmla="*/ 523520 w 12192000"/>
              <a:gd name="connsiteY162" fmla="*/ 476713 h 4999978"/>
              <a:gd name="connsiteX163" fmla="*/ 632714 w 12192000"/>
              <a:gd name="connsiteY163" fmla="*/ 437101 h 4999978"/>
              <a:gd name="connsiteX164" fmla="*/ 651426 w 12192000"/>
              <a:gd name="connsiteY164" fmla="*/ 430544 h 4999978"/>
              <a:gd name="connsiteX165" fmla="*/ 667724 w 12192000"/>
              <a:gd name="connsiteY165" fmla="*/ 432138 h 4999978"/>
              <a:gd name="connsiteX166" fmla="*/ 757679 w 12192000"/>
              <a:gd name="connsiteY166" fmla="*/ 425145 h 4999978"/>
              <a:gd name="connsiteX167" fmla="*/ 779159 w 12192000"/>
              <a:gd name="connsiteY167" fmla="*/ 428059 h 4999978"/>
              <a:gd name="connsiteX168" fmla="*/ 788293 w 12192000"/>
              <a:gd name="connsiteY168" fmla="*/ 434863 h 4999978"/>
              <a:gd name="connsiteX169" fmla="*/ 822923 w 12192000"/>
              <a:gd name="connsiteY169" fmla="*/ 421074 h 4999978"/>
              <a:gd name="connsiteX170" fmla="*/ 876559 w 12192000"/>
              <a:gd name="connsiteY170" fmla="*/ 411088 h 4999978"/>
              <a:gd name="connsiteX171" fmla="*/ 902011 w 12192000"/>
              <a:gd name="connsiteY171" fmla="*/ 404118 h 4999978"/>
              <a:gd name="connsiteX172" fmla="*/ 922715 w 12192000"/>
              <a:gd name="connsiteY172" fmla="*/ 407699 h 4999978"/>
              <a:gd name="connsiteX173" fmla="*/ 1040139 w 12192000"/>
              <a:gd name="connsiteY173" fmla="*/ 406590 h 4999978"/>
              <a:gd name="connsiteX174" fmla="*/ 1067251 w 12192000"/>
              <a:gd name="connsiteY174" fmla="*/ 412384 h 4999978"/>
              <a:gd name="connsiteX175" fmla="*/ 1080272 w 12192000"/>
              <a:gd name="connsiteY175" fmla="*/ 424669 h 4999978"/>
              <a:gd name="connsiteX176" fmla="*/ 1090219 w 12192000"/>
              <a:gd name="connsiteY176" fmla="*/ 420026 h 4999978"/>
              <a:gd name="connsiteX177" fmla="*/ 1161226 w 12192000"/>
              <a:gd name="connsiteY177" fmla="*/ 418304 h 4999978"/>
              <a:gd name="connsiteX178" fmla="*/ 1207525 w 12192000"/>
              <a:gd name="connsiteY178" fmla="*/ 416039 h 4999978"/>
              <a:gd name="connsiteX179" fmla="*/ 1295331 w 12192000"/>
              <a:gd name="connsiteY179" fmla="*/ 402182 h 4999978"/>
              <a:gd name="connsiteX180" fmla="*/ 1347118 w 12192000"/>
              <a:gd name="connsiteY180" fmla="*/ 399704 h 4999978"/>
              <a:gd name="connsiteX181" fmla="*/ 1378108 w 12192000"/>
              <a:gd name="connsiteY181" fmla="*/ 398410 h 4999978"/>
              <a:gd name="connsiteX182" fmla="*/ 1459192 w 12192000"/>
              <a:gd name="connsiteY182" fmla="*/ 380919 h 4999978"/>
              <a:gd name="connsiteX183" fmla="*/ 1590120 w 12192000"/>
              <a:gd name="connsiteY183" fmla="*/ 317608 h 4999978"/>
              <a:gd name="connsiteX184" fmla="*/ 1631417 w 12192000"/>
              <a:gd name="connsiteY184" fmla="*/ 308227 h 4999978"/>
              <a:gd name="connsiteX185" fmla="*/ 1638727 w 12192000"/>
              <a:gd name="connsiteY185" fmla="*/ 311610 h 4999978"/>
              <a:gd name="connsiteX186" fmla="*/ 1844438 w 12192000"/>
              <a:gd name="connsiteY186" fmla="*/ 271304 h 4999978"/>
              <a:gd name="connsiteX187" fmla="*/ 1881324 w 12192000"/>
              <a:gd name="connsiteY187" fmla="*/ 268497 h 4999978"/>
              <a:gd name="connsiteX188" fmla="*/ 1908999 w 12192000"/>
              <a:gd name="connsiteY188" fmla="*/ 269338 h 4999978"/>
              <a:gd name="connsiteX189" fmla="*/ 1974956 w 12192000"/>
              <a:gd name="connsiteY189" fmla="*/ 255958 h 4999978"/>
              <a:gd name="connsiteX190" fmla="*/ 2082409 w 12192000"/>
              <a:gd name="connsiteY190" fmla="*/ 227290 h 4999978"/>
              <a:gd name="connsiteX191" fmla="*/ 2105639 w 12192000"/>
              <a:gd name="connsiteY191" fmla="*/ 222648 h 4999978"/>
              <a:gd name="connsiteX192" fmla="*/ 2126992 w 12192000"/>
              <a:gd name="connsiteY192" fmla="*/ 224468 h 4999978"/>
              <a:gd name="connsiteX193" fmla="*/ 2133154 w 12192000"/>
              <a:gd name="connsiteY193" fmla="*/ 229952 h 4999978"/>
              <a:gd name="connsiteX194" fmla="*/ 2146154 w 12192000"/>
              <a:gd name="connsiteY194" fmla="*/ 228332 h 4999978"/>
              <a:gd name="connsiteX195" fmla="*/ 2149901 w 12192000"/>
              <a:gd name="connsiteY195" fmla="*/ 229116 h 4999978"/>
              <a:gd name="connsiteX196" fmla="*/ 2171100 w 12192000"/>
              <a:gd name="connsiteY196" fmla="*/ 232389 h 4999978"/>
              <a:gd name="connsiteX197" fmla="*/ 2209148 w 12192000"/>
              <a:gd name="connsiteY197" fmla="*/ 209225 h 4999978"/>
              <a:gd name="connsiteX198" fmla="*/ 2261889 w 12192000"/>
              <a:gd name="connsiteY198" fmla="*/ 205532 h 4999978"/>
              <a:gd name="connsiteX199" fmla="*/ 2452315 w 12192000"/>
              <a:gd name="connsiteY199" fmla="*/ 152899 h 4999978"/>
              <a:gd name="connsiteX200" fmla="*/ 2495330 w 12192000"/>
              <a:gd name="connsiteY200" fmla="*/ 142101 h 4999978"/>
              <a:gd name="connsiteX201" fmla="*/ 2665623 w 12192000"/>
              <a:gd name="connsiteY201" fmla="*/ 96394 h 4999978"/>
              <a:gd name="connsiteX202" fmla="*/ 2763332 w 12192000"/>
              <a:gd name="connsiteY202" fmla="*/ 74831 h 4999978"/>
              <a:gd name="connsiteX203" fmla="*/ 2843870 w 12192000"/>
              <a:gd name="connsiteY203" fmla="*/ 47507 h 4999978"/>
              <a:gd name="connsiteX204" fmla="*/ 2862745 w 12192000"/>
              <a:gd name="connsiteY204" fmla="*/ 43242 h 4999978"/>
              <a:gd name="connsiteX205" fmla="*/ 2864596 w 12192000"/>
              <a:gd name="connsiteY205" fmla="*/ 39218 h 4999978"/>
              <a:gd name="connsiteX206" fmla="*/ 2875381 w 12192000"/>
              <a:gd name="connsiteY206" fmla="*/ 35003 h 4999978"/>
              <a:gd name="connsiteX207" fmla="*/ 2895139 w 12192000"/>
              <a:gd name="connsiteY207" fmla="*/ 24186 h 4999978"/>
              <a:gd name="connsiteX208" fmla="*/ 2932205 w 12192000"/>
              <a:gd name="connsiteY208" fmla="*/ 11873 h 4999978"/>
              <a:gd name="connsiteX209" fmla="*/ 2933310 w 12192000"/>
              <a:gd name="connsiteY209" fmla="*/ 12816 h 4999978"/>
              <a:gd name="connsiteX210" fmla="*/ 2945218 w 12192000"/>
              <a:gd name="connsiteY210" fmla="*/ 14141 h 4999978"/>
              <a:gd name="connsiteX211" fmla="*/ 2966465 w 12192000"/>
              <a:gd name="connsiteY211" fmla="*/ 14117 h 4999978"/>
              <a:gd name="connsiteX212" fmla="*/ 3016048 w 12192000"/>
              <a:gd name="connsiteY212" fmla="*/ 12381 h 4999978"/>
              <a:gd name="connsiteX213" fmla="*/ 3057077 w 12192000"/>
              <a:gd name="connsiteY213" fmla="*/ 14845 h 4999978"/>
              <a:gd name="connsiteX214" fmla="*/ 3148105 w 12192000"/>
              <a:gd name="connsiteY214" fmla="*/ 30648 h 4999978"/>
              <a:gd name="connsiteX215" fmla="*/ 3251671 w 12192000"/>
              <a:gd name="connsiteY215" fmla="*/ 31575 h 4999978"/>
              <a:gd name="connsiteX216" fmla="*/ 3351400 w 12192000"/>
              <a:gd name="connsiteY216" fmla="*/ 32687 h 4999978"/>
              <a:gd name="connsiteX217" fmla="*/ 3387481 w 12192000"/>
              <a:gd name="connsiteY217" fmla="*/ 31443 h 4999978"/>
              <a:gd name="connsiteX218" fmla="*/ 3451923 w 12192000"/>
              <a:gd name="connsiteY218" fmla="*/ 36482 h 4999978"/>
              <a:gd name="connsiteX219" fmla="*/ 3481520 w 12192000"/>
              <a:gd name="connsiteY219" fmla="*/ 43287 h 4999978"/>
              <a:gd name="connsiteX220" fmla="*/ 3482804 w 12192000"/>
              <a:gd name="connsiteY220" fmla="*/ 42812 h 4999978"/>
              <a:gd name="connsiteX221" fmla="*/ 3485495 w 12192000"/>
              <a:gd name="connsiteY221" fmla="*/ 45921 h 4999978"/>
              <a:gd name="connsiteX222" fmla="*/ 3490972 w 12192000"/>
              <a:gd name="connsiteY222" fmla="*/ 47286 h 4999978"/>
              <a:gd name="connsiteX223" fmla="*/ 3505835 w 12192000"/>
              <a:gd name="connsiteY223" fmla="*/ 46077 h 4999978"/>
              <a:gd name="connsiteX224" fmla="*/ 3511410 w 12192000"/>
              <a:gd name="connsiteY224" fmla="*/ 44808 h 4999978"/>
              <a:gd name="connsiteX225" fmla="*/ 3519598 w 12192000"/>
              <a:gd name="connsiteY225" fmla="*/ 44683 h 4999978"/>
              <a:gd name="connsiteX226" fmla="*/ 3519807 w 12192000"/>
              <a:gd name="connsiteY226" fmla="*/ 44938 h 4999978"/>
              <a:gd name="connsiteX227" fmla="*/ 3527466 w 12192000"/>
              <a:gd name="connsiteY227" fmla="*/ 44316 h 4999978"/>
              <a:gd name="connsiteX228" fmla="*/ 3564889 w 12192000"/>
              <a:gd name="connsiteY228" fmla="*/ 57394 h 4999978"/>
              <a:gd name="connsiteX229" fmla="*/ 3614922 w 12192000"/>
              <a:gd name="connsiteY229" fmla="*/ 61804 h 4999978"/>
              <a:gd name="connsiteX230" fmla="*/ 3635506 w 12192000"/>
              <a:gd name="connsiteY230" fmla="*/ 65718 h 4999978"/>
              <a:gd name="connsiteX231" fmla="*/ 3646525 w 12192000"/>
              <a:gd name="connsiteY231" fmla="*/ 69193 h 4999978"/>
              <a:gd name="connsiteX232" fmla="*/ 3647224 w 12192000"/>
              <a:gd name="connsiteY232" fmla="*/ 70303 h 4999978"/>
              <a:gd name="connsiteX233" fmla="*/ 3683100 w 12192000"/>
              <a:gd name="connsiteY233" fmla="*/ 64109 h 4999978"/>
              <a:gd name="connsiteX234" fmla="*/ 3687901 w 12192000"/>
              <a:gd name="connsiteY234" fmla="*/ 65372 h 4999978"/>
              <a:gd name="connsiteX235" fmla="*/ 3711234 w 12192000"/>
              <a:gd name="connsiteY235" fmla="*/ 58665 h 4999978"/>
              <a:gd name="connsiteX236" fmla="*/ 3723318 w 12192000"/>
              <a:gd name="connsiteY236" fmla="*/ 56625 h 4999978"/>
              <a:gd name="connsiteX237" fmla="*/ 3726677 w 12192000"/>
              <a:gd name="connsiteY237" fmla="*/ 53112 h 4999978"/>
              <a:gd name="connsiteX238" fmla="*/ 3744535 w 12192000"/>
              <a:gd name="connsiteY238" fmla="*/ 51590 h 4999978"/>
              <a:gd name="connsiteX239" fmla="*/ 3746608 w 12192000"/>
              <a:gd name="connsiteY239" fmla="*/ 52522 h 4999978"/>
              <a:gd name="connsiteX240" fmla="*/ 3761262 w 12192000"/>
              <a:gd name="connsiteY240" fmla="*/ 47147 h 4999978"/>
              <a:gd name="connsiteX241" fmla="*/ 3803931 w 12192000"/>
              <a:gd name="connsiteY241" fmla="*/ 49309 h 4999978"/>
              <a:gd name="connsiteX242" fmla="*/ 3925626 w 12192000"/>
              <a:gd name="connsiteY242" fmla="*/ 40301 h 4999978"/>
              <a:gd name="connsiteX243" fmla="*/ 4033324 w 12192000"/>
              <a:gd name="connsiteY243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26733 w 12192000"/>
              <a:gd name="connsiteY126" fmla="*/ 368801 h 4999978"/>
              <a:gd name="connsiteX127" fmla="*/ 9802144 w 12192000"/>
              <a:gd name="connsiteY127" fmla="*/ 394479 h 4999978"/>
              <a:gd name="connsiteX128" fmla="*/ 9905153 w 12192000"/>
              <a:gd name="connsiteY128" fmla="*/ 400650 h 4999978"/>
              <a:gd name="connsiteX129" fmla="*/ 9922553 w 12192000"/>
              <a:gd name="connsiteY129" fmla="*/ 404569 h 4999978"/>
              <a:gd name="connsiteX130" fmla="*/ 10044658 w 12192000"/>
              <a:gd name="connsiteY130" fmla="*/ 418077 h 4999978"/>
              <a:gd name="connsiteX131" fmla="*/ 10184585 w 12192000"/>
              <a:gd name="connsiteY131" fmla="*/ 407138 h 4999978"/>
              <a:gd name="connsiteX132" fmla="*/ 10366435 w 12192000"/>
              <a:gd name="connsiteY132" fmla="*/ 462428 h 4999978"/>
              <a:gd name="connsiteX133" fmla="*/ 10688220 w 12192000"/>
              <a:gd name="connsiteY133" fmla="*/ 542258 h 4999978"/>
              <a:gd name="connsiteX134" fmla="*/ 11026690 w 12192000"/>
              <a:gd name="connsiteY134" fmla="*/ 550681 h 4999978"/>
              <a:gd name="connsiteX135" fmla="*/ 11113779 w 12192000"/>
              <a:gd name="connsiteY135" fmla="*/ 533868 h 4999978"/>
              <a:gd name="connsiteX136" fmla="*/ 11369556 w 12192000"/>
              <a:gd name="connsiteY136" fmla="*/ 491719 h 4999978"/>
              <a:gd name="connsiteX137" fmla="*/ 11623342 w 12192000"/>
              <a:gd name="connsiteY137" fmla="*/ 388428 h 4999978"/>
              <a:gd name="connsiteX138" fmla="*/ 11786511 w 12192000"/>
              <a:gd name="connsiteY138" fmla="*/ 358390 h 4999978"/>
              <a:gd name="connsiteX139" fmla="*/ 11862577 w 12192000"/>
              <a:gd name="connsiteY139" fmla="*/ 330549 h 4999978"/>
              <a:gd name="connsiteX140" fmla="*/ 11916612 w 12192000"/>
              <a:gd name="connsiteY140" fmla="*/ 323810 h 4999978"/>
              <a:gd name="connsiteX141" fmla="*/ 11948830 w 12192000"/>
              <a:gd name="connsiteY141" fmla="*/ 318062 h 4999978"/>
              <a:gd name="connsiteX142" fmla="*/ 12001583 w 12192000"/>
              <a:gd name="connsiteY142" fmla="*/ 279643 h 4999978"/>
              <a:gd name="connsiteX143" fmla="*/ 12174977 w 12192000"/>
              <a:gd name="connsiteY143" fmla="*/ 264652 h 4999978"/>
              <a:gd name="connsiteX144" fmla="*/ 12192000 w 12192000"/>
              <a:gd name="connsiteY144" fmla="*/ 256549 h 4999978"/>
              <a:gd name="connsiteX145" fmla="*/ 12192000 w 12192000"/>
              <a:gd name="connsiteY145" fmla="*/ 4999978 h 4999978"/>
              <a:gd name="connsiteX146" fmla="*/ 0 w 12192000"/>
              <a:gd name="connsiteY146" fmla="*/ 4999978 h 4999978"/>
              <a:gd name="connsiteX147" fmla="*/ 0 w 12192000"/>
              <a:gd name="connsiteY147" fmla="*/ 617449 h 4999978"/>
              <a:gd name="connsiteX148" fmla="*/ 11075 w 12192000"/>
              <a:gd name="connsiteY148" fmla="*/ 615178 h 4999978"/>
              <a:gd name="connsiteX149" fmla="*/ 44061 w 12192000"/>
              <a:gd name="connsiteY149" fmla="*/ 608596 h 4999978"/>
              <a:gd name="connsiteX150" fmla="*/ 136694 w 12192000"/>
              <a:gd name="connsiteY150" fmla="*/ 556415 h 4999978"/>
              <a:gd name="connsiteX151" fmla="*/ 170342 w 12192000"/>
              <a:gd name="connsiteY151" fmla="*/ 551077 h 4999978"/>
              <a:gd name="connsiteX152" fmla="*/ 168955 w 12192000"/>
              <a:gd name="connsiteY152" fmla="*/ 542164 h 4999978"/>
              <a:gd name="connsiteX153" fmla="*/ 181474 w 12192000"/>
              <a:gd name="connsiteY153" fmla="*/ 541281 h 4999978"/>
              <a:gd name="connsiteX154" fmla="*/ 209440 w 12192000"/>
              <a:gd name="connsiteY154" fmla="*/ 540561 h 4999978"/>
              <a:gd name="connsiteX155" fmla="*/ 293152 w 12192000"/>
              <a:gd name="connsiteY155" fmla="*/ 536576 h 4999978"/>
              <a:gd name="connsiteX156" fmla="*/ 315693 w 12192000"/>
              <a:gd name="connsiteY156" fmla="*/ 519030 h 4999978"/>
              <a:gd name="connsiteX157" fmla="*/ 337305 w 12192000"/>
              <a:gd name="connsiteY157" fmla="*/ 518372 h 4999978"/>
              <a:gd name="connsiteX158" fmla="*/ 462252 w 12192000"/>
              <a:gd name="connsiteY158" fmla="*/ 493151 h 4999978"/>
              <a:gd name="connsiteX159" fmla="*/ 479457 w 12192000"/>
              <a:gd name="connsiteY159" fmla="*/ 491123 h 4999978"/>
              <a:gd name="connsiteX160" fmla="*/ 488653 w 12192000"/>
              <a:gd name="connsiteY160" fmla="*/ 483257 h 4999978"/>
              <a:gd name="connsiteX161" fmla="*/ 522053 w 12192000"/>
              <a:gd name="connsiteY161" fmla="*/ 481125 h 4999978"/>
              <a:gd name="connsiteX162" fmla="*/ 523520 w 12192000"/>
              <a:gd name="connsiteY162" fmla="*/ 476713 h 4999978"/>
              <a:gd name="connsiteX163" fmla="*/ 632714 w 12192000"/>
              <a:gd name="connsiteY163" fmla="*/ 437101 h 4999978"/>
              <a:gd name="connsiteX164" fmla="*/ 651426 w 12192000"/>
              <a:gd name="connsiteY164" fmla="*/ 430544 h 4999978"/>
              <a:gd name="connsiteX165" fmla="*/ 667724 w 12192000"/>
              <a:gd name="connsiteY165" fmla="*/ 432138 h 4999978"/>
              <a:gd name="connsiteX166" fmla="*/ 757679 w 12192000"/>
              <a:gd name="connsiteY166" fmla="*/ 425145 h 4999978"/>
              <a:gd name="connsiteX167" fmla="*/ 779159 w 12192000"/>
              <a:gd name="connsiteY167" fmla="*/ 428059 h 4999978"/>
              <a:gd name="connsiteX168" fmla="*/ 788293 w 12192000"/>
              <a:gd name="connsiteY168" fmla="*/ 434863 h 4999978"/>
              <a:gd name="connsiteX169" fmla="*/ 822923 w 12192000"/>
              <a:gd name="connsiteY169" fmla="*/ 421074 h 4999978"/>
              <a:gd name="connsiteX170" fmla="*/ 876559 w 12192000"/>
              <a:gd name="connsiteY170" fmla="*/ 411088 h 4999978"/>
              <a:gd name="connsiteX171" fmla="*/ 902011 w 12192000"/>
              <a:gd name="connsiteY171" fmla="*/ 404118 h 4999978"/>
              <a:gd name="connsiteX172" fmla="*/ 922715 w 12192000"/>
              <a:gd name="connsiteY172" fmla="*/ 407699 h 4999978"/>
              <a:gd name="connsiteX173" fmla="*/ 1040139 w 12192000"/>
              <a:gd name="connsiteY173" fmla="*/ 406590 h 4999978"/>
              <a:gd name="connsiteX174" fmla="*/ 1067251 w 12192000"/>
              <a:gd name="connsiteY174" fmla="*/ 412384 h 4999978"/>
              <a:gd name="connsiteX175" fmla="*/ 1080272 w 12192000"/>
              <a:gd name="connsiteY175" fmla="*/ 424669 h 4999978"/>
              <a:gd name="connsiteX176" fmla="*/ 1090219 w 12192000"/>
              <a:gd name="connsiteY176" fmla="*/ 420026 h 4999978"/>
              <a:gd name="connsiteX177" fmla="*/ 1161226 w 12192000"/>
              <a:gd name="connsiteY177" fmla="*/ 418304 h 4999978"/>
              <a:gd name="connsiteX178" fmla="*/ 1207525 w 12192000"/>
              <a:gd name="connsiteY178" fmla="*/ 416039 h 4999978"/>
              <a:gd name="connsiteX179" fmla="*/ 1295331 w 12192000"/>
              <a:gd name="connsiteY179" fmla="*/ 402182 h 4999978"/>
              <a:gd name="connsiteX180" fmla="*/ 1347118 w 12192000"/>
              <a:gd name="connsiteY180" fmla="*/ 399704 h 4999978"/>
              <a:gd name="connsiteX181" fmla="*/ 1378108 w 12192000"/>
              <a:gd name="connsiteY181" fmla="*/ 398410 h 4999978"/>
              <a:gd name="connsiteX182" fmla="*/ 1459192 w 12192000"/>
              <a:gd name="connsiteY182" fmla="*/ 380919 h 4999978"/>
              <a:gd name="connsiteX183" fmla="*/ 1590120 w 12192000"/>
              <a:gd name="connsiteY183" fmla="*/ 317608 h 4999978"/>
              <a:gd name="connsiteX184" fmla="*/ 1631417 w 12192000"/>
              <a:gd name="connsiteY184" fmla="*/ 308227 h 4999978"/>
              <a:gd name="connsiteX185" fmla="*/ 1638727 w 12192000"/>
              <a:gd name="connsiteY185" fmla="*/ 311610 h 4999978"/>
              <a:gd name="connsiteX186" fmla="*/ 1844438 w 12192000"/>
              <a:gd name="connsiteY186" fmla="*/ 271304 h 4999978"/>
              <a:gd name="connsiteX187" fmla="*/ 1881324 w 12192000"/>
              <a:gd name="connsiteY187" fmla="*/ 268497 h 4999978"/>
              <a:gd name="connsiteX188" fmla="*/ 1908999 w 12192000"/>
              <a:gd name="connsiteY188" fmla="*/ 269338 h 4999978"/>
              <a:gd name="connsiteX189" fmla="*/ 1974956 w 12192000"/>
              <a:gd name="connsiteY189" fmla="*/ 255958 h 4999978"/>
              <a:gd name="connsiteX190" fmla="*/ 2082409 w 12192000"/>
              <a:gd name="connsiteY190" fmla="*/ 227290 h 4999978"/>
              <a:gd name="connsiteX191" fmla="*/ 2105639 w 12192000"/>
              <a:gd name="connsiteY191" fmla="*/ 222648 h 4999978"/>
              <a:gd name="connsiteX192" fmla="*/ 2126992 w 12192000"/>
              <a:gd name="connsiteY192" fmla="*/ 224468 h 4999978"/>
              <a:gd name="connsiteX193" fmla="*/ 2133154 w 12192000"/>
              <a:gd name="connsiteY193" fmla="*/ 229952 h 4999978"/>
              <a:gd name="connsiteX194" fmla="*/ 2146154 w 12192000"/>
              <a:gd name="connsiteY194" fmla="*/ 228332 h 4999978"/>
              <a:gd name="connsiteX195" fmla="*/ 2149901 w 12192000"/>
              <a:gd name="connsiteY195" fmla="*/ 229116 h 4999978"/>
              <a:gd name="connsiteX196" fmla="*/ 2171100 w 12192000"/>
              <a:gd name="connsiteY196" fmla="*/ 232389 h 4999978"/>
              <a:gd name="connsiteX197" fmla="*/ 2209148 w 12192000"/>
              <a:gd name="connsiteY197" fmla="*/ 209225 h 4999978"/>
              <a:gd name="connsiteX198" fmla="*/ 2261889 w 12192000"/>
              <a:gd name="connsiteY198" fmla="*/ 205532 h 4999978"/>
              <a:gd name="connsiteX199" fmla="*/ 2452315 w 12192000"/>
              <a:gd name="connsiteY199" fmla="*/ 152899 h 4999978"/>
              <a:gd name="connsiteX200" fmla="*/ 2495330 w 12192000"/>
              <a:gd name="connsiteY200" fmla="*/ 142101 h 4999978"/>
              <a:gd name="connsiteX201" fmla="*/ 2665623 w 12192000"/>
              <a:gd name="connsiteY201" fmla="*/ 96394 h 4999978"/>
              <a:gd name="connsiteX202" fmla="*/ 2763332 w 12192000"/>
              <a:gd name="connsiteY202" fmla="*/ 74831 h 4999978"/>
              <a:gd name="connsiteX203" fmla="*/ 2843870 w 12192000"/>
              <a:gd name="connsiteY203" fmla="*/ 47507 h 4999978"/>
              <a:gd name="connsiteX204" fmla="*/ 2862745 w 12192000"/>
              <a:gd name="connsiteY204" fmla="*/ 43242 h 4999978"/>
              <a:gd name="connsiteX205" fmla="*/ 2864596 w 12192000"/>
              <a:gd name="connsiteY205" fmla="*/ 39218 h 4999978"/>
              <a:gd name="connsiteX206" fmla="*/ 2875381 w 12192000"/>
              <a:gd name="connsiteY206" fmla="*/ 35003 h 4999978"/>
              <a:gd name="connsiteX207" fmla="*/ 2895139 w 12192000"/>
              <a:gd name="connsiteY207" fmla="*/ 24186 h 4999978"/>
              <a:gd name="connsiteX208" fmla="*/ 2932205 w 12192000"/>
              <a:gd name="connsiteY208" fmla="*/ 11873 h 4999978"/>
              <a:gd name="connsiteX209" fmla="*/ 2933310 w 12192000"/>
              <a:gd name="connsiteY209" fmla="*/ 12816 h 4999978"/>
              <a:gd name="connsiteX210" fmla="*/ 2945218 w 12192000"/>
              <a:gd name="connsiteY210" fmla="*/ 14141 h 4999978"/>
              <a:gd name="connsiteX211" fmla="*/ 2966465 w 12192000"/>
              <a:gd name="connsiteY211" fmla="*/ 14117 h 4999978"/>
              <a:gd name="connsiteX212" fmla="*/ 3016048 w 12192000"/>
              <a:gd name="connsiteY212" fmla="*/ 12381 h 4999978"/>
              <a:gd name="connsiteX213" fmla="*/ 3057077 w 12192000"/>
              <a:gd name="connsiteY213" fmla="*/ 14845 h 4999978"/>
              <a:gd name="connsiteX214" fmla="*/ 3148105 w 12192000"/>
              <a:gd name="connsiteY214" fmla="*/ 30648 h 4999978"/>
              <a:gd name="connsiteX215" fmla="*/ 3251671 w 12192000"/>
              <a:gd name="connsiteY215" fmla="*/ 31575 h 4999978"/>
              <a:gd name="connsiteX216" fmla="*/ 3351400 w 12192000"/>
              <a:gd name="connsiteY216" fmla="*/ 32687 h 4999978"/>
              <a:gd name="connsiteX217" fmla="*/ 3387481 w 12192000"/>
              <a:gd name="connsiteY217" fmla="*/ 31443 h 4999978"/>
              <a:gd name="connsiteX218" fmla="*/ 3451923 w 12192000"/>
              <a:gd name="connsiteY218" fmla="*/ 36482 h 4999978"/>
              <a:gd name="connsiteX219" fmla="*/ 3481520 w 12192000"/>
              <a:gd name="connsiteY219" fmla="*/ 43287 h 4999978"/>
              <a:gd name="connsiteX220" fmla="*/ 3482804 w 12192000"/>
              <a:gd name="connsiteY220" fmla="*/ 42812 h 4999978"/>
              <a:gd name="connsiteX221" fmla="*/ 3485495 w 12192000"/>
              <a:gd name="connsiteY221" fmla="*/ 45921 h 4999978"/>
              <a:gd name="connsiteX222" fmla="*/ 3490972 w 12192000"/>
              <a:gd name="connsiteY222" fmla="*/ 47286 h 4999978"/>
              <a:gd name="connsiteX223" fmla="*/ 3505835 w 12192000"/>
              <a:gd name="connsiteY223" fmla="*/ 46077 h 4999978"/>
              <a:gd name="connsiteX224" fmla="*/ 3511410 w 12192000"/>
              <a:gd name="connsiteY224" fmla="*/ 44808 h 4999978"/>
              <a:gd name="connsiteX225" fmla="*/ 3519598 w 12192000"/>
              <a:gd name="connsiteY225" fmla="*/ 44683 h 4999978"/>
              <a:gd name="connsiteX226" fmla="*/ 3519807 w 12192000"/>
              <a:gd name="connsiteY226" fmla="*/ 44938 h 4999978"/>
              <a:gd name="connsiteX227" fmla="*/ 3527466 w 12192000"/>
              <a:gd name="connsiteY227" fmla="*/ 44316 h 4999978"/>
              <a:gd name="connsiteX228" fmla="*/ 3564889 w 12192000"/>
              <a:gd name="connsiteY228" fmla="*/ 57394 h 4999978"/>
              <a:gd name="connsiteX229" fmla="*/ 3614922 w 12192000"/>
              <a:gd name="connsiteY229" fmla="*/ 61804 h 4999978"/>
              <a:gd name="connsiteX230" fmla="*/ 3635506 w 12192000"/>
              <a:gd name="connsiteY230" fmla="*/ 65718 h 4999978"/>
              <a:gd name="connsiteX231" fmla="*/ 3646525 w 12192000"/>
              <a:gd name="connsiteY231" fmla="*/ 69193 h 4999978"/>
              <a:gd name="connsiteX232" fmla="*/ 3647224 w 12192000"/>
              <a:gd name="connsiteY232" fmla="*/ 70303 h 4999978"/>
              <a:gd name="connsiteX233" fmla="*/ 3683100 w 12192000"/>
              <a:gd name="connsiteY233" fmla="*/ 64109 h 4999978"/>
              <a:gd name="connsiteX234" fmla="*/ 3687901 w 12192000"/>
              <a:gd name="connsiteY234" fmla="*/ 65372 h 4999978"/>
              <a:gd name="connsiteX235" fmla="*/ 3711234 w 12192000"/>
              <a:gd name="connsiteY235" fmla="*/ 58665 h 4999978"/>
              <a:gd name="connsiteX236" fmla="*/ 3723318 w 12192000"/>
              <a:gd name="connsiteY236" fmla="*/ 56625 h 4999978"/>
              <a:gd name="connsiteX237" fmla="*/ 3726677 w 12192000"/>
              <a:gd name="connsiteY237" fmla="*/ 53112 h 4999978"/>
              <a:gd name="connsiteX238" fmla="*/ 3744535 w 12192000"/>
              <a:gd name="connsiteY238" fmla="*/ 51590 h 4999978"/>
              <a:gd name="connsiteX239" fmla="*/ 3746608 w 12192000"/>
              <a:gd name="connsiteY239" fmla="*/ 52522 h 4999978"/>
              <a:gd name="connsiteX240" fmla="*/ 3761262 w 12192000"/>
              <a:gd name="connsiteY240" fmla="*/ 47147 h 4999978"/>
              <a:gd name="connsiteX241" fmla="*/ 3803931 w 12192000"/>
              <a:gd name="connsiteY241" fmla="*/ 49309 h 4999978"/>
              <a:gd name="connsiteX242" fmla="*/ 3925626 w 12192000"/>
              <a:gd name="connsiteY242" fmla="*/ 40301 h 4999978"/>
              <a:gd name="connsiteX243" fmla="*/ 4033324 w 12192000"/>
              <a:gd name="connsiteY243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802144 w 12192000"/>
              <a:gd name="connsiteY126" fmla="*/ 394479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36694 w 12192000"/>
              <a:gd name="connsiteY149" fmla="*/ 556415 h 4999978"/>
              <a:gd name="connsiteX150" fmla="*/ 170342 w 12192000"/>
              <a:gd name="connsiteY150" fmla="*/ 551077 h 4999978"/>
              <a:gd name="connsiteX151" fmla="*/ 168955 w 12192000"/>
              <a:gd name="connsiteY151" fmla="*/ 542164 h 4999978"/>
              <a:gd name="connsiteX152" fmla="*/ 181474 w 12192000"/>
              <a:gd name="connsiteY152" fmla="*/ 541281 h 4999978"/>
              <a:gd name="connsiteX153" fmla="*/ 209440 w 12192000"/>
              <a:gd name="connsiteY153" fmla="*/ 540561 h 4999978"/>
              <a:gd name="connsiteX154" fmla="*/ 293152 w 12192000"/>
              <a:gd name="connsiteY154" fmla="*/ 536576 h 4999978"/>
              <a:gd name="connsiteX155" fmla="*/ 315693 w 12192000"/>
              <a:gd name="connsiteY155" fmla="*/ 519030 h 4999978"/>
              <a:gd name="connsiteX156" fmla="*/ 337305 w 12192000"/>
              <a:gd name="connsiteY156" fmla="*/ 518372 h 4999978"/>
              <a:gd name="connsiteX157" fmla="*/ 462252 w 12192000"/>
              <a:gd name="connsiteY157" fmla="*/ 493151 h 4999978"/>
              <a:gd name="connsiteX158" fmla="*/ 479457 w 12192000"/>
              <a:gd name="connsiteY158" fmla="*/ 491123 h 4999978"/>
              <a:gd name="connsiteX159" fmla="*/ 488653 w 12192000"/>
              <a:gd name="connsiteY159" fmla="*/ 483257 h 4999978"/>
              <a:gd name="connsiteX160" fmla="*/ 522053 w 12192000"/>
              <a:gd name="connsiteY160" fmla="*/ 481125 h 4999978"/>
              <a:gd name="connsiteX161" fmla="*/ 523520 w 12192000"/>
              <a:gd name="connsiteY161" fmla="*/ 476713 h 4999978"/>
              <a:gd name="connsiteX162" fmla="*/ 632714 w 12192000"/>
              <a:gd name="connsiteY162" fmla="*/ 437101 h 4999978"/>
              <a:gd name="connsiteX163" fmla="*/ 651426 w 12192000"/>
              <a:gd name="connsiteY163" fmla="*/ 430544 h 4999978"/>
              <a:gd name="connsiteX164" fmla="*/ 667724 w 12192000"/>
              <a:gd name="connsiteY164" fmla="*/ 432138 h 4999978"/>
              <a:gd name="connsiteX165" fmla="*/ 757679 w 12192000"/>
              <a:gd name="connsiteY165" fmla="*/ 425145 h 4999978"/>
              <a:gd name="connsiteX166" fmla="*/ 779159 w 12192000"/>
              <a:gd name="connsiteY166" fmla="*/ 428059 h 4999978"/>
              <a:gd name="connsiteX167" fmla="*/ 788293 w 12192000"/>
              <a:gd name="connsiteY167" fmla="*/ 434863 h 4999978"/>
              <a:gd name="connsiteX168" fmla="*/ 822923 w 12192000"/>
              <a:gd name="connsiteY168" fmla="*/ 421074 h 4999978"/>
              <a:gd name="connsiteX169" fmla="*/ 876559 w 12192000"/>
              <a:gd name="connsiteY169" fmla="*/ 411088 h 4999978"/>
              <a:gd name="connsiteX170" fmla="*/ 902011 w 12192000"/>
              <a:gd name="connsiteY170" fmla="*/ 404118 h 4999978"/>
              <a:gd name="connsiteX171" fmla="*/ 922715 w 12192000"/>
              <a:gd name="connsiteY171" fmla="*/ 407699 h 4999978"/>
              <a:gd name="connsiteX172" fmla="*/ 1040139 w 12192000"/>
              <a:gd name="connsiteY172" fmla="*/ 406590 h 4999978"/>
              <a:gd name="connsiteX173" fmla="*/ 1067251 w 12192000"/>
              <a:gd name="connsiteY173" fmla="*/ 412384 h 4999978"/>
              <a:gd name="connsiteX174" fmla="*/ 1080272 w 12192000"/>
              <a:gd name="connsiteY174" fmla="*/ 424669 h 4999978"/>
              <a:gd name="connsiteX175" fmla="*/ 1090219 w 12192000"/>
              <a:gd name="connsiteY175" fmla="*/ 420026 h 4999978"/>
              <a:gd name="connsiteX176" fmla="*/ 1161226 w 12192000"/>
              <a:gd name="connsiteY176" fmla="*/ 418304 h 4999978"/>
              <a:gd name="connsiteX177" fmla="*/ 1207525 w 12192000"/>
              <a:gd name="connsiteY177" fmla="*/ 416039 h 4999978"/>
              <a:gd name="connsiteX178" fmla="*/ 1295331 w 12192000"/>
              <a:gd name="connsiteY178" fmla="*/ 402182 h 4999978"/>
              <a:gd name="connsiteX179" fmla="*/ 1347118 w 12192000"/>
              <a:gd name="connsiteY179" fmla="*/ 399704 h 4999978"/>
              <a:gd name="connsiteX180" fmla="*/ 1378108 w 12192000"/>
              <a:gd name="connsiteY180" fmla="*/ 398410 h 4999978"/>
              <a:gd name="connsiteX181" fmla="*/ 1459192 w 12192000"/>
              <a:gd name="connsiteY181" fmla="*/ 380919 h 4999978"/>
              <a:gd name="connsiteX182" fmla="*/ 1590120 w 12192000"/>
              <a:gd name="connsiteY182" fmla="*/ 317608 h 4999978"/>
              <a:gd name="connsiteX183" fmla="*/ 1631417 w 12192000"/>
              <a:gd name="connsiteY183" fmla="*/ 308227 h 4999978"/>
              <a:gd name="connsiteX184" fmla="*/ 1638727 w 12192000"/>
              <a:gd name="connsiteY184" fmla="*/ 311610 h 4999978"/>
              <a:gd name="connsiteX185" fmla="*/ 1844438 w 12192000"/>
              <a:gd name="connsiteY185" fmla="*/ 271304 h 4999978"/>
              <a:gd name="connsiteX186" fmla="*/ 1881324 w 12192000"/>
              <a:gd name="connsiteY186" fmla="*/ 268497 h 4999978"/>
              <a:gd name="connsiteX187" fmla="*/ 1908999 w 12192000"/>
              <a:gd name="connsiteY187" fmla="*/ 269338 h 4999978"/>
              <a:gd name="connsiteX188" fmla="*/ 1974956 w 12192000"/>
              <a:gd name="connsiteY188" fmla="*/ 255958 h 4999978"/>
              <a:gd name="connsiteX189" fmla="*/ 2082409 w 12192000"/>
              <a:gd name="connsiteY189" fmla="*/ 227290 h 4999978"/>
              <a:gd name="connsiteX190" fmla="*/ 2105639 w 12192000"/>
              <a:gd name="connsiteY190" fmla="*/ 222648 h 4999978"/>
              <a:gd name="connsiteX191" fmla="*/ 2126992 w 12192000"/>
              <a:gd name="connsiteY191" fmla="*/ 224468 h 4999978"/>
              <a:gd name="connsiteX192" fmla="*/ 2133154 w 12192000"/>
              <a:gd name="connsiteY192" fmla="*/ 229952 h 4999978"/>
              <a:gd name="connsiteX193" fmla="*/ 2146154 w 12192000"/>
              <a:gd name="connsiteY193" fmla="*/ 228332 h 4999978"/>
              <a:gd name="connsiteX194" fmla="*/ 2149901 w 12192000"/>
              <a:gd name="connsiteY194" fmla="*/ 229116 h 4999978"/>
              <a:gd name="connsiteX195" fmla="*/ 2171100 w 12192000"/>
              <a:gd name="connsiteY195" fmla="*/ 232389 h 4999978"/>
              <a:gd name="connsiteX196" fmla="*/ 2209148 w 12192000"/>
              <a:gd name="connsiteY196" fmla="*/ 209225 h 4999978"/>
              <a:gd name="connsiteX197" fmla="*/ 2261889 w 12192000"/>
              <a:gd name="connsiteY197" fmla="*/ 205532 h 4999978"/>
              <a:gd name="connsiteX198" fmla="*/ 2452315 w 12192000"/>
              <a:gd name="connsiteY198" fmla="*/ 152899 h 4999978"/>
              <a:gd name="connsiteX199" fmla="*/ 2495330 w 12192000"/>
              <a:gd name="connsiteY199" fmla="*/ 142101 h 4999978"/>
              <a:gd name="connsiteX200" fmla="*/ 2665623 w 12192000"/>
              <a:gd name="connsiteY200" fmla="*/ 96394 h 4999978"/>
              <a:gd name="connsiteX201" fmla="*/ 2763332 w 12192000"/>
              <a:gd name="connsiteY201" fmla="*/ 74831 h 4999978"/>
              <a:gd name="connsiteX202" fmla="*/ 2843870 w 12192000"/>
              <a:gd name="connsiteY202" fmla="*/ 47507 h 4999978"/>
              <a:gd name="connsiteX203" fmla="*/ 2862745 w 12192000"/>
              <a:gd name="connsiteY203" fmla="*/ 43242 h 4999978"/>
              <a:gd name="connsiteX204" fmla="*/ 2864596 w 12192000"/>
              <a:gd name="connsiteY204" fmla="*/ 39218 h 4999978"/>
              <a:gd name="connsiteX205" fmla="*/ 2875381 w 12192000"/>
              <a:gd name="connsiteY205" fmla="*/ 35003 h 4999978"/>
              <a:gd name="connsiteX206" fmla="*/ 2895139 w 12192000"/>
              <a:gd name="connsiteY206" fmla="*/ 24186 h 4999978"/>
              <a:gd name="connsiteX207" fmla="*/ 2932205 w 12192000"/>
              <a:gd name="connsiteY207" fmla="*/ 11873 h 4999978"/>
              <a:gd name="connsiteX208" fmla="*/ 2933310 w 12192000"/>
              <a:gd name="connsiteY208" fmla="*/ 12816 h 4999978"/>
              <a:gd name="connsiteX209" fmla="*/ 2945218 w 12192000"/>
              <a:gd name="connsiteY209" fmla="*/ 14141 h 4999978"/>
              <a:gd name="connsiteX210" fmla="*/ 2966465 w 12192000"/>
              <a:gd name="connsiteY210" fmla="*/ 14117 h 4999978"/>
              <a:gd name="connsiteX211" fmla="*/ 3016048 w 12192000"/>
              <a:gd name="connsiteY211" fmla="*/ 12381 h 4999978"/>
              <a:gd name="connsiteX212" fmla="*/ 3057077 w 12192000"/>
              <a:gd name="connsiteY212" fmla="*/ 14845 h 4999978"/>
              <a:gd name="connsiteX213" fmla="*/ 3148105 w 12192000"/>
              <a:gd name="connsiteY213" fmla="*/ 30648 h 4999978"/>
              <a:gd name="connsiteX214" fmla="*/ 3251671 w 12192000"/>
              <a:gd name="connsiteY214" fmla="*/ 31575 h 4999978"/>
              <a:gd name="connsiteX215" fmla="*/ 3351400 w 12192000"/>
              <a:gd name="connsiteY215" fmla="*/ 32687 h 4999978"/>
              <a:gd name="connsiteX216" fmla="*/ 3387481 w 12192000"/>
              <a:gd name="connsiteY216" fmla="*/ 31443 h 4999978"/>
              <a:gd name="connsiteX217" fmla="*/ 3451923 w 12192000"/>
              <a:gd name="connsiteY217" fmla="*/ 36482 h 4999978"/>
              <a:gd name="connsiteX218" fmla="*/ 3481520 w 12192000"/>
              <a:gd name="connsiteY218" fmla="*/ 43287 h 4999978"/>
              <a:gd name="connsiteX219" fmla="*/ 3482804 w 12192000"/>
              <a:gd name="connsiteY219" fmla="*/ 42812 h 4999978"/>
              <a:gd name="connsiteX220" fmla="*/ 3485495 w 12192000"/>
              <a:gd name="connsiteY220" fmla="*/ 45921 h 4999978"/>
              <a:gd name="connsiteX221" fmla="*/ 3490972 w 12192000"/>
              <a:gd name="connsiteY221" fmla="*/ 47286 h 4999978"/>
              <a:gd name="connsiteX222" fmla="*/ 3505835 w 12192000"/>
              <a:gd name="connsiteY222" fmla="*/ 46077 h 4999978"/>
              <a:gd name="connsiteX223" fmla="*/ 3511410 w 12192000"/>
              <a:gd name="connsiteY223" fmla="*/ 44808 h 4999978"/>
              <a:gd name="connsiteX224" fmla="*/ 3519598 w 12192000"/>
              <a:gd name="connsiteY224" fmla="*/ 44683 h 4999978"/>
              <a:gd name="connsiteX225" fmla="*/ 3519807 w 12192000"/>
              <a:gd name="connsiteY225" fmla="*/ 44938 h 4999978"/>
              <a:gd name="connsiteX226" fmla="*/ 3527466 w 12192000"/>
              <a:gd name="connsiteY226" fmla="*/ 44316 h 4999978"/>
              <a:gd name="connsiteX227" fmla="*/ 3564889 w 12192000"/>
              <a:gd name="connsiteY227" fmla="*/ 57394 h 4999978"/>
              <a:gd name="connsiteX228" fmla="*/ 3614922 w 12192000"/>
              <a:gd name="connsiteY228" fmla="*/ 61804 h 4999978"/>
              <a:gd name="connsiteX229" fmla="*/ 3635506 w 12192000"/>
              <a:gd name="connsiteY229" fmla="*/ 65718 h 4999978"/>
              <a:gd name="connsiteX230" fmla="*/ 3646525 w 12192000"/>
              <a:gd name="connsiteY230" fmla="*/ 69193 h 4999978"/>
              <a:gd name="connsiteX231" fmla="*/ 3647224 w 12192000"/>
              <a:gd name="connsiteY231" fmla="*/ 70303 h 4999978"/>
              <a:gd name="connsiteX232" fmla="*/ 3683100 w 12192000"/>
              <a:gd name="connsiteY232" fmla="*/ 64109 h 4999978"/>
              <a:gd name="connsiteX233" fmla="*/ 3687901 w 12192000"/>
              <a:gd name="connsiteY233" fmla="*/ 65372 h 4999978"/>
              <a:gd name="connsiteX234" fmla="*/ 3711234 w 12192000"/>
              <a:gd name="connsiteY234" fmla="*/ 58665 h 4999978"/>
              <a:gd name="connsiteX235" fmla="*/ 3723318 w 12192000"/>
              <a:gd name="connsiteY235" fmla="*/ 56625 h 4999978"/>
              <a:gd name="connsiteX236" fmla="*/ 3726677 w 12192000"/>
              <a:gd name="connsiteY236" fmla="*/ 53112 h 4999978"/>
              <a:gd name="connsiteX237" fmla="*/ 3744535 w 12192000"/>
              <a:gd name="connsiteY237" fmla="*/ 51590 h 4999978"/>
              <a:gd name="connsiteX238" fmla="*/ 3746608 w 12192000"/>
              <a:gd name="connsiteY238" fmla="*/ 52522 h 4999978"/>
              <a:gd name="connsiteX239" fmla="*/ 3761262 w 12192000"/>
              <a:gd name="connsiteY239" fmla="*/ 47147 h 4999978"/>
              <a:gd name="connsiteX240" fmla="*/ 3803931 w 12192000"/>
              <a:gd name="connsiteY240" fmla="*/ 49309 h 4999978"/>
              <a:gd name="connsiteX241" fmla="*/ 3925626 w 12192000"/>
              <a:gd name="connsiteY241" fmla="*/ 40301 h 4999978"/>
              <a:gd name="connsiteX242" fmla="*/ 4033324 w 12192000"/>
              <a:gd name="connsiteY242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71664 w 12192000"/>
              <a:gd name="connsiteY126" fmla="*/ 375074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36694 w 12192000"/>
              <a:gd name="connsiteY149" fmla="*/ 556415 h 4999978"/>
              <a:gd name="connsiteX150" fmla="*/ 170342 w 12192000"/>
              <a:gd name="connsiteY150" fmla="*/ 551077 h 4999978"/>
              <a:gd name="connsiteX151" fmla="*/ 168955 w 12192000"/>
              <a:gd name="connsiteY151" fmla="*/ 542164 h 4999978"/>
              <a:gd name="connsiteX152" fmla="*/ 181474 w 12192000"/>
              <a:gd name="connsiteY152" fmla="*/ 541281 h 4999978"/>
              <a:gd name="connsiteX153" fmla="*/ 209440 w 12192000"/>
              <a:gd name="connsiteY153" fmla="*/ 540561 h 4999978"/>
              <a:gd name="connsiteX154" fmla="*/ 293152 w 12192000"/>
              <a:gd name="connsiteY154" fmla="*/ 536576 h 4999978"/>
              <a:gd name="connsiteX155" fmla="*/ 315693 w 12192000"/>
              <a:gd name="connsiteY155" fmla="*/ 519030 h 4999978"/>
              <a:gd name="connsiteX156" fmla="*/ 337305 w 12192000"/>
              <a:gd name="connsiteY156" fmla="*/ 518372 h 4999978"/>
              <a:gd name="connsiteX157" fmla="*/ 462252 w 12192000"/>
              <a:gd name="connsiteY157" fmla="*/ 493151 h 4999978"/>
              <a:gd name="connsiteX158" fmla="*/ 479457 w 12192000"/>
              <a:gd name="connsiteY158" fmla="*/ 491123 h 4999978"/>
              <a:gd name="connsiteX159" fmla="*/ 488653 w 12192000"/>
              <a:gd name="connsiteY159" fmla="*/ 483257 h 4999978"/>
              <a:gd name="connsiteX160" fmla="*/ 522053 w 12192000"/>
              <a:gd name="connsiteY160" fmla="*/ 481125 h 4999978"/>
              <a:gd name="connsiteX161" fmla="*/ 523520 w 12192000"/>
              <a:gd name="connsiteY161" fmla="*/ 476713 h 4999978"/>
              <a:gd name="connsiteX162" fmla="*/ 632714 w 12192000"/>
              <a:gd name="connsiteY162" fmla="*/ 437101 h 4999978"/>
              <a:gd name="connsiteX163" fmla="*/ 651426 w 12192000"/>
              <a:gd name="connsiteY163" fmla="*/ 430544 h 4999978"/>
              <a:gd name="connsiteX164" fmla="*/ 667724 w 12192000"/>
              <a:gd name="connsiteY164" fmla="*/ 432138 h 4999978"/>
              <a:gd name="connsiteX165" fmla="*/ 757679 w 12192000"/>
              <a:gd name="connsiteY165" fmla="*/ 425145 h 4999978"/>
              <a:gd name="connsiteX166" fmla="*/ 779159 w 12192000"/>
              <a:gd name="connsiteY166" fmla="*/ 428059 h 4999978"/>
              <a:gd name="connsiteX167" fmla="*/ 788293 w 12192000"/>
              <a:gd name="connsiteY167" fmla="*/ 434863 h 4999978"/>
              <a:gd name="connsiteX168" fmla="*/ 822923 w 12192000"/>
              <a:gd name="connsiteY168" fmla="*/ 421074 h 4999978"/>
              <a:gd name="connsiteX169" fmla="*/ 876559 w 12192000"/>
              <a:gd name="connsiteY169" fmla="*/ 411088 h 4999978"/>
              <a:gd name="connsiteX170" fmla="*/ 902011 w 12192000"/>
              <a:gd name="connsiteY170" fmla="*/ 404118 h 4999978"/>
              <a:gd name="connsiteX171" fmla="*/ 922715 w 12192000"/>
              <a:gd name="connsiteY171" fmla="*/ 407699 h 4999978"/>
              <a:gd name="connsiteX172" fmla="*/ 1040139 w 12192000"/>
              <a:gd name="connsiteY172" fmla="*/ 406590 h 4999978"/>
              <a:gd name="connsiteX173" fmla="*/ 1067251 w 12192000"/>
              <a:gd name="connsiteY173" fmla="*/ 412384 h 4999978"/>
              <a:gd name="connsiteX174" fmla="*/ 1080272 w 12192000"/>
              <a:gd name="connsiteY174" fmla="*/ 424669 h 4999978"/>
              <a:gd name="connsiteX175" fmla="*/ 1090219 w 12192000"/>
              <a:gd name="connsiteY175" fmla="*/ 420026 h 4999978"/>
              <a:gd name="connsiteX176" fmla="*/ 1161226 w 12192000"/>
              <a:gd name="connsiteY176" fmla="*/ 418304 h 4999978"/>
              <a:gd name="connsiteX177" fmla="*/ 1207525 w 12192000"/>
              <a:gd name="connsiteY177" fmla="*/ 416039 h 4999978"/>
              <a:gd name="connsiteX178" fmla="*/ 1295331 w 12192000"/>
              <a:gd name="connsiteY178" fmla="*/ 402182 h 4999978"/>
              <a:gd name="connsiteX179" fmla="*/ 1347118 w 12192000"/>
              <a:gd name="connsiteY179" fmla="*/ 399704 h 4999978"/>
              <a:gd name="connsiteX180" fmla="*/ 1378108 w 12192000"/>
              <a:gd name="connsiteY180" fmla="*/ 398410 h 4999978"/>
              <a:gd name="connsiteX181" fmla="*/ 1459192 w 12192000"/>
              <a:gd name="connsiteY181" fmla="*/ 380919 h 4999978"/>
              <a:gd name="connsiteX182" fmla="*/ 1590120 w 12192000"/>
              <a:gd name="connsiteY182" fmla="*/ 317608 h 4999978"/>
              <a:gd name="connsiteX183" fmla="*/ 1631417 w 12192000"/>
              <a:gd name="connsiteY183" fmla="*/ 308227 h 4999978"/>
              <a:gd name="connsiteX184" fmla="*/ 1638727 w 12192000"/>
              <a:gd name="connsiteY184" fmla="*/ 311610 h 4999978"/>
              <a:gd name="connsiteX185" fmla="*/ 1844438 w 12192000"/>
              <a:gd name="connsiteY185" fmla="*/ 271304 h 4999978"/>
              <a:gd name="connsiteX186" fmla="*/ 1881324 w 12192000"/>
              <a:gd name="connsiteY186" fmla="*/ 268497 h 4999978"/>
              <a:gd name="connsiteX187" fmla="*/ 1908999 w 12192000"/>
              <a:gd name="connsiteY187" fmla="*/ 269338 h 4999978"/>
              <a:gd name="connsiteX188" fmla="*/ 1974956 w 12192000"/>
              <a:gd name="connsiteY188" fmla="*/ 255958 h 4999978"/>
              <a:gd name="connsiteX189" fmla="*/ 2082409 w 12192000"/>
              <a:gd name="connsiteY189" fmla="*/ 227290 h 4999978"/>
              <a:gd name="connsiteX190" fmla="*/ 2105639 w 12192000"/>
              <a:gd name="connsiteY190" fmla="*/ 222648 h 4999978"/>
              <a:gd name="connsiteX191" fmla="*/ 2126992 w 12192000"/>
              <a:gd name="connsiteY191" fmla="*/ 224468 h 4999978"/>
              <a:gd name="connsiteX192" fmla="*/ 2133154 w 12192000"/>
              <a:gd name="connsiteY192" fmla="*/ 229952 h 4999978"/>
              <a:gd name="connsiteX193" fmla="*/ 2146154 w 12192000"/>
              <a:gd name="connsiteY193" fmla="*/ 228332 h 4999978"/>
              <a:gd name="connsiteX194" fmla="*/ 2149901 w 12192000"/>
              <a:gd name="connsiteY194" fmla="*/ 229116 h 4999978"/>
              <a:gd name="connsiteX195" fmla="*/ 2171100 w 12192000"/>
              <a:gd name="connsiteY195" fmla="*/ 232389 h 4999978"/>
              <a:gd name="connsiteX196" fmla="*/ 2209148 w 12192000"/>
              <a:gd name="connsiteY196" fmla="*/ 209225 h 4999978"/>
              <a:gd name="connsiteX197" fmla="*/ 2261889 w 12192000"/>
              <a:gd name="connsiteY197" fmla="*/ 205532 h 4999978"/>
              <a:gd name="connsiteX198" fmla="*/ 2452315 w 12192000"/>
              <a:gd name="connsiteY198" fmla="*/ 152899 h 4999978"/>
              <a:gd name="connsiteX199" fmla="*/ 2495330 w 12192000"/>
              <a:gd name="connsiteY199" fmla="*/ 142101 h 4999978"/>
              <a:gd name="connsiteX200" fmla="*/ 2665623 w 12192000"/>
              <a:gd name="connsiteY200" fmla="*/ 96394 h 4999978"/>
              <a:gd name="connsiteX201" fmla="*/ 2763332 w 12192000"/>
              <a:gd name="connsiteY201" fmla="*/ 74831 h 4999978"/>
              <a:gd name="connsiteX202" fmla="*/ 2843870 w 12192000"/>
              <a:gd name="connsiteY202" fmla="*/ 47507 h 4999978"/>
              <a:gd name="connsiteX203" fmla="*/ 2862745 w 12192000"/>
              <a:gd name="connsiteY203" fmla="*/ 43242 h 4999978"/>
              <a:gd name="connsiteX204" fmla="*/ 2864596 w 12192000"/>
              <a:gd name="connsiteY204" fmla="*/ 39218 h 4999978"/>
              <a:gd name="connsiteX205" fmla="*/ 2875381 w 12192000"/>
              <a:gd name="connsiteY205" fmla="*/ 35003 h 4999978"/>
              <a:gd name="connsiteX206" fmla="*/ 2895139 w 12192000"/>
              <a:gd name="connsiteY206" fmla="*/ 24186 h 4999978"/>
              <a:gd name="connsiteX207" fmla="*/ 2932205 w 12192000"/>
              <a:gd name="connsiteY207" fmla="*/ 11873 h 4999978"/>
              <a:gd name="connsiteX208" fmla="*/ 2933310 w 12192000"/>
              <a:gd name="connsiteY208" fmla="*/ 12816 h 4999978"/>
              <a:gd name="connsiteX209" fmla="*/ 2945218 w 12192000"/>
              <a:gd name="connsiteY209" fmla="*/ 14141 h 4999978"/>
              <a:gd name="connsiteX210" fmla="*/ 2966465 w 12192000"/>
              <a:gd name="connsiteY210" fmla="*/ 14117 h 4999978"/>
              <a:gd name="connsiteX211" fmla="*/ 3016048 w 12192000"/>
              <a:gd name="connsiteY211" fmla="*/ 12381 h 4999978"/>
              <a:gd name="connsiteX212" fmla="*/ 3057077 w 12192000"/>
              <a:gd name="connsiteY212" fmla="*/ 14845 h 4999978"/>
              <a:gd name="connsiteX213" fmla="*/ 3148105 w 12192000"/>
              <a:gd name="connsiteY213" fmla="*/ 30648 h 4999978"/>
              <a:gd name="connsiteX214" fmla="*/ 3251671 w 12192000"/>
              <a:gd name="connsiteY214" fmla="*/ 31575 h 4999978"/>
              <a:gd name="connsiteX215" fmla="*/ 3351400 w 12192000"/>
              <a:gd name="connsiteY215" fmla="*/ 32687 h 4999978"/>
              <a:gd name="connsiteX216" fmla="*/ 3387481 w 12192000"/>
              <a:gd name="connsiteY216" fmla="*/ 31443 h 4999978"/>
              <a:gd name="connsiteX217" fmla="*/ 3451923 w 12192000"/>
              <a:gd name="connsiteY217" fmla="*/ 36482 h 4999978"/>
              <a:gd name="connsiteX218" fmla="*/ 3481520 w 12192000"/>
              <a:gd name="connsiteY218" fmla="*/ 43287 h 4999978"/>
              <a:gd name="connsiteX219" fmla="*/ 3482804 w 12192000"/>
              <a:gd name="connsiteY219" fmla="*/ 42812 h 4999978"/>
              <a:gd name="connsiteX220" fmla="*/ 3485495 w 12192000"/>
              <a:gd name="connsiteY220" fmla="*/ 45921 h 4999978"/>
              <a:gd name="connsiteX221" fmla="*/ 3490972 w 12192000"/>
              <a:gd name="connsiteY221" fmla="*/ 47286 h 4999978"/>
              <a:gd name="connsiteX222" fmla="*/ 3505835 w 12192000"/>
              <a:gd name="connsiteY222" fmla="*/ 46077 h 4999978"/>
              <a:gd name="connsiteX223" fmla="*/ 3511410 w 12192000"/>
              <a:gd name="connsiteY223" fmla="*/ 44808 h 4999978"/>
              <a:gd name="connsiteX224" fmla="*/ 3519598 w 12192000"/>
              <a:gd name="connsiteY224" fmla="*/ 44683 h 4999978"/>
              <a:gd name="connsiteX225" fmla="*/ 3519807 w 12192000"/>
              <a:gd name="connsiteY225" fmla="*/ 44938 h 4999978"/>
              <a:gd name="connsiteX226" fmla="*/ 3527466 w 12192000"/>
              <a:gd name="connsiteY226" fmla="*/ 44316 h 4999978"/>
              <a:gd name="connsiteX227" fmla="*/ 3564889 w 12192000"/>
              <a:gd name="connsiteY227" fmla="*/ 57394 h 4999978"/>
              <a:gd name="connsiteX228" fmla="*/ 3614922 w 12192000"/>
              <a:gd name="connsiteY228" fmla="*/ 61804 h 4999978"/>
              <a:gd name="connsiteX229" fmla="*/ 3635506 w 12192000"/>
              <a:gd name="connsiteY229" fmla="*/ 65718 h 4999978"/>
              <a:gd name="connsiteX230" fmla="*/ 3646525 w 12192000"/>
              <a:gd name="connsiteY230" fmla="*/ 69193 h 4999978"/>
              <a:gd name="connsiteX231" fmla="*/ 3647224 w 12192000"/>
              <a:gd name="connsiteY231" fmla="*/ 70303 h 4999978"/>
              <a:gd name="connsiteX232" fmla="*/ 3683100 w 12192000"/>
              <a:gd name="connsiteY232" fmla="*/ 64109 h 4999978"/>
              <a:gd name="connsiteX233" fmla="*/ 3687901 w 12192000"/>
              <a:gd name="connsiteY233" fmla="*/ 65372 h 4999978"/>
              <a:gd name="connsiteX234" fmla="*/ 3711234 w 12192000"/>
              <a:gd name="connsiteY234" fmla="*/ 58665 h 4999978"/>
              <a:gd name="connsiteX235" fmla="*/ 3723318 w 12192000"/>
              <a:gd name="connsiteY235" fmla="*/ 56625 h 4999978"/>
              <a:gd name="connsiteX236" fmla="*/ 3726677 w 12192000"/>
              <a:gd name="connsiteY236" fmla="*/ 53112 h 4999978"/>
              <a:gd name="connsiteX237" fmla="*/ 3744535 w 12192000"/>
              <a:gd name="connsiteY237" fmla="*/ 51590 h 4999978"/>
              <a:gd name="connsiteX238" fmla="*/ 3746608 w 12192000"/>
              <a:gd name="connsiteY238" fmla="*/ 52522 h 4999978"/>
              <a:gd name="connsiteX239" fmla="*/ 3761262 w 12192000"/>
              <a:gd name="connsiteY239" fmla="*/ 47147 h 4999978"/>
              <a:gd name="connsiteX240" fmla="*/ 3803931 w 12192000"/>
              <a:gd name="connsiteY240" fmla="*/ 49309 h 4999978"/>
              <a:gd name="connsiteX241" fmla="*/ 3925626 w 12192000"/>
              <a:gd name="connsiteY241" fmla="*/ 40301 h 4999978"/>
              <a:gd name="connsiteX242" fmla="*/ 4033324 w 12192000"/>
              <a:gd name="connsiteY242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71664 w 12192000"/>
              <a:gd name="connsiteY126" fmla="*/ 375074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36694 w 12192000"/>
              <a:gd name="connsiteY149" fmla="*/ 556415 h 4999978"/>
              <a:gd name="connsiteX150" fmla="*/ 170342 w 12192000"/>
              <a:gd name="connsiteY150" fmla="*/ 551077 h 4999978"/>
              <a:gd name="connsiteX151" fmla="*/ 168955 w 12192000"/>
              <a:gd name="connsiteY151" fmla="*/ 542164 h 4999978"/>
              <a:gd name="connsiteX152" fmla="*/ 181474 w 12192000"/>
              <a:gd name="connsiteY152" fmla="*/ 541281 h 4999978"/>
              <a:gd name="connsiteX153" fmla="*/ 209440 w 12192000"/>
              <a:gd name="connsiteY153" fmla="*/ 540561 h 4999978"/>
              <a:gd name="connsiteX154" fmla="*/ 293152 w 12192000"/>
              <a:gd name="connsiteY154" fmla="*/ 536576 h 4999978"/>
              <a:gd name="connsiteX155" fmla="*/ 315693 w 12192000"/>
              <a:gd name="connsiteY155" fmla="*/ 519030 h 4999978"/>
              <a:gd name="connsiteX156" fmla="*/ 337305 w 12192000"/>
              <a:gd name="connsiteY156" fmla="*/ 518372 h 4999978"/>
              <a:gd name="connsiteX157" fmla="*/ 462252 w 12192000"/>
              <a:gd name="connsiteY157" fmla="*/ 493151 h 4999978"/>
              <a:gd name="connsiteX158" fmla="*/ 479457 w 12192000"/>
              <a:gd name="connsiteY158" fmla="*/ 491123 h 4999978"/>
              <a:gd name="connsiteX159" fmla="*/ 488653 w 12192000"/>
              <a:gd name="connsiteY159" fmla="*/ 483257 h 4999978"/>
              <a:gd name="connsiteX160" fmla="*/ 522053 w 12192000"/>
              <a:gd name="connsiteY160" fmla="*/ 481125 h 4999978"/>
              <a:gd name="connsiteX161" fmla="*/ 523520 w 12192000"/>
              <a:gd name="connsiteY161" fmla="*/ 476713 h 4999978"/>
              <a:gd name="connsiteX162" fmla="*/ 632714 w 12192000"/>
              <a:gd name="connsiteY162" fmla="*/ 437101 h 4999978"/>
              <a:gd name="connsiteX163" fmla="*/ 651426 w 12192000"/>
              <a:gd name="connsiteY163" fmla="*/ 430544 h 4999978"/>
              <a:gd name="connsiteX164" fmla="*/ 667724 w 12192000"/>
              <a:gd name="connsiteY164" fmla="*/ 432138 h 4999978"/>
              <a:gd name="connsiteX165" fmla="*/ 757679 w 12192000"/>
              <a:gd name="connsiteY165" fmla="*/ 425145 h 4999978"/>
              <a:gd name="connsiteX166" fmla="*/ 779159 w 12192000"/>
              <a:gd name="connsiteY166" fmla="*/ 428059 h 4999978"/>
              <a:gd name="connsiteX167" fmla="*/ 788293 w 12192000"/>
              <a:gd name="connsiteY167" fmla="*/ 434863 h 4999978"/>
              <a:gd name="connsiteX168" fmla="*/ 822923 w 12192000"/>
              <a:gd name="connsiteY168" fmla="*/ 421074 h 4999978"/>
              <a:gd name="connsiteX169" fmla="*/ 876559 w 12192000"/>
              <a:gd name="connsiteY169" fmla="*/ 411088 h 4999978"/>
              <a:gd name="connsiteX170" fmla="*/ 902011 w 12192000"/>
              <a:gd name="connsiteY170" fmla="*/ 404118 h 4999978"/>
              <a:gd name="connsiteX171" fmla="*/ 922715 w 12192000"/>
              <a:gd name="connsiteY171" fmla="*/ 407699 h 4999978"/>
              <a:gd name="connsiteX172" fmla="*/ 1040139 w 12192000"/>
              <a:gd name="connsiteY172" fmla="*/ 406590 h 4999978"/>
              <a:gd name="connsiteX173" fmla="*/ 1067251 w 12192000"/>
              <a:gd name="connsiteY173" fmla="*/ 412384 h 4999978"/>
              <a:gd name="connsiteX174" fmla="*/ 1080272 w 12192000"/>
              <a:gd name="connsiteY174" fmla="*/ 424669 h 4999978"/>
              <a:gd name="connsiteX175" fmla="*/ 1090219 w 12192000"/>
              <a:gd name="connsiteY175" fmla="*/ 420026 h 4999978"/>
              <a:gd name="connsiteX176" fmla="*/ 1161226 w 12192000"/>
              <a:gd name="connsiteY176" fmla="*/ 418304 h 4999978"/>
              <a:gd name="connsiteX177" fmla="*/ 1207525 w 12192000"/>
              <a:gd name="connsiteY177" fmla="*/ 416039 h 4999978"/>
              <a:gd name="connsiteX178" fmla="*/ 1295331 w 12192000"/>
              <a:gd name="connsiteY178" fmla="*/ 402182 h 4999978"/>
              <a:gd name="connsiteX179" fmla="*/ 1347118 w 12192000"/>
              <a:gd name="connsiteY179" fmla="*/ 399704 h 4999978"/>
              <a:gd name="connsiteX180" fmla="*/ 1378108 w 12192000"/>
              <a:gd name="connsiteY180" fmla="*/ 398410 h 4999978"/>
              <a:gd name="connsiteX181" fmla="*/ 1459192 w 12192000"/>
              <a:gd name="connsiteY181" fmla="*/ 380919 h 4999978"/>
              <a:gd name="connsiteX182" fmla="*/ 1590120 w 12192000"/>
              <a:gd name="connsiteY182" fmla="*/ 317608 h 4999978"/>
              <a:gd name="connsiteX183" fmla="*/ 1631417 w 12192000"/>
              <a:gd name="connsiteY183" fmla="*/ 308227 h 4999978"/>
              <a:gd name="connsiteX184" fmla="*/ 1638727 w 12192000"/>
              <a:gd name="connsiteY184" fmla="*/ 311610 h 4999978"/>
              <a:gd name="connsiteX185" fmla="*/ 1844438 w 12192000"/>
              <a:gd name="connsiteY185" fmla="*/ 271304 h 4999978"/>
              <a:gd name="connsiteX186" fmla="*/ 1881324 w 12192000"/>
              <a:gd name="connsiteY186" fmla="*/ 268497 h 4999978"/>
              <a:gd name="connsiteX187" fmla="*/ 1908999 w 12192000"/>
              <a:gd name="connsiteY187" fmla="*/ 269338 h 4999978"/>
              <a:gd name="connsiteX188" fmla="*/ 1974956 w 12192000"/>
              <a:gd name="connsiteY188" fmla="*/ 255958 h 4999978"/>
              <a:gd name="connsiteX189" fmla="*/ 2082409 w 12192000"/>
              <a:gd name="connsiteY189" fmla="*/ 227290 h 4999978"/>
              <a:gd name="connsiteX190" fmla="*/ 2105639 w 12192000"/>
              <a:gd name="connsiteY190" fmla="*/ 222648 h 4999978"/>
              <a:gd name="connsiteX191" fmla="*/ 2126992 w 12192000"/>
              <a:gd name="connsiteY191" fmla="*/ 224468 h 4999978"/>
              <a:gd name="connsiteX192" fmla="*/ 2133154 w 12192000"/>
              <a:gd name="connsiteY192" fmla="*/ 229952 h 4999978"/>
              <a:gd name="connsiteX193" fmla="*/ 2146154 w 12192000"/>
              <a:gd name="connsiteY193" fmla="*/ 228332 h 4999978"/>
              <a:gd name="connsiteX194" fmla="*/ 2149901 w 12192000"/>
              <a:gd name="connsiteY194" fmla="*/ 229116 h 4999978"/>
              <a:gd name="connsiteX195" fmla="*/ 2171100 w 12192000"/>
              <a:gd name="connsiteY195" fmla="*/ 232389 h 4999978"/>
              <a:gd name="connsiteX196" fmla="*/ 2209148 w 12192000"/>
              <a:gd name="connsiteY196" fmla="*/ 209225 h 4999978"/>
              <a:gd name="connsiteX197" fmla="*/ 2261889 w 12192000"/>
              <a:gd name="connsiteY197" fmla="*/ 205532 h 4999978"/>
              <a:gd name="connsiteX198" fmla="*/ 2452315 w 12192000"/>
              <a:gd name="connsiteY198" fmla="*/ 152899 h 4999978"/>
              <a:gd name="connsiteX199" fmla="*/ 2495330 w 12192000"/>
              <a:gd name="connsiteY199" fmla="*/ 142101 h 4999978"/>
              <a:gd name="connsiteX200" fmla="*/ 2665623 w 12192000"/>
              <a:gd name="connsiteY200" fmla="*/ 96394 h 4999978"/>
              <a:gd name="connsiteX201" fmla="*/ 2763332 w 12192000"/>
              <a:gd name="connsiteY201" fmla="*/ 74831 h 4999978"/>
              <a:gd name="connsiteX202" fmla="*/ 2843870 w 12192000"/>
              <a:gd name="connsiteY202" fmla="*/ 47507 h 4999978"/>
              <a:gd name="connsiteX203" fmla="*/ 2862745 w 12192000"/>
              <a:gd name="connsiteY203" fmla="*/ 43242 h 4999978"/>
              <a:gd name="connsiteX204" fmla="*/ 2864596 w 12192000"/>
              <a:gd name="connsiteY204" fmla="*/ 39218 h 4999978"/>
              <a:gd name="connsiteX205" fmla="*/ 2875381 w 12192000"/>
              <a:gd name="connsiteY205" fmla="*/ 35003 h 4999978"/>
              <a:gd name="connsiteX206" fmla="*/ 2895139 w 12192000"/>
              <a:gd name="connsiteY206" fmla="*/ 24186 h 4999978"/>
              <a:gd name="connsiteX207" fmla="*/ 2932205 w 12192000"/>
              <a:gd name="connsiteY207" fmla="*/ 11873 h 4999978"/>
              <a:gd name="connsiteX208" fmla="*/ 2933310 w 12192000"/>
              <a:gd name="connsiteY208" fmla="*/ 12816 h 4999978"/>
              <a:gd name="connsiteX209" fmla="*/ 2945218 w 12192000"/>
              <a:gd name="connsiteY209" fmla="*/ 14141 h 4999978"/>
              <a:gd name="connsiteX210" fmla="*/ 2966465 w 12192000"/>
              <a:gd name="connsiteY210" fmla="*/ 14117 h 4999978"/>
              <a:gd name="connsiteX211" fmla="*/ 3016048 w 12192000"/>
              <a:gd name="connsiteY211" fmla="*/ 12381 h 4999978"/>
              <a:gd name="connsiteX212" fmla="*/ 3057077 w 12192000"/>
              <a:gd name="connsiteY212" fmla="*/ 14845 h 4999978"/>
              <a:gd name="connsiteX213" fmla="*/ 3148105 w 12192000"/>
              <a:gd name="connsiteY213" fmla="*/ 30648 h 4999978"/>
              <a:gd name="connsiteX214" fmla="*/ 3251671 w 12192000"/>
              <a:gd name="connsiteY214" fmla="*/ 31575 h 4999978"/>
              <a:gd name="connsiteX215" fmla="*/ 3351400 w 12192000"/>
              <a:gd name="connsiteY215" fmla="*/ 32687 h 4999978"/>
              <a:gd name="connsiteX216" fmla="*/ 3387481 w 12192000"/>
              <a:gd name="connsiteY216" fmla="*/ 31443 h 4999978"/>
              <a:gd name="connsiteX217" fmla="*/ 3451923 w 12192000"/>
              <a:gd name="connsiteY217" fmla="*/ 36482 h 4999978"/>
              <a:gd name="connsiteX218" fmla="*/ 3481520 w 12192000"/>
              <a:gd name="connsiteY218" fmla="*/ 43287 h 4999978"/>
              <a:gd name="connsiteX219" fmla="*/ 3482804 w 12192000"/>
              <a:gd name="connsiteY219" fmla="*/ 42812 h 4999978"/>
              <a:gd name="connsiteX220" fmla="*/ 3485495 w 12192000"/>
              <a:gd name="connsiteY220" fmla="*/ 45921 h 4999978"/>
              <a:gd name="connsiteX221" fmla="*/ 3490972 w 12192000"/>
              <a:gd name="connsiteY221" fmla="*/ 47286 h 4999978"/>
              <a:gd name="connsiteX222" fmla="*/ 3505835 w 12192000"/>
              <a:gd name="connsiteY222" fmla="*/ 46077 h 4999978"/>
              <a:gd name="connsiteX223" fmla="*/ 3511410 w 12192000"/>
              <a:gd name="connsiteY223" fmla="*/ 44808 h 4999978"/>
              <a:gd name="connsiteX224" fmla="*/ 3519598 w 12192000"/>
              <a:gd name="connsiteY224" fmla="*/ 44683 h 4999978"/>
              <a:gd name="connsiteX225" fmla="*/ 3519807 w 12192000"/>
              <a:gd name="connsiteY225" fmla="*/ 44938 h 4999978"/>
              <a:gd name="connsiteX226" fmla="*/ 3527466 w 12192000"/>
              <a:gd name="connsiteY226" fmla="*/ 44316 h 4999978"/>
              <a:gd name="connsiteX227" fmla="*/ 3564889 w 12192000"/>
              <a:gd name="connsiteY227" fmla="*/ 57394 h 4999978"/>
              <a:gd name="connsiteX228" fmla="*/ 3614922 w 12192000"/>
              <a:gd name="connsiteY228" fmla="*/ 61804 h 4999978"/>
              <a:gd name="connsiteX229" fmla="*/ 3635506 w 12192000"/>
              <a:gd name="connsiteY229" fmla="*/ 65718 h 4999978"/>
              <a:gd name="connsiteX230" fmla="*/ 3646525 w 12192000"/>
              <a:gd name="connsiteY230" fmla="*/ 69193 h 4999978"/>
              <a:gd name="connsiteX231" fmla="*/ 3647224 w 12192000"/>
              <a:gd name="connsiteY231" fmla="*/ 70303 h 4999978"/>
              <a:gd name="connsiteX232" fmla="*/ 3683100 w 12192000"/>
              <a:gd name="connsiteY232" fmla="*/ 64109 h 4999978"/>
              <a:gd name="connsiteX233" fmla="*/ 3687901 w 12192000"/>
              <a:gd name="connsiteY233" fmla="*/ 65372 h 4999978"/>
              <a:gd name="connsiteX234" fmla="*/ 3711234 w 12192000"/>
              <a:gd name="connsiteY234" fmla="*/ 58665 h 4999978"/>
              <a:gd name="connsiteX235" fmla="*/ 3723318 w 12192000"/>
              <a:gd name="connsiteY235" fmla="*/ 56625 h 4999978"/>
              <a:gd name="connsiteX236" fmla="*/ 3726677 w 12192000"/>
              <a:gd name="connsiteY236" fmla="*/ 53112 h 4999978"/>
              <a:gd name="connsiteX237" fmla="*/ 3744535 w 12192000"/>
              <a:gd name="connsiteY237" fmla="*/ 51590 h 4999978"/>
              <a:gd name="connsiteX238" fmla="*/ 3746608 w 12192000"/>
              <a:gd name="connsiteY238" fmla="*/ 52522 h 4999978"/>
              <a:gd name="connsiteX239" fmla="*/ 3761262 w 12192000"/>
              <a:gd name="connsiteY239" fmla="*/ 47147 h 4999978"/>
              <a:gd name="connsiteX240" fmla="*/ 3803931 w 12192000"/>
              <a:gd name="connsiteY240" fmla="*/ 49309 h 4999978"/>
              <a:gd name="connsiteX241" fmla="*/ 3925626 w 12192000"/>
              <a:gd name="connsiteY241" fmla="*/ 40301 h 4999978"/>
              <a:gd name="connsiteX242" fmla="*/ 4033324 w 12192000"/>
              <a:gd name="connsiteY242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71664 w 12192000"/>
              <a:gd name="connsiteY126" fmla="*/ 375074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36694 w 12192000"/>
              <a:gd name="connsiteY149" fmla="*/ 556415 h 4999978"/>
              <a:gd name="connsiteX150" fmla="*/ 170342 w 12192000"/>
              <a:gd name="connsiteY150" fmla="*/ 551077 h 4999978"/>
              <a:gd name="connsiteX151" fmla="*/ 168955 w 12192000"/>
              <a:gd name="connsiteY151" fmla="*/ 542164 h 4999978"/>
              <a:gd name="connsiteX152" fmla="*/ 181474 w 12192000"/>
              <a:gd name="connsiteY152" fmla="*/ 541281 h 4999978"/>
              <a:gd name="connsiteX153" fmla="*/ 209440 w 12192000"/>
              <a:gd name="connsiteY153" fmla="*/ 540561 h 4999978"/>
              <a:gd name="connsiteX154" fmla="*/ 293152 w 12192000"/>
              <a:gd name="connsiteY154" fmla="*/ 536576 h 4999978"/>
              <a:gd name="connsiteX155" fmla="*/ 315693 w 12192000"/>
              <a:gd name="connsiteY155" fmla="*/ 519030 h 4999978"/>
              <a:gd name="connsiteX156" fmla="*/ 337305 w 12192000"/>
              <a:gd name="connsiteY156" fmla="*/ 518372 h 4999978"/>
              <a:gd name="connsiteX157" fmla="*/ 462252 w 12192000"/>
              <a:gd name="connsiteY157" fmla="*/ 493151 h 4999978"/>
              <a:gd name="connsiteX158" fmla="*/ 479457 w 12192000"/>
              <a:gd name="connsiteY158" fmla="*/ 491123 h 4999978"/>
              <a:gd name="connsiteX159" fmla="*/ 488653 w 12192000"/>
              <a:gd name="connsiteY159" fmla="*/ 483257 h 4999978"/>
              <a:gd name="connsiteX160" fmla="*/ 522053 w 12192000"/>
              <a:gd name="connsiteY160" fmla="*/ 481125 h 4999978"/>
              <a:gd name="connsiteX161" fmla="*/ 523520 w 12192000"/>
              <a:gd name="connsiteY161" fmla="*/ 476713 h 4999978"/>
              <a:gd name="connsiteX162" fmla="*/ 632714 w 12192000"/>
              <a:gd name="connsiteY162" fmla="*/ 437101 h 4999978"/>
              <a:gd name="connsiteX163" fmla="*/ 651426 w 12192000"/>
              <a:gd name="connsiteY163" fmla="*/ 430544 h 4999978"/>
              <a:gd name="connsiteX164" fmla="*/ 667724 w 12192000"/>
              <a:gd name="connsiteY164" fmla="*/ 432138 h 4999978"/>
              <a:gd name="connsiteX165" fmla="*/ 757679 w 12192000"/>
              <a:gd name="connsiteY165" fmla="*/ 425145 h 4999978"/>
              <a:gd name="connsiteX166" fmla="*/ 779159 w 12192000"/>
              <a:gd name="connsiteY166" fmla="*/ 428059 h 4999978"/>
              <a:gd name="connsiteX167" fmla="*/ 788293 w 12192000"/>
              <a:gd name="connsiteY167" fmla="*/ 434863 h 4999978"/>
              <a:gd name="connsiteX168" fmla="*/ 822923 w 12192000"/>
              <a:gd name="connsiteY168" fmla="*/ 421074 h 4999978"/>
              <a:gd name="connsiteX169" fmla="*/ 876559 w 12192000"/>
              <a:gd name="connsiteY169" fmla="*/ 411088 h 4999978"/>
              <a:gd name="connsiteX170" fmla="*/ 902011 w 12192000"/>
              <a:gd name="connsiteY170" fmla="*/ 404118 h 4999978"/>
              <a:gd name="connsiteX171" fmla="*/ 922715 w 12192000"/>
              <a:gd name="connsiteY171" fmla="*/ 407699 h 4999978"/>
              <a:gd name="connsiteX172" fmla="*/ 1040139 w 12192000"/>
              <a:gd name="connsiteY172" fmla="*/ 406590 h 4999978"/>
              <a:gd name="connsiteX173" fmla="*/ 1067251 w 12192000"/>
              <a:gd name="connsiteY173" fmla="*/ 412384 h 4999978"/>
              <a:gd name="connsiteX174" fmla="*/ 1080272 w 12192000"/>
              <a:gd name="connsiteY174" fmla="*/ 424669 h 4999978"/>
              <a:gd name="connsiteX175" fmla="*/ 1090219 w 12192000"/>
              <a:gd name="connsiteY175" fmla="*/ 420026 h 4999978"/>
              <a:gd name="connsiteX176" fmla="*/ 1161226 w 12192000"/>
              <a:gd name="connsiteY176" fmla="*/ 418304 h 4999978"/>
              <a:gd name="connsiteX177" fmla="*/ 1207525 w 12192000"/>
              <a:gd name="connsiteY177" fmla="*/ 416039 h 4999978"/>
              <a:gd name="connsiteX178" fmla="*/ 1295331 w 12192000"/>
              <a:gd name="connsiteY178" fmla="*/ 402182 h 4999978"/>
              <a:gd name="connsiteX179" fmla="*/ 1347118 w 12192000"/>
              <a:gd name="connsiteY179" fmla="*/ 399704 h 4999978"/>
              <a:gd name="connsiteX180" fmla="*/ 1378108 w 12192000"/>
              <a:gd name="connsiteY180" fmla="*/ 398410 h 4999978"/>
              <a:gd name="connsiteX181" fmla="*/ 1459192 w 12192000"/>
              <a:gd name="connsiteY181" fmla="*/ 380919 h 4999978"/>
              <a:gd name="connsiteX182" fmla="*/ 1590120 w 12192000"/>
              <a:gd name="connsiteY182" fmla="*/ 317608 h 4999978"/>
              <a:gd name="connsiteX183" fmla="*/ 1631417 w 12192000"/>
              <a:gd name="connsiteY183" fmla="*/ 308227 h 4999978"/>
              <a:gd name="connsiteX184" fmla="*/ 1638727 w 12192000"/>
              <a:gd name="connsiteY184" fmla="*/ 311610 h 4999978"/>
              <a:gd name="connsiteX185" fmla="*/ 1844438 w 12192000"/>
              <a:gd name="connsiteY185" fmla="*/ 271304 h 4999978"/>
              <a:gd name="connsiteX186" fmla="*/ 1881324 w 12192000"/>
              <a:gd name="connsiteY186" fmla="*/ 268497 h 4999978"/>
              <a:gd name="connsiteX187" fmla="*/ 1908999 w 12192000"/>
              <a:gd name="connsiteY187" fmla="*/ 269338 h 4999978"/>
              <a:gd name="connsiteX188" fmla="*/ 1974956 w 12192000"/>
              <a:gd name="connsiteY188" fmla="*/ 255958 h 4999978"/>
              <a:gd name="connsiteX189" fmla="*/ 2082409 w 12192000"/>
              <a:gd name="connsiteY189" fmla="*/ 227290 h 4999978"/>
              <a:gd name="connsiteX190" fmla="*/ 2105639 w 12192000"/>
              <a:gd name="connsiteY190" fmla="*/ 222648 h 4999978"/>
              <a:gd name="connsiteX191" fmla="*/ 2126992 w 12192000"/>
              <a:gd name="connsiteY191" fmla="*/ 224468 h 4999978"/>
              <a:gd name="connsiteX192" fmla="*/ 2133154 w 12192000"/>
              <a:gd name="connsiteY192" fmla="*/ 229952 h 4999978"/>
              <a:gd name="connsiteX193" fmla="*/ 2146154 w 12192000"/>
              <a:gd name="connsiteY193" fmla="*/ 228332 h 4999978"/>
              <a:gd name="connsiteX194" fmla="*/ 2149901 w 12192000"/>
              <a:gd name="connsiteY194" fmla="*/ 229116 h 4999978"/>
              <a:gd name="connsiteX195" fmla="*/ 2171100 w 12192000"/>
              <a:gd name="connsiteY195" fmla="*/ 232389 h 4999978"/>
              <a:gd name="connsiteX196" fmla="*/ 2209148 w 12192000"/>
              <a:gd name="connsiteY196" fmla="*/ 209225 h 4999978"/>
              <a:gd name="connsiteX197" fmla="*/ 2261889 w 12192000"/>
              <a:gd name="connsiteY197" fmla="*/ 205532 h 4999978"/>
              <a:gd name="connsiteX198" fmla="*/ 2452315 w 12192000"/>
              <a:gd name="connsiteY198" fmla="*/ 152899 h 4999978"/>
              <a:gd name="connsiteX199" fmla="*/ 2495330 w 12192000"/>
              <a:gd name="connsiteY199" fmla="*/ 142101 h 4999978"/>
              <a:gd name="connsiteX200" fmla="*/ 2665623 w 12192000"/>
              <a:gd name="connsiteY200" fmla="*/ 96394 h 4999978"/>
              <a:gd name="connsiteX201" fmla="*/ 2763332 w 12192000"/>
              <a:gd name="connsiteY201" fmla="*/ 74831 h 4999978"/>
              <a:gd name="connsiteX202" fmla="*/ 2843870 w 12192000"/>
              <a:gd name="connsiteY202" fmla="*/ 47507 h 4999978"/>
              <a:gd name="connsiteX203" fmla="*/ 2862745 w 12192000"/>
              <a:gd name="connsiteY203" fmla="*/ 43242 h 4999978"/>
              <a:gd name="connsiteX204" fmla="*/ 2864596 w 12192000"/>
              <a:gd name="connsiteY204" fmla="*/ 39218 h 4999978"/>
              <a:gd name="connsiteX205" fmla="*/ 2875381 w 12192000"/>
              <a:gd name="connsiteY205" fmla="*/ 35003 h 4999978"/>
              <a:gd name="connsiteX206" fmla="*/ 2895139 w 12192000"/>
              <a:gd name="connsiteY206" fmla="*/ 24186 h 4999978"/>
              <a:gd name="connsiteX207" fmla="*/ 2932205 w 12192000"/>
              <a:gd name="connsiteY207" fmla="*/ 11873 h 4999978"/>
              <a:gd name="connsiteX208" fmla="*/ 2933310 w 12192000"/>
              <a:gd name="connsiteY208" fmla="*/ 12816 h 4999978"/>
              <a:gd name="connsiteX209" fmla="*/ 2945218 w 12192000"/>
              <a:gd name="connsiteY209" fmla="*/ 14141 h 4999978"/>
              <a:gd name="connsiteX210" fmla="*/ 3016048 w 12192000"/>
              <a:gd name="connsiteY210" fmla="*/ 12381 h 4999978"/>
              <a:gd name="connsiteX211" fmla="*/ 3057077 w 12192000"/>
              <a:gd name="connsiteY211" fmla="*/ 14845 h 4999978"/>
              <a:gd name="connsiteX212" fmla="*/ 3148105 w 12192000"/>
              <a:gd name="connsiteY212" fmla="*/ 30648 h 4999978"/>
              <a:gd name="connsiteX213" fmla="*/ 3251671 w 12192000"/>
              <a:gd name="connsiteY213" fmla="*/ 31575 h 4999978"/>
              <a:gd name="connsiteX214" fmla="*/ 3351400 w 12192000"/>
              <a:gd name="connsiteY214" fmla="*/ 32687 h 4999978"/>
              <a:gd name="connsiteX215" fmla="*/ 3387481 w 12192000"/>
              <a:gd name="connsiteY215" fmla="*/ 31443 h 4999978"/>
              <a:gd name="connsiteX216" fmla="*/ 3451923 w 12192000"/>
              <a:gd name="connsiteY216" fmla="*/ 36482 h 4999978"/>
              <a:gd name="connsiteX217" fmla="*/ 3481520 w 12192000"/>
              <a:gd name="connsiteY217" fmla="*/ 43287 h 4999978"/>
              <a:gd name="connsiteX218" fmla="*/ 3482804 w 12192000"/>
              <a:gd name="connsiteY218" fmla="*/ 42812 h 4999978"/>
              <a:gd name="connsiteX219" fmla="*/ 3485495 w 12192000"/>
              <a:gd name="connsiteY219" fmla="*/ 45921 h 4999978"/>
              <a:gd name="connsiteX220" fmla="*/ 3490972 w 12192000"/>
              <a:gd name="connsiteY220" fmla="*/ 47286 h 4999978"/>
              <a:gd name="connsiteX221" fmla="*/ 3505835 w 12192000"/>
              <a:gd name="connsiteY221" fmla="*/ 46077 h 4999978"/>
              <a:gd name="connsiteX222" fmla="*/ 3511410 w 12192000"/>
              <a:gd name="connsiteY222" fmla="*/ 44808 h 4999978"/>
              <a:gd name="connsiteX223" fmla="*/ 3519598 w 12192000"/>
              <a:gd name="connsiteY223" fmla="*/ 44683 h 4999978"/>
              <a:gd name="connsiteX224" fmla="*/ 3519807 w 12192000"/>
              <a:gd name="connsiteY224" fmla="*/ 44938 h 4999978"/>
              <a:gd name="connsiteX225" fmla="*/ 3527466 w 12192000"/>
              <a:gd name="connsiteY225" fmla="*/ 44316 h 4999978"/>
              <a:gd name="connsiteX226" fmla="*/ 3564889 w 12192000"/>
              <a:gd name="connsiteY226" fmla="*/ 57394 h 4999978"/>
              <a:gd name="connsiteX227" fmla="*/ 3614922 w 12192000"/>
              <a:gd name="connsiteY227" fmla="*/ 61804 h 4999978"/>
              <a:gd name="connsiteX228" fmla="*/ 3635506 w 12192000"/>
              <a:gd name="connsiteY228" fmla="*/ 65718 h 4999978"/>
              <a:gd name="connsiteX229" fmla="*/ 3646525 w 12192000"/>
              <a:gd name="connsiteY229" fmla="*/ 69193 h 4999978"/>
              <a:gd name="connsiteX230" fmla="*/ 3647224 w 12192000"/>
              <a:gd name="connsiteY230" fmla="*/ 70303 h 4999978"/>
              <a:gd name="connsiteX231" fmla="*/ 3683100 w 12192000"/>
              <a:gd name="connsiteY231" fmla="*/ 64109 h 4999978"/>
              <a:gd name="connsiteX232" fmla="*/ 3687901 w 12192000"/>
              <a:gd name="connsiteY232" fmla="*/ 65372 h 4999978"/>
              <a:gd name="connsiteX233" fmla="*/ 3711234 w 12192000"/>
              <a:gd name="connsiteY233" fmla="*/ 58665 h 4999978"/>
              <a:gd name="connsiteX234" fmla="*/ 3723318 w 12192000"/>
              <a:gd name="connsiteY234" fmla="*/ 56625 h 4999978"/>
              <a:gd name="connsiteX235" fmla="*/ 3726677 w 12192000"/>
              <a:gd name="connsiteY235" fmla="*/ 53112 h 4999978"/>
              <a:gd name="connsiteX236" fmla="*/ 3744535 w 12192000"/>
              <a:gd name="connsiteY236" fmla="*/ 51590 h 4999978"/>
              <a:gd name="connsiteX237" fmla="*/ 3746608 w 12192000"/>
              <a:gd name="connsiteY237" fmla="*/ 52522 h 4999978"/>
              <a:gd name="connsiteX238" fmla="*/ 3761262 w 12192000"/>
              <a:gd name="connsiteY238" fmla="*/ 47147 h 4999978"/>
              <a:gd name="connsiteX239" fmla="*/ 3803931 w 12192000"/>
              <a:gd name="connsiteY239" fmla="*/ 49309 h 4999978"/>
              <a:gd name="connsiteX240" fmla="*/ 3925626 w 12192000"/>
              <a:gd name="connsiteY240" fmla="*/ 40301 h 4999978"/>
              <a:gd name="connsiteX241" fmla="*/ 4033324 w 12192000"/>
              <a:gd name="connsiteY24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71664 w 12192000"/>
              <a:gd name="connsiteY126" fmla="*/ 375074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36694 w 12192000"/>
              <a:gd name="connsiteY149" fmla="*/ 556415 h 4999978"/>
              <a:gd name="connsiteX150" fmla="*/ 170342 w 12192000"/>
              <a:gd name="connsiteY150" fmla="*/ 551077 h 4999978"/>
              <a:gd name="connsiteX151" fmla="*/ 168955 w 12192000"/>
              <a:gd name="connsiteY151" fmla="*/ 542164 h 4999978"/>
              <a:gd name="connsiteX152" fmla="*/ 181474 w 12192000"/>
              <a:gd name="connsiteY152" fmla="*/ 541281 h 4999978"/>
              <a:gd name="connsiteX153" fmla="*/ 209440 w 12192000"/>
              <a:gd name="connsiteY153" fmla="*/ 540561 h 4999978"/>
              <a:gd name="connsiteX154" fmla="*/ 293152 w 12192000"/>
              <a:gd name="connsiteY154" fmla="*/ 536576 h 4999978"/>
              <a:gd name="connsiteX155" fmla="*/ 315693 w 12192000"/>
              <a:gd name="connsiteY155" fmla="*/ 519030 h 4999978"/>
              <a:gd name="connsiteX156" fmla="*/ 337305 w 12192000"/>
              <a:gd name="connsiteY156" fmla="*/ 518372 h 4999978"/>
              <a:gd name="connsiteX157" fmla="*/ 462252 w 12192000"/>
              <a:gd name="connsiteY157" fmla="*/ 493151 h 4999978"/>
              <a:gd name="connsiteX158" fmla="*/ 479457 w 12192000"/>
              <a:gd name="connsiteY158" fmla="*/ 491123 h 4999978"/>
              <a:gd name="connsiteX159" fmla="*/ 488653 w 12192000"/>
              <a:gd name="connsiteY159" fmla="*/ 483257 h 4999978"/>
              <a:gd name="connsiteX160" fmla="*/ 522053 w 12192000"/>
              <a:gd name="connsiteY160" fmla="*/ 481125 h 4999978"/>
              <a:gd name="connsiteX161" fmla="*/ 523520 w 12192000"/>
              <a:gd name="connsiteY161" fmla="*/ 476713 h 4999978"/>
              <a:gd name="connsiteX162" fmla="*/ 632714 w 12192000"/>
              <a:gd name="connsiteY162" fmla="*/ 437101 h 4999978"/>
              <a:gd name="connsiteX163" fmla="*/ 651426 w 12192000"/>
              <a:gd name="connsiteY163" fmla="*/ 430544 h 4999978"/>
              <a:gd name="connsiteX164" fmla="*/ 667724 w 12192000"/>
              <a:gd name="connsiteY164" fmla="*/ 432138 h 4999978"/>
              <a:gd name="connsiteX165" fmla="*/ 757679 w 12192000"/>
              <a:gd name="connsiteY165" fmla="*/ 425145 h 4999978"/>
              <a:gd name="connsiteX166" fmla="*/ 779159 w 12192000"/>
              <a:gd name="connsiteY166" fmla="*/ 428059 h 4999978"/>
              <a:gd name="connsiteX167" fmla="*/ 788293 w 12192000"/>
              <a:gd name="connsiteY167" fmla="*/ 434863 h 4999978"/>
              <a:gd name="connsiteX168" fmla="*/ 822923 w 12192000"/>
              <a:gd name="connsiteY168" fmla="*/ 421074 h 4999978"/>
              <a:gd name="connsiteX169" fmla="*/ 876559 w 12192000"/>
              <a:gd name="connsiteY169" fmla="*/ 411088 h 4999978"/>
              <a:gd name="connsiteX170" fmla="*/ 902011 w 12192000"/>
              <a:gd name="connsiteY170" fmla="*/ 404118 h 4999978"/>
              <a:gd name="connsiteX171" fmla="*/ 922715 w 12192000"/>
              <a:gd name="connsiteY171" fmla="*/ 407699 h 4999978"/>
              <a:gd name="connsiteX172" fmla="*/ 1040139 w 12192000"/>
              <a:gd name="connsiteY172" fmla="*/ 406590 h 4999978"/>
              <a:gd name="connsiteX173" fmla="*/ 1067251 w 12192000"/>
              <a:gd name="connsiteY173" fmla="*/ 412384 h 4999978"/>
              <a:gd name="connsiteX174" fmla="*/ 1080272 w 12192000"/>
              <a:gd name="connsiteY174" fmla="*/ 424669 h 4999978"/>
              <a:gd name="connsiteX175" fmla="*/ 1090219 w 12192000"/>
              <a:gd name="connsiteY175" fmla="*/ 420026 h 4999978"/>
              <a:gd name="connsiteX176" fmla="*/ 1161226 w 12192000"/>
              <a:gd name="connsiteY176" fmla="*/ 418304 h 4999978"/>
              <a:gd name="connsiteX177" fmla="*/ 1207525 w 12192000"/>
              <a:gd name="connsiteY177" fmla="*/ 416039 h 4999978"/>
              <a:gd name="connsiteX178" fmla="*/ 1295331 w 12192000"/>
              <a:gd name="connsiteY178" fmla="*/ 402182 h 4999978"/>
              <a:gd name="connsiteX179" fmla="*/ 1347118 w 12192000"/>
              <a:gd name="connsiteY179" fmla="*/ 399704 h 4999978"/>
              <a:gd name="connsiteX180" fmla="*/ 1378108 w 12192000"/>
              <a:gd name="connsiteY180" fmla="*/ 398410 h 4999978"/>
              <a:gd name="connsiteX181" fmla="*/ 1459192 w 12192000"/>
              <a:gd name="connsiteY181" fmla="*/ 380919 h 4999978"/>
              <a:gd name="connsiteX182" fmla="*/ 1590120 w 12192000"/>
              <a:gd name="connsiteY182" fmla="*/ 317608 h 4999978"/>
              <a:gd name="connsiteX183" fmla="*/ 1631417 w 12192000"/>
              <a:gd name="connsiteY183" fmla="*/ 308227 h 4999978"/>
              <a:gd name="connsiteX184" fmla="*/ 1638727 w 12192000"/>
              <a:gd name="connsiteY184" fmla="*/ 311610 h 4999978"/>
              <a:gd name="connsiteX185" fmla="*/ 1844438 w 12192000"/>
              <a:gd name="connsiteY185" fmla="*/ 271304 h 4999978"/>
              <a:gd name="connsiteX186" fmla="*/ 1881324 w 12192000"/>
              <a:gd name="connsiteY186" fmla="*/ 268497 h 4999978"/>
              <a:gd name="connsiteX187" fmla="*/ 1908999 w 12192000"/>
              <a:gd name="connsiteY187" fmla="*/ 269338 h 4999978"/>
              <a:gd name="connsiteX188" fmla="*/ 1974956 w 12192000"/>
              <a:gd name="connsiteY188" fmla="*/ 255958 h 4999978"/>
              <a:gd name="connsiteX189" fmla="*/ 2082409 w 12192000"/>
              <a:gd name="connsiteY189" fmla="*/ 227290 h 4999978"/>
              <a:gd name="connsiteX190" fmla="*/ 2105639 w 12192000"/>
              <a:gd name="connsiteY190" fmla="*/ 222648 h 4999978"/>
              <a:gd name="connsiteX191" fmla="*/ 2126992 w 12192000"/>
              <a:gd name="connsiteY191" fmla="*/ 224468 h 4999978"/>
              <a:gd name="connsiteX192" fmla="*/ 2133154 w 12192000"/>
              <a:gd name="connsiteY192" fmla="*/ 229952 h 4999978"/>
              <a:gd name="connsiteX193" fmla="*/ 2146154 w 12192000"/>
              <a:gd name="connsiteY193" fmla="*/ 228332 h 4999978"/>
              <a:gd name="connsiteX194" fmla="*/ 2149901 w 12192000"/>
              <a:gd name="connsiteY194" fmla="*/ 229116 h 4999978"/>
              <a:gd name="connsiteX195" fmla="*/ 2171100 w 12192000"/>
              <a:gd name="connsiteY195" fmla="*/ 232389 h 4999978"/>
              <a:gd name="connsiteX196" fmla="*/ 2209148 w 12192000"/>
              <a:gd name="connsiteY196" fmla="*/ 209225 h 4999978"/>
              <a:gd name="connsiteX197" fmla="*/ 2261889 w 12192000"/>
              <a:gd name="connsiteY197" fmla="*/ 205532 h 4999978"/>
              <a:gd name="connsiteX198" fmla="*/ 2452315 w 12192000"/>
              <a:gd name="connsiteY198" fmla="*/ 152899 h 4999978"/>
              <a:gd name="connsiteX199" fmla="*/ 2495330 w 12192000"/>
              <a:gd name="connsiteY199" fmla="*/ 142101 h 4999978"/>
              <a:gd name="connsiteX200" fmla="*/ 2665623 w 12192000"/>
              <a:gd name="connsiteY200" fmla="*/ 96394 h 4999978"/>
              <a:gd name="connsiteX201" fmla="*/ 2763332 w 12192000"/>
              <a:gd name="connsiteY201" fmla="*/ 74831 h 4999978"/>
              <a:gd name="connsiteX202" fmla="*/ 2843870 w 12192000"/>
              <a:gd name="connsiteY202" fmla="*/ 47507 h 4999978"/>
              <a:gd name="connsiteX203" fmla="*/ 2862745 w 12192000"/>
              <a:gd name="connsiteY203" fmla="*/ 43242 h 4999978"/>
              <a:gd name="connsiteX204" fmla="*/ 2864596 w 12192000"/>
              <a:gd name="connsiteY204" fmla="*/ 39218 h 4999978"/>
              <a:gd name="connsiteX205" fmla="*/ 2875381 w 12192000"/>
              <a:gd name="connsiteY205" fmla="*/ 35003 h 4999978"/>
              <a:gd name="connsiteX206" fmla="*/ 2895139 w 12192000"/>
              <a:gd name="connsiteY206" fmla="*/ 24186 h 4999978"/>
              <a:gd name="connsiteX207" fmla="*/ 2932205 w 12192000"/>
              <a:gd name="connsiteY207" fmla="*/ 11873 h 4999978"/>
              <a:gd name="connsiteX208" fmla="*/ 2933310 w 12192000"/>
              <a:gd name="connsiteY208" fmla="*/ 12816 h 4999978"/>
              <a:gd name="connsiteX209" fmla="*/ 2945218 w 12192000"/>
              <a:gd name="connsiteY209" fmla="*/ 14141 h 4999978"/>
              <a:gd name="connsiteX210" fmla="*/ 3016048 w 12192000"/>
              <a:gd name="connsiteY210" fmla="*/ 12381 h 4999978"/>
              <a:gd name="connsiteX211" fmla="*/ 3057077 w 12192000"/>
              <a:gd name="connsiteY211" fmla="*/ 14845 h 4999978"/>
              <a:gd name="connsiteX212" fmla="*/ 3148105 w 12192000"/>
              <a:gd name="connsiteY212" fmla="*/ 30648 h 4999978"/>
              <a:gd name="connsiteX213" fmla="*/ 3251671 w 12192000"/>
              <a:gd name="connsiteY213" fmla="*/ 31575 h 4999978"/>
              <a:gd name="connsiteX214" fmla="*/ 3351400 w 12192000"/>
              <a:gd name="connsiteY214" fmla="*/ 32687 h 4999978"/>
              <a:gd name="connsiteX215" fmla="*/ 3387481 w 12192000"/>
              <a:gd name="connsiteY215" fmla="*/ 31443 h 4999978"/>
              <a:gd name="connsiteX216" fmla="*/ 3451923 w 12192000"/>
              <a:gd name="connsiteY216" fmla="*/ 36482 h 4999978"/>
              <a:gd name="connsiteX217" fmla="*/ 3481520 w 12192000"/>
              <a:gd name="connsiteY217" fmla="*/ 43287 h 4999978"/>
              <a:gd name="connsiteX218" fmla="*/ 3482804 w 12192000"/>
              <a:gd name="connsiteY218" fmla="*/ 42812 h 4999978"/>
              <a:gd name="connsiteX219" fmla="*/ 3485495 w 12192000"/>
              <a:gd name="connsiteY219" fmla="*/ 45921 h 4999978"/>
              <a:gd name="connsiteX220" fmla="*/ 3490972 w 12192000"/>
              <a:gd name="connsiteY220" fmla="*/ 47286 h 4999978"/>
              <a:gd name="connsiteX221" fmla="*/ 3505835 w 12192000"/>
              <a:gd name="connsiteY221" fmla="*/ 46077 h 4999978"/>
              <a:gd name="connsiteX222" fmla="*/ 3511410 w 12192000"/>
              <a:gd name="connsiteY222" fmla="*/ 44808 h 4999978"/>
              <a:gd name="connsiteX223" fmla="*/ 3519598 w 12192000"/>
              <a:gd name="connsiteY223" fmla="*/ 44683 h 4999978"/>
              <a:gd name="connsiteX224" fmla="*/ 3519807 w 12192000"/>
              <a:gd name="connsiteY224" fmla="*/ 44938 h 4999978"/>
              <a:gd name="connsiteX225" fmla="*/ 3527466 w 12192000"/>
              <a:gd name="connsiteY225" fmla="*/ 44316 h 4999978"/>
              <a:gd name="connsiteX226" fmla="*/ 3564889 w 12192000"/>
              <a:gd name="connsiteY226" fmla="*/ 57394 h 4999978"/>
              <a:gd name="connsiteX227" fmla="*/ 3614922 w 12192000"/>
              <a:gd name="connsiteY227" fmla="*/ 61804 h 4999978"/>
              <a:gd name="connsiteX228" fmla="*/ 3635506 w 12192000"/>
              <a:gd name="connsiteY228" fmla="*/ 65718 h 4999978"/>
              <a:gd name="connsiteX229" fmla="*/ 3646525 w 12192000"/>
              <a:gd name="connsiteY229" fmla="*/ 69193 h 4999978"/>
              <a:gd name="connsiteX230" fmla="*/ 3647224 w 12192000"/>
              <a:gd name="connsiteY230" fmla="*/ 70303 h 4999978"/>
              <a:gd name="connsiteX231" fmla="*/ 3683100 w 12192000"/>
              <a:gd name="connsiteY231" fmla="*/ 64109 h 4999978"/>
              <a:gd name="connsiteX232" fmla="*/ 3687901 w 12192000"/>
              <a:gd name="connsiteY232" fmla="*/ 65372 h 4999978"/>
              <a:gd name="connsiteX233" fmla="*/ 3711234 w 12192000"/>
              <a:gd name="connsiteY233" fmla="*/ 58665 h 4999978"/>
              <a:gd name="connsiteX234" fmla="*/ 3723318 w 12192000"/>
              <a:gd name="connsiteY234" fmla="*/ 56625 h 4999978"/>
              <a:gd name="connsiteX235" fmla="*/ 3726677 w 12192000"/>
              <a:gd name="connsiteY235" fmla="*/ 53112 h 4999978"/>
              <a:gd name="connsiteX236" fmla="*/ 3744535 w 12192000"/>
              <a:gd name="connsiteY236" fmla="*/ 51590 h 4999978"/>
              <a:gd name="connsiteX237" fmla="*/ 3746608 w 12192000"/>
              <a:gd name="connsiteY237" fmla="*/ 52522 h 4999978"/>
              <a:gd name="connsiteX238" fmla="*/ 3761262 w 12192000"/>
              <a:gd name="connsiteY238" fmla="*/ 47147 h 4999978"/>
              <a:gd name="connsiteX239" fmla="*/ 3803931 w 12192000"/>
              <a:gd name="connsiteY239" fmla="*/ 49309 h 4999978"/>
              <a:gd name="connsiteX240" fmla="*/ 3925626 w 12192000"/>
              <a:gd name="connsiteY240" fmla="*/ 40301 h 4999978"/>
              <a:gd name="connsiteX241" fmla="*/ 4033324 w 12192000"/>
              <a:gd name="connsiteY24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71664 w 12192000"/>
              <a:gd name="connsiteY126" fmla="*/ 375074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36694 w 12192000"/>
              <a:gd name="connsiteY149" fmla="*/ 556415 h 4999978"/>
              <a:gd name="connsiteX150" fmla="*/ 170342 w 12192000"/>
              <a:gd name="connsiteY150" fmla="*/ 551077 h 4999978"/>
              <a:gd name="connsiteX151" fmla="*/ 168955 w 12192000"/>
              <a:gd name="connsiteY151" fmla="*/ 542164 h 4999978"/>
              <a:gd name="connsiteX152" fmla="*/ 181474 w 12192000"/>
              <a:gd name="connsiteY152" fmla="*/ 541281 h 4999978"/>
              <a:gd name="connsiteX153" fmla="*/ 209440 w 12192000"/>
              <a:gd name="connsiteY153" fmla="*/ 540561 h 4999978"/>
              <a:gd name="connsiteX154" fmla="*/ 293152 w 12192000"/>
              <a:gd name="connsiteY154" fmla="*/ 536576 h 4999978"/>
              <a:gd name="connsiteX155" fmla="*/ 315693 w 12192000"/>
              <a:gd name="connsiteY155" fmla="*/ 519030 h 4999978"/>
              <a:gd name="connsiteX156" fmla="*/ 337305 w 12192000"/>
              <a:gd name="connsiteY156" fmla="*/ 518372 h 4999978"/>
              <a:gd name="connsiteX157" fmla="*/ 462252 w 12192000"/>
              <a:gd name="connsiteY157" fmla="*/ 493151 h 4999978"/>
              <a:gd name="connsiteX158" fmla="*/ 479457 w 12192000"/>
              <a:gd name="connsiteY158" fmla="*/ 491123 h 4999978"/>
              <a:gd name="connsiteX159" fmla="*/ 488653 w 12192000"/>
              <a:gd name="connsiteY159" fmla="*/ 483257 h 4999978"/>
              <a:gd name="connsiteX160" fmla="*/ 522053 w 12192000"/>
              <a:gd name="connsiteY160" fmla="*/ 481125 h 4999978"/>
              <a:gd name="connsiteX161" fmla="*/ 523520 w 12192000"/>
              <a:gd name="connsiteY161" fmla="*/ 476713 h 4999978"/>
              <a:gd name="connsiteX162" fmla="*/ 632714 w 12192000"/>
              <a:gd name="connsiteY162" fmla="*/ 437101 h 4999978"/>
              <a:gd name="connsiteX163" fmla="*/ 651426 w 12192000"/>
              <a:gd name="connsiteY163" fmla="*/ 430544 h 4999978"/>
              <a:gd name="connsiteX164" fmla="*/ 667724 w 12192000"/>
              <a:gd name="connsiteY164" fmla="*/ 432138 h 4999978"/>
              <a:gd name="connsiteX165" fmla="*/ 757679 w 12192000"/>
              <a:gd name="connsiteY165" fmla="*/ 425145 h 4999978"/>
              <a:gd name="connsiteX166" fmla="*/ 779159 w 12192000"/>
              <a:gd name="connsiteY166" fmla="*/ 428059 h 4999978"/>
              <a:gd name="connsiteX167" fmla="*/ 788293 w 12192000"/>
              <a:gd name="connsiteY167" fmla="*/ 434863 h 4999978"/>
              <a:gd name="connsiteX168" fmla="*/ 822923 w 12192000"/>
              <a:gd name="connsiteY168" fmla="*/ 421074 h 4999978"/>
              <a:gd name="connsiteX169" fmla="*/ 876559 w 12192000"/>
              <a:gd name="connsiteY169" fmla="*/ 411088 h 4999978"/>
              <a:gd name="connsiteX170" fmla="*/ 902011 w 12192000"/>
              <a:gd name="connsiteY170" fmla="*/ 404118 h 4999978"/>
              <a:gd name="connsiteX171" fmla="*/ 922715 w 12192000"/>
              <a:gd name="connsiteY171" fmla="*/ 407699 h 4999978"/>
              <a:gd name="connsiteX172" fmla="*/ 1040139 w 12192000"/>
              <a:gd name="connsiteY172" fmla="*/ 406590 h 4999978"/>
              <a:gd name="connsiteX173" fmla="*/ 1067251 w 12192000"/>
              <a:gd name="connsiteY173" fmla="*/ 412384 h 4999978"/>
              <a:gd name="connsiteX174" fmla="*/ 1080272 w 12192000"/>
              <a:gd name="connsiteY174" fmla="*/ 424669 h 4999978"/>
              <a:gd name="connsiteX175" fmla="*/ 1090219 w 12192000"/>
              <a:gd name="connsiteY175" fmla="*/ 420026 h 4999978"/>
              <a:gd name="connsiteX176" fmla="*/ 1161226 w 12192000"/>
              <a:gd name="connsiteY176" fmla="*/ 418304 h 4999978"/>
              <a:gd name="connsiteX177" fmla="*/ 1207525 w 12192000"/>
              <a:gd name="connsiteY177" fmla="*/ 416039 h 4999978"/>
              <a:gd name="connsiteX178" fmla="*/ 1295331 w 12192000"/>
              <a:gd name="connsiteY178" fmla="*/ 402182 h 4999978"/>
              <a:gd name="connsiteX179" fmla="*/ 1347118 w 12192000"/>
              <a:gd name="connsiteY179" fmla="*/ 399704 h 4999978"/>
              <a:gd name="connsiteX180" fmla="*/ 1378108 w 12192000"/>
              <a:gd name="connsiteY180" fmla="*/ 398410 h 4999978"/>
              <a:gd name="connsiteX181" fmla="*/ 1459192 w 12192000"/>
              <a:gd name="connsiteY181" fmla="*/ 380919 h 4999978"/>
              <a:gd name="connsiteX182" fmla="*/ 1590120 w 12192000"/>
              <a:gd name="connsiteY182" fmla="*/ 317608 h 4999978"/>
              <a:gd name="connsiteX183" fmla="*/ 1631417 w 12192000"/>
              <a:gd name="connsiteY183" fmla="*/ 308227 h 4999978"/>
              <a:gd name="connsiteX184" fmla="*/ 1695877 w 12192000"/>
              <a:gd name="connsiteY184" fmla="*/ 303848 h 4999978"/>
              <a:gd name="connsiteX185" fmla="*/ 1844438 w 12192000"/>
              <a:gd name="connsiteY185" fmla="*/ 271304 h 4999978"/>
              <a:gd name="connsiteX186" fmla="*/ 1881324 w 12192000"/>
              <a:gd name="connsiteY186" fmla="*/ 268497 h 4999978"/>
              <a:gd name="connsiteX187" fmla="*/ 1908999 w 12192000"/>
              <a:gd name="connsiteY187" fmla="*/ 269338 h 4999978"/>
              <a:gd name="connsiteX188" fmla="*/ 1974956 w 12192000"/>
              <a:gd name="connsiteY188" fmla="*/ 255958 h 4999978"/>
              <a:gd name="connsiteX189" fmla="*/ 2082409 w 12192000"/>
              <a:gd name="connsiteY189" fmla="*/ 227290 h 4999978"/>
              <a:gd name="connsiteX190" fmla="*/ 2105639 w 12192000"/>
              <a:gd name="connsiteY190" fmla="*/ 222648 h 4999978"/>
              <a:gd name="connsiteX191" fmla="*/ 2126992 w 12192000"/>
              <a:gd name="connsiteY191" fmla="*/ 224468 h 4999978"/>
              <a:gd name="connsiteX192" fmla="*/ 2133154 w 12192000"/>
              <a:gd name="connsiteY192" fmla="*/ 229952 h 4999978"/>
              <a:gd name="connsiteX193" fmla="*/ 2146154 w 12192000"/>
              <a:gd name="connsiteY193" fmla="*/ 228332 h 4999978"/>
              <a:gd name="connsiteX194" fmla="*/ 2149901 w 12192000"/>
              <a:gd name="connsiteY194" fmla="*/ 229116 h 4999978"/>
              <a:gd name="connsiteX195" fmla="*/ 2171100 w 12192000"/>
              <a:gd name="connsiteY195" fmla="*/ 232389 h 4999978"/>
              <a:gd name="connsiteX196" fmla="*/ 2209148 w 12192000"/>
              <a:gd name="connsiteY196" fmla="*/ 209225 h 4999978"/>
              <a:gd name="connsiteX197" fmla="*/ 2261889 w 12192000"/>
              <a:gd name="connsiteY197" fmla="*/ 205532 h 4999978"/>
              <a:gd name="connsiteX198" fmla="*/ 2452315 w 12192000"/>
              <a:gd name="connsiteY198" fmla="*/ 152899 h 4999978"/>
              <a:gd name="connsiteX199" fmla="*/ 2495330 w 12192000"/>
              <a:gd name="connsiteY199" fmla="*/ 142101 h 4999978"/>
              <a:gd name="connsiteX200" fmla="*/ 2665623 w 12192000"/>
              <a:gd name="connsiteY200" fmla="*/ 96394 h 4999978"/>
              <a:gd name="connsiteX201" fmla="*/ 2763332 w 12192000"/>
              <a:gd name="connsiteY201" fmla="*/ 74831 h 4999978"/>
              <a:gd name="connsiteX202" fmla="*/ 2843870 w 12192000"/>
              <a:gd name="connsiteY202" fmla="*/ 47507 h 4999978"/>
              <a:gd name="connsiteX203" fmla="*/ 2862745 w 12192000"/>
              <a:gd name="connsiteY203" fmla="*/ 43242 h 4999978"/>
              <a:gd name="connsiteX204" fmla="*/ 2864596 w 12192000"/>
              <a:gd name="connsiteY204" fmla="*/ 39218 h 4999978"/>
              <a:gd name="connsiteX205" fmla="*/ 2875381 w 12192000"/>
              <a:gd name="connsiteY205" fmla="*/ 35003 h 4999978"/>
              <a:gd name="connsiteX206" fmla="*/ 2895139 w 12192000"/>
              <a:gd name="connsiteY206" fmla="*/ 24186 h 4999978"/>
              <a:gd name="connsiteX207" fmla="*/ 2932205 w 12192000"/>
              <a:gd name="connsiteY207" fmla="*/ 11873 h 4999978"/>
              <a:gd name="connsiteX208" fmla="*/ 2933310 w 12192000"/>
              <a:gd name="connsiteY208" fmla="*/ 12816 h 4999978"/>
              <a:gd name="connsiteX209" fmla="*/ 2945218 w 12192000"/>
              <a:gd name="connsiteY209" fmla="*/ 14141 h 4999978"/>
              <a:gd name="connsiteX210" fmla="*/ 3016048 w 12192000"/>
              <a:gd name="connsiteY210" fmla="*/ 12381 h 4999978"/>
              <a:gd name="connsiteX211" fmla="*/ 3057077 w 12192000"/>
              <a:gd name="connsiteY211" fmla="*/ 14845 h 4999978"/>
              <a:gd name="connsiteX212" fmla="*/ 3148105 w 12192000"/>
              <a:gd name="connsiteY212" fmla="*/ 30648 h 4999978"/>
              <a:gd name="connsiteX213" fmla="*/ 3251671 w 12192000"/>
              <a:gd name="connsiteY213" fmla="*/ 31575 h 4999978"/>
              <a:gd name="connsiteX214" fmla="*/ 3351400 w 12192000"/>
              <a:gd name="connsiteY214" fmla="*/ 32687 h 4999978"/>
              <a:gd name="connsiteX215" fmla="*/ 3387481 w 12192000"/>
              <a:gd name="connsiteY215" fmla="*/ 31443 h 4999978"/>
              <a:gd name="connsiteX216" fmla="*/ 3451923 w 12192000"/>
              <a:gd name="connsiteY216" fmla="*/ 36482 h 4999978"/>
              <a:gd name="connsiteX217" fmla="*/ 3481520 w 12192000"/>
              <a:gd name="connsiteY217" fmla="*/ 43287 h 4999978"/>
              <a:gd name="connsiteX218" fmla="*/ 3482804 w 12192000"/>
              <a:gd name="connsiteY218" fmla="*/ 42812 h 4999978"/>
              <a:gd name="connsiteX219" fmla="*/ 3485495 w 12192000"/>
              <a:gd name="connsiteY219" fmla="*/ 45921 h 4999978"/>
              <a:gd name="connsiteX220" fmla="*/ 3490972 w 12192000"/>
              <a:gd name="connsiteY220" fmla="*/ 47286 h 4999978"/>
              <a:gd name="connsiteX221" fmla="*/ 3505835 w 12192000"/>
              <a:gd name="connsiteY221" fmla="*/ 46077 h 4999978"/>
              <a:gd name="connsiteX222" fmla="*/ 3511410 w 12192000"/>
              <a:gd name="connsiteY222" fmla="*/ 44808 h 4999978"/>
              <a:gd name="connsiteX223" fmla="*/ 3519598 w 12192000"/>
              <a:gd name="connsiteY223" fmla="*/ 44683 h 4999978"/>
              <a:gd name="connsiteX224" fmla="*/ 3519807 w 12192000"/>
              <a:gd name="connsiteY224" fmla="*/ 44938 h 4999978"/>
              <a:gd name="connsiteX225" fmla="*/ 3527466 w 12192000"/>
              <a:gd name="connsiteY225" fmla="*/ 44316 h 4999978"/>
              <a:gd name="connsiteX226" fmla="*/ 3564889 w 12192000"/>
              <a:gd name="connsiteY226" fmla="*/ 57394 h 4999978"/>
              <a:gd name="connsiteX227" fmla="*/ 3614922 w 12192000"/>
              <a:gd name="connsiteY227" fmla="*/ 61804 h 4999978"/>
              <a:gd name="connsiteX228" fmla="*/ 3635506 w 12192000"/>
              <a:gd name="connsiteY228" fmla="*/ 65718 h 4999978"/>
              <a:gd name="connsiteX229" fmla="*/ 3646525 w 12192000"/>
              <a:gd name="connsiteY229" fmla="*/ 69193 h 4999978"/>
              <a:gd name="connsiteX230" fmla="*/ 3647224 w 12192000"/>
              <a:gd name="connsiteY230" fmla="*/ 70303 h 4999978"/>
              <a:gd name="connsiteX231" fmla="*/ 3683100 w 12192000"/>
              <a:gd name="connsiteY231" fmla="*/ 64109 h 4999978"/>
              <a:gd name="connsiteX232" fmla="*/ 3687901 w 12192000"/>
              <a:gd name="connsiteY232" fmla="*/ 65372 h 4999978"/>
              <a:gd name="connsiteX233" fmla="*/ 3711234 w 12192000"/>
              <a:gd name="connsiteY233" fmla="*/ 58665 h 4999978"/>
              <a:gd name="connsiteX234" fmla="*/ 3723318 w 12192000"/>
              <a:gd name="connsiteY234" fmla="*/ 56625 h 4999978"/>
              <a:gd name="connsiteX235" fmla="*/ 3726677 w 12192000"/>
              <a:gd name="connsiteY235" fmla="*/ 53112 h 4999978"/>
              <a:gd name="connsiteX236" fmla="*/ 3744535 w 12192000"/>
              <a:gd name="connsiteY236" fmla="*/ 51590 h 4999978"/>
              <a:gd name="connsiteX237" fmla="*/ 3746608 w 12192000"/>
              <a:gd name="connsiteY237" fmla="*/ 52522 h 4999978"/>
              <a:gd name="connsiteX238" fmla="*/ 3761262 w 12192000"/>
              <a:gd name="connsiteY238" fmla="*/ 47147 h 4999978"/>
              <a:gd name="connsiteX239" fmla="*/ 3803931 w 12192000"/>
              <a:gd name="connsiteY239" fmla="*/ 49309 h 4999978"/>
              <a:gd name="connsiteX240" fmla="*/ 3925626 w 12192000"/>
              <a:gd name="connsiteY240" fmla="*/ 40301 h 4999978"/>
              <a:gd name="connsiteX241" fmla="*/ 4033324 w 12192000"/>
              <a:gd name="connsiteY241" fmla="*/ 26451 h 4999978"/>
              <a:gd name="connsiteX0" fmla="*/ 4033324 w 12192000"/>
              <a:gd name="connsiteY0" fmla="*/ 26451 h 4999978"/>
              <a:gd name="connsiteX1" fmla="*/ 4138795 w 12192000"/>
              <a:gd name="connsiteY1" fmla="*/ 28995 h 4999978"/>
              <a:gd name="connsiteX2" fmla="*/ 4197186 w 12192000"/>
              <a:gd name="connsiteY2" fmla="*/ 16311 h 4999978"/>
              <a:gd name="connsiteX3" fmla="*/ 4371550 w 12192000"/>
              <a:gd name="connsiteY3" fmla="*/ 8916 h 4999978"/>
              <a:gd name="connsiteX4" fmla="*/ 4424056 w 12192000"/>
              <a:gd name="connsiteY4" fmla="*/ 15151 h 4999978"/>
              <a:gd name="connsiteX5" fmla="*/ 4469897 w 12192000"/>
              <a:gd name="connsiteY5" fmla="*/ 0 h 4999978"/>
              <a:gd name="connsiteX6" fmla="*/ 4489151 w 12192000"/>
              <a:gd name="connsiteY6" fmla="*/ 7067 h 4999978"/>
              <a:gd name="connsiteX7" fmla="*/ 4492479 w 12192000"/>
              <a:gd name="connsiteY7" fmla="*/ 8512 h 4999978"/>
              <a:gd name="connsiteX8" fmla="*/ 4505693 w 12192000"/>
              <a:gd name="connsiteY8" fmla="*/ 9366 h 4999978"/>
              <a:gd name="connsiteX9" fmla="*/ 4509529 w 12192000"/>
              <a:gd name="connsiteY9" fmla="*/ 15767 h 4999978"/>
              <a:gd name="connsiteX10" fmla="*/ 4529499 w 12192000"/>
              <a:gd name="connsiteY10" fmla="*/ 21469 h 4999978"/>
              <a:gd name="connsiteX11" fmla="*/ 4553795 w 12192000"/>
              <a:gd name="connsiteY11" fmla="*/ 21323 h 4999978"/>
              <a:gd name="connsiteX12" fmla="*/ 4640118 w 12192000"/>
              <a:gd name="connsiteY12" fmla="*/ 21481 h 4999978"/>
              <a:gd name="connsiteX13" fmla="*/ 4654127 w 12192000"/>
              <a:gd name="connsiteY13" fmla="*/ 17734 h 4999978"/>
              <a:gd name="connsiteX14" fmla="*/ 4700168 w 12192000"/>
              <a:gd name="connsiteY14" fmla="*/ 22735 h 4999978"/>
              <a:gd name="connsiteX15" fmla="*/ 4741127 w 12192000"/>
              <a:gd name="connsiteY15" fmla="*/ 23309 h 4999978"/>
              <a:gd name="connsiteX16" fmla="*/ 4767598 w 12192000"/>
              <a:gd name="connsiteY16" fmla="*/ 20054 h 4999978"/>
              <a:gd name="connsiteX17" fmla="*/ 4774592 w 12192000"/>
              <a:gd name="connsiteY17" fmla="*/ 22231 h 4999978"/>
              <a:gd name="connsiteX18" fmla="*/ 4801328 w 12192000"/>
              <a:gd name="connsiteY18" fmla="*/ 23236 h 4999978"/>
              <a:gd name="connsiteX19" fmla="*/ 4814870 w 12192000"/>
              <a:gd name="connsiteY19" fmla="*/ 19579 h 4999978"/>
              <a:gd name="connsiteX20" fmla="*/ 4828440 w 12192000"/>
              <a:gd name="connsiteY20" fmla="*/ 27197 h 4999978"/>
              <a:gd name="connsiteX21" fmla="*/ 4831826 w 12192000"/>
              <a:gd name="connsiteY21" fmla="*/ 32900 h 4999978"/>
              <a:gd name="connsiteX22" fmla="*/ 4850785 w 12192000"/>
              <a:gd name="connsiteY22" fmla="*/ 29972 h 4999978"/>
              <a:gd name="connsiteX23" fmla="*/ 4866468 w 12192000"/>
              <a:gd name="connsiteY23" fmla="*/ 35321 h 4999978"/>
              <a:gd name="connsiteX24" fmla="*/ 4879983 w 12192000"/>
              <a:gd name="connsiteY24" fmla="*/ 31397 h 4999978"/>
              <a:gd name="connsiteX25" fmla="*/ 4885635 w 12192000"/>
              <a:gd name="connsiteY25" fmla="*/ 32124 h 4999978"/>
              <a:gd name="connsiteX26" fmla="*/ 4899698 w 12192000"/>
              <a:gd name="connsiteY26" fmla="*/ 34658 h 4999978"/>
              <a:gd name="connsiteX27" fmla="*/ 4923986 w 12192000"/>
              <a:gd name="connsiteY27" fmla="*/ 40414 h 4999978"/>
              <a:gd name="connsiteX28" fmla="*/ 4931544 w 12192000"/>
              <a:gd name="connsiteY28" fmla="*/ 41140 h 4999978"/>
              <a:gd name="connsiteX29" fmla="*/ 4948135 w 12192000"/>
              <a:gd name="connsiteY29" fmla="*/ 50311 h 4999978"/>
              <a:gd name="connsiteX30" fmla="*/ 4980068 w 12192000"/>
              <a:gd name="connsiteY30" fmla="*/ 57834 h 4999978"/>
              <a:gd name="connsiteX31" fmla="*/ 5036541 w 12192000"/>
              <a:gd name="connsiteY31" fmla="*/ 85075 h 4999978"/>
              <a:gd name="connsiteX32" fmla="*/ 5069678 w 12192000"/>
              <a:gd name="connsiteY32" fmla="*/ 97961 h 4999978"/>
              <a:gd name="connsiteX33" fmla="*/ 5092160 w 12192000"/>
              <a:gd name="connsiteY33" fmla="*/ 109985 h 4999978"/>
              <a:gd name="connsiteX34" fmla="*/ 5158166 w 12192000"/>
              <a:gd name="connsiteY34" fmla="*/ 126350 h 4999978"/>
              <a:gd name="connsiteX35" fmla="*/ 5271252 w 12192000"/>
              <a:gd name="connsiteY35" fmla="*/ 147520 h 4999978"/>
              <a:gd name="connsiteX36" fmla="*/ 5294438 w 12192000"/>
              <a:gd name="connsiteY36" fmla="*/ 153338 h 4999978"/>
              <a:gd name="connsiteX37" fmla="*/ 5310840 w 12192000"/>
              <a:gd name="connsiteY37" fmla="*/ 163551 h 4999978"/>
              <a:gd name="connsiteX38" fmla="*/ 5311570 w 12192000"/>
              <a:gd name="connsiteY38" fmla="*/ 170463 h 4999978"/>
              <a:gd name="connsiteX39" fmla="*/ 5323756 w 12192000"/>
              <a:gd name="connsiteY39" fmla="*/ 174500 h 4999978"/>
              <a:gd name="connsiteX40" fmla="*/ 5326259 w 12192000"/>
              <a:gd name="connsiteY40" fmla="*/ 176662 h 4999978"/>
              <a:gd name="connsiteX41" fmla="*/ 5383267 w 12192000"/>
              <a:gd name="connsiteY41" fmla="*/ 199617 h 4999978"/>
              <a:gd name="connsiteX42" fmla="*/ 5492371 w 12192000"/>
              <a:gd name="connsiteY42" fmla="*/ 230923 h 4999978"/>
              <a:gd name="connsiteX43" fmla="*/ 5640913 w 12192000"/>
              <a:gd name="connsiteY43" fmla="*/ 239810 h 4999978"/>
              <a:gd name="connsiteX44" fmla="*/ 5877770 w 12192000"/>
              <a:gd name="connsiteY44" fmla="*/ 283747 h 4999978"/>
              <a:gd name="connsiteX45" fmla="*/ 5989615 w 12192000"/>
              <a:gd name="connsiteY45" fmla="*/ 306445 h 4999978"/>
              <a:gd name="connsiteX46" fmla="*/ 5996857 w 12192000"/>
              <a:gd name="connsiteY46" fmla="*/ 310331 h 4999978"/>
              <a:gd name="connsiteX47" fmla="*/ 6037387 w 12192000"/>
              <a:gd name="connsiteY47" fmla="*/ 299308 h 4999978"/>
              <a:gd name="connsiteX48" fmla="*/ 6113074 w 12192000"/>
              <a:gd name="connsiteY48" fmla="*/ 312627 h 4999978"/>
              <a:gd name="connsiteX49" fmla="*/ 6280929 w 12192000"/>
              <a:gd name="connsiteY49" fmla="*/ 337226 h 4999978"/>
              <a:gd name="connsiteX50" fmla="*/ 6298665 w 12192000"/>
              <a:gd name="connsiteY50" fmla="*/ 329713 h 4999978"/>
              <a:gd name="connsiteX51" fmla="*/ 6317326 w 12192000"/>
              <a:gd name="connsiteY51" fmla="*/ 326576 h 4999978"/>
              <a:gd name="connsiteX52" fmla="*/ 6319212 w 12192000"/>
              <a:gd name="connsiteY52" fmla="*/ 327786 h 4999978"/>
              <a:gd name="connsiteX53" fmla="*/ 6339724 w 12192000"/>
              <a:gd name="connsiteY53" fmla="*/ 328880 h 4999978"/>
              <a:gd name="connsiteX54" fmla="*/ 6345010 w 12192000"/>
              <a:gd name="connsiteY54" fmla="*/ 325930 h 4999978"/>
              <a:gd name="connsiteX55" fmla="*/ 6359332 w 12192000"/>
              <a:gd name="connsiteY55" fmla="*/ 325681 h 4999978"/>
              <a:gd name="connsiteX56" fmla="*/ 6388220 w 12192000"/>
              <a:gd name="connsiteY56" fmla="*/ 322496 h 4999978"/>
              <a:gd name="connsiteX57" fmla="*/ 6392994 w 12192000"/>
              <a:gd name="connsiteY57" fmla="*/ 324426 h 4999978"/>
              <a:gd name="connsiteX58" fmla="*/ 6435581 w 12192000"/>
              <a:gd name="connsiteY58" fmla="*/ 323557 h 4999978"/>
              <a:gd name="connsiteX59" fmla="*/ 6435870 w 12192000"/>
              <a:gd name="connsiteY59" fmla="*/ 324745 h 4999978"/>
              <a:gd name="connsiteX60" fmla="*/ 6446571 w 12192000"/>
              <a:gd name="connsiteY60" fmla="*/ 329739 h 4999978"/>
              <a:gd name="connsiteX61" fmla="*/ 6467701 w 12192000"/>
              <a:gd name="connsiteY61" fmla="*/ 336547 h 4999978"/>
              <a:gd name="connsiteX62" fmla="*/ 6512727 w 12192000"/>
              <a:gd name="connsiteY62" fmla="*/ 367087 h 4999978"/>
              <a:gd name="connsiteX63" fmla="*/ 6557094 w 12192000"/>
              <a:gd name="connsiteY63" fmla="*/ 366314 h 4999978"/>
              <a:gd name="connsiteX64" fmla="*/ 6565879 w 12192000"/>
              <a:gd name="connsiteY64" fmla="*/ 366812 h 4999978"/>
              <a:gd name="connsiteX65" fmla="*/ 6565997 w 12192000"/>
              <a:gd name="connsiteY65" fmla="*/ 367092 h 4999978"/>
              <a:gd name="connsiteX66" fmla="*/ 6575147 w 12192000"/>
              <a:gd name="connsiteY66" fmla="*/ 368156 h 4999978"/>
              <a:gd name="connsiteX67" fmla="*/ 6581899 w 12192000"/>
              <a:gd name="connsiteY67" fmla="*/ 367720 h 4999978"/>
              <a:gd name="connsiteX68" fmla="*/ 6598943 w 12192000"/>
              <a:gd name="connsiteY68" fmla="*/ 368688 h 4999978"/>
              <a:gd name="connsiteX69" fmla="*/ 6604421 w 12192000"/>
              <a:gd name="connsiteY69" fmla="*/ 370815 h 4999978"/>
              <a:gd name="connsiteX70" fmla="*/ 6606035 w 12192000"/>
              <a:gd name="connsiteY70" fmla="*/ 374247 h 4999978"/>
              <a:gd name="connsiteX71" fmla="*/ 6607669 w 12192000"/>
              <a:gd name="connsiteY71" fmla="*/ 373968 h 4999978"/>
              <a:gd name="connsiteX72" fmla="*/ 6637532 w 12192000"/>
              <a:gd name="connsiteY72" fmla="*/ 384907 h 4999978"/>
              <a:gd name="connsiteX73" fmla="*/ 6706880 w 12192000"/>
              <a:gd name="connsiteY73" fmla="*/ 399163 h 4999978"/>
              <a:gd name="connsiteX74" fmla="*/ 6747500 w 12192000"/>
              <a:gd name="connsiteY74" fmla="*/ 403168 h 4999978"/>
              <a:gd name="connsiteX75" fmla="*/ 6857783 w 12192000"/>
              <a:gd name="connsiteY75" fmla="*/ 418687 h 4999978"/>
              <a:gd name="connsiteX76" fmla="*/ 6926954 w 12192000"/>
              <a:gd name="connsiteY76" fmla="*/ 416162 h 4999978"/>
              <a:gd name="connsiteX77" fmla="*/ 6990389 w 12192000"/>
              <a:gd name="connsiteY77" fmla="*/ 425060 h 4999978"/>
              <a:gd name="connsiteX78" fmla="*/ 7041715 w 12192000"/>
              <a:gd name="connsiteY78" fmla="*/ 465902 h 4999978"/>
              <a:gd name="connsiteX79" fmla="*/ 7048103 w 12192000"/>
              <a:gd name="connsiteY79" fmla="*/ 464392 h 4999978"/>
              <a:gd name="connsiteX80" fmla="*/ 7057490 w 12192000"/>
              <a:gd name="connsiteY80" fmla="*/ 463917 h 4999978"/>
              <a:gd name="connsiteX81" fmla="*/ 7057730 w 12192000"/>
              <a:gd name="connsiteY81" fmla="*/ 464165 h 4999978"/>
              <a:gd name="connsiteX82" fmla="*/ 7066511 w 12192000"/>
              <a:gd name="connsiteY82" fmla="*/ 463214 h 4999978"/>
              <a:gd name="connsiteX83" fmla="*/ 7109401 w 12192000"/>
              <a:gd name="connsiteY83" fmla="*/ 455268 h 4999978"/>
              <a:gd name="connsiteX84" fmla="*/ 7166830 w 12192000"/>
              <a:gd name="connsiteY84" fmla="*/ 477037 h 4999978"/>
              <a:gd name="connsiteX85" fmla="*/ 7190442 w 12192000"/>
              <a:gd name="connsiteY85" fmla="*/ 480090 h 4999978"/>
              <a:gd name="connsiteX86" fmla="*/ 7203083 w 12192000"/>
              <a:gd name="connsiteY86" fmla="*/ 483106 h 4999978"/>
              <a:gd name="connsiteX87" fmla="*/ 7203894 w 12192000"/>
              <a:gd name="connsiteY87" fmla="*/ 484190 h 4999978"/>
              <a:gd name="connsiteX88" fmla="*/ 7245004 w 12192000"/>
              <a:gd name="connsiteY88" fmla="*/ 476444 h 4999978"/>
              <a:gd name="connsiteX89" fmla="*/ 7250514 w 12192000"/>
              <a:gd name="connsiteY89" fmla="*/ 477506 h 4999978"/>
              <a:gd name="connsiteX90" fmla="*/ 7277246 w 12192000"/>
              <a:gd name="connsiteY90" fmla="*/ 469782 h 4999978"/>
              <a:gd name="connsiteX91" fmla="*/ 7291092 w 12192000"/>
              <a:gd name="connsiteY91" fmla="*/ 467217 h 4999978"/>
              <a:gd name="connsiteX92" fmla="*/ 7294933 w 12192000"/>
              <a:gd name="connsiteY92" fmla="*/ 463549 h 4999978"/>
              <a:gd name="connsiteX93" fmla="*/ 7315408 w 12192000"/>
              <a:gd name="connsiteY93" fmla="*/ 461260 h 4999978"/>
              <a:gd name="connsiteX94" fmla="*/ 7317786 w 12192000"/>
              <a:gd name="connsiteY94" fmla="*/ 462106 h 4999978"/>
              <a:gd name="connsiteX95" fmla="*/ 7334572 w 12192000"/>
              <a:gd name="connsiteY95" fmla="*/ 456088 h 4999978"/>
              <a:gd name="connsiteX96" fmla="*/ 7375190 w 12192000"/>
              <a:gd name="connsiteY96" fmla="*/ 449931 h 4999978"/>
              <a:gd name="connsiteX97" fmla="*/ 7522997 w 12192000"/>
              <a:gd name="connsiteY97" fmla="*/ 442209 h 4999978"/>
              <a:gd name="connsiteX98" fmla="*/ 7686985 w 12192000"/>
              <a:gd name="connsiteY98" fmla="*/ 419805 h 4999978"/>
              <a:gd name="connsiteX99" fmla="*/ 7854068 w 12192000"/>
              <a:gd name="connsiteY99" fmla="*/ 409774 h 4999978"/>
              <a:gd name="connsiteX100" fmla="*/ 8034165 w 12192000"/>
              <a:gd name="connsiteY100" fmla="*/ 391699 h 4999978"/>
              <a:gd name="connsiteX101" fmla="*/ 8094381 w 12192000"/>
              <a:gd name="connsiteY101" fmla="*/ 395718 h 4999978"/>
              <a:gd name="connsiteX102" fmla="*/ 8146898 w 12192000"/>
              <a:gd name="connsiteY102" fmla="*/ 378558 h 4999978"/>
              <a:gd name="connsiteX103" fmla="*/ 8168993 w 12192000"/>
              <a:gd name="connsiteY103" fmla="*/ 384830 h 4999978"/>
              <a:gd name="connsiteX104" fmla="*/ 8172809 w 12192000"/>
              <a:gd name="connsiteY104" fmla="*/ 386137 h 4999978"/>
              <a:gd name="connsiteX105" fmla="*/ 8187962 w 12192000"/>
              <a:gd name="connsiteY105" fmla="*/ 386433 h 4999978"/>
              <a:gd name="connsiteX106" fmla="*/ 8192382 w 12192000"/>
              <a:gd name="connsiteY106" fmla="*/ 392692 h 4999978"/>
              <a:gd name="connsiteX107" fmla="*/ 8375192 w 12192000"/>
              <a:gd name="connsiteY107" fmla="*/ 383879 h 4999978"/>
              <a:gd name="connsiteX108" fmla="*/ 8454377 w 12192000"/>
              <a:gd name="connsiteY108" fmla="*/ 380331 h 4999978"/>
              <a:gd name="connsiteX109" fmla="*/ 8484740 w 12192000"/>
              <a:gd name="connsiteY109" fmla="*/ 385159 h 4999978"/>
              <a:gd name="connsiteX110" fmla="*/ 8601673 w 12192000"/>
              <a:gd name="connsiteY110" fmla="*/ 397101 h 4999978"/>
              <a:gd name="connsiteX111" fmla="*/ 8701676 w 12192000"/>
              <a:gd name="connsiteY111" fmla="*/ 401351 h 4999978"/>
              <a:gd name="connsiteX112" fmla="*/ 8773288 w 12192000"/>
              <a:gd name="connsiteY112" fmla="*/ 378077 h 4999978"/>
              <a:gd name="connsiteX113" fmla="*/ 8779909 w 12192000"/>
              <a:gd name="connsiteY113" fmla="*/ 382446 h 4999978"/>
              <a:gd name="connsiteX114" fmla="*/ 8829932 w 12192000"/>
              <a:gd name="connsiteY114" fmla="*/ 379243 h 4999978"/>
              <a:gd name="connsiteX115" fmla="*/ 9003386 w 12192000"/>
              <a:gd name="connsiteY115" fmla="*/ 336242 h 4999978"/>
              <a:gd name="connsiteX116" fmla="*/ 9101185 w 12192000"/>
              <a:gd name="connsiteY116" fmla="*/ 330862 h 4999978"/>
              <a:gd name="connsiteX117" fmla="*/ 9136185 w 12192000"/>
              <a:gd name="connsiteY117" fmla="*/ 334078 h 4999978"/>
              <a:gd name="connsiteX118" fmla="*/ 9194801 w 12192000"/>
              <a:gd name="connsiteY118" fmla="*/ 339149 h 4999978"/>
              <a:gd name="connsiteX119" fmla="*/ 9239316 w 12192000"/>
              <a:gd name="connsiteY119" fmla="*/ 355558 h 4999978"/>
              <a:gd name="connsiteX120" fmla="*/ 9288052 w 12192000"/>
              <a:gd name="connsiteY120" fmla="*/ 354796 h 4999978"/>
              <a:gd name="connsiteX121" fmla="*/ 9298465 w 12192000"/>
              <a:gd name="connsiteY121" fmla="*/ 338296 h 4999978"/>
              <a:gd name="connsiteX122" fmla="*/ 9350892 w 12192000"/>
              <a:gd name="connsiteY122" fmla="*/ 342778 h 4999978"/>
              <a:gd name="connsiteX123" fmla="*/ 9430522 w 12192000"/>
              <a:gd name="connsiteY123" fmla="*/ 351368 h 4999978"/>
              <a:gd name="connsiteX124" fmla="*/ 9476215 w 12192000"/>
              <a:gd name="connsiteY124" fmla="*/ 352107 h 4999978"/>
              <a:gd name="connsiteX125" fmla="*/ 9601276 w 12192000"/>
              <a:gd name="connsiteY125" fmla="*/ 358704 h 4999978"/>
              <a:gd name="connsiteX126" fmla="*/ 9771664 w 12192000"/>
              <a:gd name="connsiteY126" fmla="*/ 375074 h 4999978"/>
              <a:gd name="connsiteX127" fmla="*/ 9905153 w 12192000"/>
              <a:gd name="connsiteY127" fmla="*/ 400650 h 4999978"/>
              <a:gd name="connsiteX128" fmla="*/ 9922553 w 12192000"/>
              <a:gd name="connsiteY128" fmla="*/ 404569 h 4999978"/>
              <a:gd name="connsiteX129" fmla="*/ 10044658 w 12192000"/>
              <a:gd name="connsiteY129" fmla="*/ 418077 h 4999978"/>
              <a:gd name="connsiteX130" fmla="*/ 10184585 w 12192000"/>
              <a:gd name="connsiteY130" fmla="*/ 407138 h 4999978"/>
              <a:gd name="connsiteX131" fmla="*/ 10366435 w 12192000"/>
              <a:gd name="connsiteY131" fmla="*/ 462428 h 4999978"/>
              <a:gd name="connsiteX132" fmla="*/ 10688220 w 12192000"/>
              <a:gd name="connsiteY132" fmla="*/ 542258 h 4999978"/>
              <a:gd name="connsiteX133" fmla="*/ 11026690 w 12192000"/>
              <a:gd name="connsiteY133" fmla="*/ 550681 h 4999978"/>
              <a:gd name="connsiteX134" fmla="*/ 11113779 w 12192000"/>
              <a:gd name="connsiteY134" fmla="*/ 533868 h 4999978"/>
              <a:gd name="connsiteX135" fmla="*/ 11369556 w 12192000"/>
              <a:gd name="connsiteY135" fmla="*/ 491719 h 4999978"/>
              <a:gd name="connsiteX136" fmla="*/ 11623342 w 12192000"/>
              <a:gd name="connsiteY136" fmla="*/ 388428 h 4999978"/>
              <a:gd name="connsiteX137" fmla="*/ 11786511 w 12192000"/>
              <a:gd name="connsiteY137" fmla="*/ 358390 h 4999978"/>
              <a:gd name="connsiteX138" fmla="*/ 11862577 w 12192000"/>
              <a:gd name="connsiteY138" fmla="*/ 330549 h 4999978"/>
              <a:gd name="connsiteX139" fmla="*/ 11916612 w 12192000"/>
              <a:gd name="connsiteY139" fmla="*/ 323810 h 4999978"/>
              <a:gd name="connsiteX140" fmla="*/ 11948830 w 12192000"/>
              <a:gd name="connsiteY140" fmla="*/ 318062 h 4999978"/>
              <a:gd name="connsiteX141" fmla="*/ 12001583 w 12192000"/>
              <a:gd name="connsiteY141" fmla="*/ 279643 h 4999978"/>
              <a:gd name="connsiteX142" fmla="*/ 12174977 w 12192000"/>
              <a:gd name="connsiteY142" fmla="*/ 264652 h 4999978"/>
              <a:gd name="connsiteX143" fmla="*/ 12192000 w 12192000"/>
              <a:gd name="connsiteY143" fmla="*/ 256549 h 4999978"/>
              <a:gd name="connsiteX144" fmla="*/ 12192000 w 12192000"/>
              <a:gd name="connsiteY144" fmla="*/ 4999978 h 4999978"/>
              <a:gd name="connsiteX145" fmla="*/ 0 w 12192000"/>
              <a:gd name="connsiteY145" fmla="*/ 4999978 h 4999978"/>
              <a:gd name="connsiteX146" fmla="*/ 0 w 12192000"/>
              <a:gd name="connsiteY146" fmla="*/ 617449 h 4999978"/>
              <a:gd name="connsiteX147" fmla="*/ 11075 w 12192000"/>
              <a:gd name="connsiteY147" fmla="*/ 615178 h 4999978"/>
              <a:gd name="connsiteX148" fmla="*/ 44061 w 12192000"/>
              <a:gd name="connsiteY148" fmla="*/ 608596 h 4999978"/>
              <a:gd name="connsiteX149" fmla="*/ 170342 w 12192000"/>
              <a:gd name="connsiteY149" fmla="*/ 551077 h 4999978"/>
              <a:gd name="connsiteX150" fmla="*/ 168955 w 12192000"/>
              <a:gd name="connsiteY150" fmla="*/ 542164 h 4999978"/>
              <a:gd name="connsiteX151" fmla="*/ 181474 w 12192000"/>
              <a:gd name="connsiteY151" fmla="*/ 541281 h 4999978"/>
              <a:gd name="connsiteX152" fmla="*/ 209440 w 12192000"/>
              <a:gd name="connsiteY152" fmla="*/ 540561 h 4999978"/>
              <a:gd name="connsiteX153" fmla="*/ 293152 w 12192000"/>
              <a:gd name="connsiteY153" fmla="*/ 536576 h 4999978"/>
              <a:gd name="connsiteX154" fmla="*/ 315693 w 12192000"/>
              <a:gd name="connsiteY154" fmla="*/ 519030 h 4999978"/>
              <a:gd name="connsiteX155" fmla="*/ 337305 w 12192000"/>
              <a:gd name="connsiteY155" fmla="*/ 518372 h 4999978"/>
              <a:gd name="connsiteX156" fmla="*/ 462252 w 12192000"/>
              <a:gd name="connsiteY156" fmla="*/ 493151 h 4999978"/>
              <a:gd name="connsiteX157" fmla="*/ 479457 w 12192000"/>
              <a:gd name="connsiteY157" fmla="*/ 491123 h 4999978"/>
              <a:gd name="connsiteX158" fmla="*/ 488653 w 12192000"/>
              <a:gd name="connsiteY158" fmla="*/ 483257 h 4999978"/>
              <a:gd name="connsiteX159" fmla="*/ 522053 w 12192000"/>
              <a:gd name="connsiteY159" fmla="*/ 481125 h 4999978"/>
              <a:gd name="connsiteX160" fmla="*/ 523520 w 12192000"/>
              <a:gd name="connsiteY160" fmla="*/ 476713 h 4999978"/>
              <a:gd name="connsiteX161" fmla="*/ 632714 w 12192000"/>
              <a:gd name="connsiteY161" fmla="*/ 437101 h 4999978"/>
              <a:gd name="connsiteX162" fmla="*/ 651426 w 12192000"/>
              <a:gd name="connsiteY162" fmla="*/ 430544 h 4999978"/>
              <a:gd name="connsiteX163" fmla="*/ 667724 w 12192000"/>
              <a:gd name="connsiteY163" fmla="*/ 432138 h 4999978"/>
              <a:gd name="connsiteX164" fmla="*/ 757679 w 12192000"/>
              <a:gd name="connsiteY164" fmla="*/ 425145 h 4999978"/>
              <a:gd name="connsiteX165" fmla="*/ 779159 w 12192000"/>
              <a:gd name="connsiteY165" fmla="*/ 428059 h 4999978"/>
              <a:gd name="connsiteX166" fmla="*/ 788293 w 12192000"/>
              <a:gd name="connsiteY166" fmla="*/ 434863 h 4999978"/>
              <a:gd name="connsiteX167" fmla="*/ 822923 w 12192000"/>
              <a:gd name="connsiteY167" fmla="*/ 421074 h 4999978"/>
              <a:gd name="connsiteX168" fmla="*/ 876559 w 12192000"/>
              <a:gd name="connsiteY168" fmla="*/ 411088 h 4999978"/>
              <a:gd name="connsiteX169" fmla="*/ 902011 w 12192000"/>
              <a:gd name="connsiteY169" fmla="*/ 404118 h 4999978"/>
              <a:gd name="connsiteX170" fmla="*/ 922715 w 12192000"/>
              <a:gd name="connsiteY170" fmla="*/ 407699 h 4999978"/>
              <a:gd name="connsiteX171" fmla="*/ 1040139 w 12192000"/>
              <a:gd name="connsiteY171" fmla="*/ 406590 h 4999978"/>
              <a:gd name="connsiteX172" fmla="*/ 1067251 w 12192000"/>
              <a:gd name="connsiteY172" fmla="*/ 412384 h 4999978"/>
              <a:gd name="connsiteX173" fmla="*/ 1080272 w 12192000"/>
              <a:gd name="connsiteY173" fmla="*/ 424669 h 4999978"/>
              <a:gd name="connsiteX174" fmla="*/ 1090219 w 12192000"/>
              <a:gd name="connsiteY174" fmla="*/ 420026 h 4999978"/>
              <a:gd name="connsiteX175" fmla="*/ 1161226 w 12192000"/>
              <a:gd name="connsiteY175" fmla="*/ 418304 h 4999978"/>
              <a:gd name="connsiteX176" fmla="*/ 1207525 w 12192000"/>
              <a:gd name="connsiteY176" fmla="*/ 416039 h 4999978"/>
              <a:gd name="connsiteX177" fmla="*/ 1295331 w 12192000"/>
              <a:gd name="connsiteY177" fmla="*/ 402182 h 4999978"/>
              <a:gd name="connsiteX178" fmla="*/ 1347118 w 12192000"/>
              <a:gd name="connsiteY178" fmla="*/ 399704 h 4999978"/>
              <a:gd name="connsiteX179" fmla="*/ 1378108 w 12192000"/>
              <a:gd name="connsiteY179" fmla="*/ 398410 h 4999978"/>
              <a:gd name="connsiteX180" fmla="*/ 1459192 w 12192000"/>
              <a:gd name="connsiteY180" fmla="*/ 380919 h 4999978"/>
              <a:gd name="connsiteX181" fmla="*/ 1590120 w 12192000"/>
              <a:gd name="connsiteY181" fmla="*/ 317608 h 4999978"/>
              <a:gd name="connsiteX182" fmla="*/ 1631417 w 12192000"/>
              <a:gd name="connsiteY182" fmla="*/ 308227 h 4999978"/>
              <a:gd name="connsiteX183" fmla="*/ 1695877 w 12192000"/>
              <a:gd name="connsiteY183" fmla="*/ 303848 h 4999978"/>
              <a:gd name="connsiteX184" fmla="*/ 1844438 w 12192000"/>
              <a:gd name="connsiteY184" fmla="*/ 271304 h 4999978"/>
              <a:gd name="connsiteX185" fmla="*/ 1881324 w 12192000"/>
              <a:gd name="connsiteY185" fmla="*/ 268497 h 4999978"/>
              <a:gd name="connsiteX186" fmla="*/ 1908999 w 12192000"/>
              <a:gd name="connsiteY186" fmla="*/ 269338 h 4999978"/>
              <a:gd name="connsiteX187" fmla="*/ 1974956 w 12192000"/>
              <a:gd name="connsiteY187" fmla="*/ 255958 h 4999978"/>
              <a:gd name="connsiteX188" fmla="*/ 2082409 w 12192000"/>
              <a:gd name="connsiteY188" fmla="*/ 227290 h 4999978"/>
              <a:gd name="connsiteX189" fmla="*/ 2105639 w 12192000"/>
              <a:gd name="connsiteY189" fmla="*/ 222648 h 4999978"/>
              <a:gd name="connsiteX190" fmla="*/ 2126992 w 12192000"/>
              <a:gd name="connsiteY190" fmla="*/ 224468 h 4999978"/>
              <a:gd name="connsiteX191" fmla="*/ 2133154 w 12192000"/>
              <a:gd name="connsiteY191" fmla="*/ 229952 h 4999978"/>
              <a:gd name="connsiteX192" fmla="*/ 2146154 w 12192000"/>
              <a:gd name="connsiteY192" fmla="*/ 228332 h 4999978"/>
              <a:gd name="connsiteX193" fmla="*/ 2149901 w 12192000"/>
              <a:gd name="connsiteY193" fmla="*/ 229116 h 4999978"/>
              <a:gd name="connsiteX194" fmla="*/ 2171100 w 12192000"/>
              <a:gd name="connsiteY194" fmla="*/ 232389 h 4999978"/>
              <a:gd name="connsiteX195" fmla="*/ 2209148 w 12192000"/>
              <a:gd name="connsiteY195" fmla="*/ 209225 h 4999978"/>
              <a:gd name="connsiteX196" fmla="*/ 2261889 w 12192000"/>
              <a:gd name="connsiteY196" fmla="*/ 205532 h 4999978"/>
              <a:gd name="connsiteX197" fmla="*/ 2452315 w 12192000"/>
              <a:gd name="connsiteY197" fmla="*/ 152899 h 4999978"/>
              <a:gd name="connsiteX198" fmla="*/ 2495330 w 12192000"/>
              <a:gd name="connsiteY198" fmla="*/ 142101 h 4999978"/>
              <a:gd name="connsiteX199" fmla="*/ 2665623 w 12192000"/>
              <a:gd name="connsiteY199" fmla="*/ 96394 h 4999978"/>
              <a:gd name="connsiteX200" fmla="*/ 2763332 w 12192000"/>
              <a:gd name="connsiteY200" fmla="*/ 74831 h 4999978"/>
              <a:gd name="connsiteX201" fmla="*/ 2843870 w 12192000"/>
              <a:gd name="connsiteY201" fmla="*/ 47507 h 4999978"/>
              <a:gd name="connsiteX202" fmla="*/ 2862745 w 12192000"/>
              <a:gd name="connsiteY202" fmla="*/ 43242 h 4999978"/>
              <a:gd name="connsiteX203" fmla="*/ 2864596 w 12192000"/>
              <a:gd name="connsiteY203" fmla="*/ 39218 h 4999978"/>
              <a:gd name="connsiteX204" fmla="*/ 2875381 w 12192000"/>
              <a:gd name="connsiteY204" fmla="*/ 35003 h 4999978"/>
              <a:gd name="connsiteX205" fmla="*/ 2895139 w 12192000"/>
              <a:gd name="connsiteY205" fmla="*/ 24186 h 4999978"/>
              <a:gd name="connsiteX206" fmla="*/ 2932205 w 12192000"/>
              <a:gd name="connsiteY206" fmla="*/ 11873 h 4999978"/>
              <a:gd name="connsiteX207" fmla="*/ 2933310 w 12192000"/>
              <a:gd name="connsiteY207" fmla="*/ 12816 h 4999978"/>
              <a:gd name="connsiteX208" fmla="*/ 2945218 w 12192000"/>
              <a:gd name="connsiteY208" fmla="*/ 14141 h 4999978"/>
              <a:gd name="connsiteX209" fmla="*/ 3016048 w 12192000"/>
              <a:gd name="connsiteY209" fmla="*/ 12381 h 4999978"/>
              <a:gd name="connsiteX210" fmla="*/ 3057077 w 12192000"/>
              <a:gd name="connsiteY210" fmla="*/ 14845 h 4999978"/>
              <a:gd name="connsiteX211" fmla="*/ 3148105 w 12192000"/>
              <a:gd name="connsiteY211" fmla="*/ 30648 h 4999978"/>
              <a:gd name="connsiteX212" fmla="*/ 3251671 w 12192000"/>
              <a:gd name="connsiteY212" fmla="*/ 31575 h 4999978"/>
              <a:gd name="connsiteX213" fmla="*/ 3351400 w 12192000"/>
              <a:gd name="connsiteY213" fmla="*/ 32687 h 4999978"/>
              <a:gd name="connsiteX214" fmla="*/ 3387481 w 12192000"/>
              <a:gd name="connsiteY214" fmla="*/ 31443 h 4999978"/>
              <a:gd name="connsiteX215" fmla="*/ 3451923 w 12192000"/>
              <a:gd name="connsiteY215" fmla="*/ 36482 h 4999978"/>
              <a:gd name="connsiteX216" fmla="*/ 3481520 w 12192000"/>
              <a:gd name="connsiteY216" fmla="*/ 43287 h 4999978"/>
              <a:gd name="connsiteX217" fmla="*/ 3482804 w 12192000"/>
              <a:gd name="connsiteY217" fmla="*/ 42812 h 4999978"/>
              <a:gd name="connsiteX218" fmla="*/ 3485495 w 12192000"/>
              <a:gd name="connsiteY218" fmla="*/ 45921 h 4999978"/>
              <a:gd name="connsiteX219" fmla="*/ 3490972 w 12192000"/>
              <a:gd name="connsiteY219" fmla="*/ 47286 h 4999978"/>
              <a:gd name="connsiteX220" fmla="*/ 3505835 w 12192000"/>
              <a:gd name="connsiteY220" fmla="*/ 46077 h 4999978"/>
              <a:gd name="connsiteX221" fmla="*/ 3511410 w 12192000"/>
              <a:gd name="connsiteY221" fmla="*/ 44808 h 4999978"/>
              <a:gd name="connsiteX222" fmla="*/ 3519598 w 12192000"/>
              <a:gd name="connsiteY222" fmla="*/ 44683 h 4999978"/>
              <a:gd name="connsiteX223" fmla="*/ 3519807 w 12192000"/>
              <a:gd name="connsiteY223" fmla="*/ 44938 h 4999978"/>
              <a:gd name="connsiteX224" fmla="*/ 3527466 w 12192000"/>
              <a:gd name="connsiteY224" fmla="*/ 44316 h 4999978"/>
              <a:gd name="connsiteX225" fmla="*/ 3564889 w 12192000"/>
              <a:gd name="connsiteY225" fmla="*/ 57394 h 4999978"/>
              <a:gd name="connsiteX226" fmla="*/ 3614922 w 12192000"/>
              <a:gd name="connsiteY226" fmla="*/ 61804 h 4999978"/>
              <a:gd name="connsiteX227" fmla="*/ 3635506 w 12192000"/>
              <a:gd name="connsiteY227" fmla="*/ 65718 h 4999978"/>
              <a:gd name="connsiteX228" fmla="*/ 3646525 w 12192000"/>
              <a:gd name="connsiteY228" fmla="*/ 69193 h 4999978"/>
              <a:gd name="connsiteX229" fmla="*/ 3647224 w 12192000"/>
              <a:gd name="connsiteY229" fmla="*/ 70303 h 4999978"/>
              <a:gd name="connsiteX230" fmla="*/ 3683100 w 12192000"/>
              <a:gd name="connsiteY230" fmla="*/ 64109 h 4999978"/>
              <a:gd name="connsiteX231" fmla="*/ 3687901 w 12192000"/>
              <a:gd name="connsiteY231" fmla="*/ 65372 h 4999978"/>
              <a:gd name="connsiteX232" fmla="*/ 3711234 w 12192000"/>
              <a:gd name="connsiteY232" fmla="*/ 58665 h 4999978"/>
              <a:gd name="connsiteX233" fmla="*/ 3723318 w 12192000"/>
              <a:gd name="connsiteY233" fmla="*/ 56625 h 4999978"/>
              <a:gd name="connsiteX234" fmla="*/ 3726677 w 12192000"/>
              <a:gd name="connsiteY234" fmla="*/ 53112 h 4999978"/>
              <a:gd name="connsiteX235" fmla="*/ 3744535 w 12192000"/>
              <a:gd name="connsiteY235" fmla="*/ 51590 h 4999978"/>
              <a:gd name="connsiteX236" fmla="*/ 3746608 w 12192000"/>
              <a:gd name="connsiteY236" fmla="*/ 52522 h 4999978"/>
              <a:gd name="connsiteX237" fmla="*/ 3761262 w 12192000"/>
              <a:gd name="connsiteY237" fmla="*/ 47147 h 4999978"/>
              <a:gd name="connsiteX238" fmla="*/ 3803931 w 12192000"/>
              <a:gd name="connsiteY238" fmla="*/ 49309 h 4999978"/>
              <a:gd name="connsiteX239" fmla="*/ 3925626 w 12192000"/>
              <a:gd name="connsiteY239" fmla="*/ 40301 h 4999978"/>
              <a:gd name="connsiteX240" fmla="*/ 4033324 w 12192000"/>
              <a:gd name="connsiteY240" fmla="*/ 26451 h 499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12192000" h="4999978">
                <a:moveTo>
                  <a:pt x="4033324" y="26451"/>
                </a:moveTo>
                <a:cubicBezTo>
                  <a:pt x="4068852" y="20039"/>
                  <a:pt x="4120375" y="24864"/>
                  <a:pt x="4138795" y="28995"/>
                </a:cubicBezTo>
                <a:cubicBezTo>
                  <a:pt x="4157457" y="25447"/>
                  <a:pt x="4207517" y="4465"/>
                  <a:pt x="4197186" y="16311"/>
                </a:cubicBezTo>
                <a:cubicBezTo>
                  <a:pt x="4253598" y="-9657"/>
                  <a:pt x="4307498" y="21402"/>
                  <a:pt x="4371550" y="8916"/>
                </a:cubicBezTo>
                <a:cubicBezTo>
                  <a:pt x="4407078" y="35696"/>
                  <a:pt x="4387627" y="10675"/>
                  <a:pt x="4424056" y="15151"/>
                </a:cubicBezTo>
                <a:cubicBezTo>
                  <a:pt x="4413661" y="-9905"/>
                  <a:pt x="4468424" y="28513"/>
                  <a:pt x="4469897" y="0"/>
                </a:cubicBezTo>
                <a:cubicBezTo>
                  <a:pt x="4476479" y="1717"/>
                  <a:pt x="4482810" y="4280"/>
                  <a:pt x="4489151" y="7067"/>
                </a:cubicBezTo>
                <a:lnTo>
                  <a:pt x="4492479" y="8512"/>
                </a:lnTo>
                <a:lnTo>
                  <a:pt x="4505693" y="9366"/>
                </a:lnTo>
                <a:lnTo>
                  <a:pt x="4509529" y="15767"/>
                </a:lnTo>
                <a:lnTo>
                  <a:pt x="4529499" y="21469"/>
                </a:lnTo>
                <a:cubicBezTo>
                  <a:pt x="4536963" y="22651"/>
                  <a:pt x="4544973" y="22811"/>
                  <a:pt x="4553795" y="21323"/>
                </a:cubicBezTo>
                <a:cubicBezTo>
                  <a:pt x="4575351" y="9646"/>
                  <a:pt x="4609487" y="22868"/>
                  <a:pt x="4640118" y="21481"/>
                </a:cubicBezTo>
                <a:lnTo>
                  <a:pt x="4654127" y="17734"/>
                </a:lnTo>
                <a:lnTo>
                  <a:pt x="4700168" y="22735"/>
                </a:lnTo>
                <a:cubicBezTo>
                  <a:pt x="4713264" y="23630"/>
                  <a:pt x="4726846" y="23979"/>
                  <a:pt x="4741127" y="23309"/>
                </a:cubicBezTo>
                <a:lnTo>
                  <a:pt x="4767598" y="20054"/>
                </a:lnTo>
                <a:lnTo>
                  <a:pt x="4774592" y="22231"/>
                </a:lnTo>
                <a:cubicBezTo>
                  <a:pt x="4786697" y="21758"/>
                  <a:pt x="4802577" y="13360"/>
                  <a:pt x="4801328" y="23236"/>
                </a:cubicBezTo>
                <a:lnTo>
                  <a:pt x="4814870" y="19579"/>
                </a:lnTo>
                <a:lnTo>
                  <a:pt x="4828440" y="27197"/>
                </a:lnTo>
                <a:cubicBezTo>
                  <a:pt x="4829942" y="28997"/>
                  <a:pt x="4831084" y="30920"/>
                  <a:pt x="4831826" y="32900"/>
                </a:cubicBezTo>
                <a:lnTo>
                  <a:pt x="4850785" y="29972"/>
                </a:lnTo>
                <a:lnTo>
                  <a:pt x="4866468" y="35321"/>
                </a:lnTo>
                <a:lnTo>
                  <a:pt x="4879983" y="31397"/>
                </a:lnTo>
                <a:lnTo>
                  <a:pt x="4885635" y="32124"/>
                </a:lnTo>
                <a:lnTo>
                  <a:pt x="4899698" y="34658"/>
                </a:lnTo>
                <a:cubicBezTo>
                  <a:pt x="4906918" y="36481"/>
                  <a:pt x="4915001" y="38690"/>
                  <a:pt x="4923986" y="40414"/>
                </a:cubicBezTo>
                <a:lnTo>
                  <a:pt x="4931544" y="41140"/>
                </a:lnTo>
                <a:lnTo>
                  <a:pt x="4948135" y="50311"/>
                </a:lnTo>
                <a:cubicBezTo>
                  <a:pt x="4960212" y="57252"/>
                  <a:pt x="4969702" y="61906"/>
                  <a:pt x="4980068" y="57834"/>
                </a:cubicBezTo>
                <a:cubicBezTo>
                  <a:pt x="4998023" y="66760"/>
                  <a:pt x="5010918" y="92451"/>
                  <a:pt x="5036541" y="85075"/>
                </a:cubicBezTo>
                <a:cubicBezTo>
                  <a:pt x="5028940" y="96955"/>
                  <a:pt x="5065159" y="85981"/>
                  <a:pt x="5069678" y="97961"/>
                </a:cubicBezTo>
                <a:cubicBezTo>
                  <a:pt x="5071842" y="107637"/>
                  <a:pt x="5083332" y="106564"/>
                  <a:pt x="5092160" y="109985"/>
                </a:cubicBezTo>
                <a:cubicBezTo>
                  <a:pt x="5098585" y="119790"/>
                  <a:pt x="5142841" y="128053"/>
                  <a:pt x="5158166" y="126350"/>
                </a:cubicBezTo>
                <a:cubicBezTo>
                  <a:pt x="5201256" y="115702"/>
                  <a:pt x="5236783" y="155004"/>
                  <a:pt x="5271252" y="147520"/>
                </a:cubicBezTo>
                <a:cubicBezTo>
                  <a:pt x="5280328" y="148294"/>
                  <a:pt x="5287877" y="150405"/>
                  <a:pt x="5294438" y="153338"/>
                </a:cubicBezTo>
                <a:lnTo>
                  <a:pt x="5310840" y="163551"/>
                </a:lnTo>
                <a:cubicBezTo>
                  <a:pt x="5311084" y="165856"/>
                  <a:pt x="5311328" y="168159"/>
                  <a:pt x="5311570" y="170463"/>
                </a:cubicBezTo>
                <a:lnTo>
                  <a:pt x="5323756" y="174500"/>
                </a:lnTo>
                <a:lnTo>
                  <a:pt x="5326259" y="176662"/>
                </a:lnTo>
                <a:cubicBezTo>
                  <a:pt x="5331024" y="180816"/>
                  <a:pt x="5377788" y="196401"/>
                  <a:pt x="5383267" y="199617"/>
                </a:cubicBezTo>
                <a:cubicBezTo>
                  <a:pt x="5410952" y="208660"/>
                  <a:pt x="5442445" y="222284"/>
                  <a:pt x="5492371" y="230923"/>
                </a:cubicBezTo>
                <a:cubicBezTo>
                  <a:pt x="5559037" y="234969"/>
                  <a:pt x="5575360" y="250215"/>
                  <a:pt x="5640913" y="239810"/>
                </a:cubicBezTo>
                <a:lnTo>
                  <a:pt x="5877770" y="283747"/>
                </a:lnTo>
                <a:cubicBezTo>
                  <a:pt x="5915819" y="295609"/>
                  <a:pt x="5955621" y="294617"/>
                  <a:pt x="5989615" y="306445"/>
                </a:cubicBezTo>
                <a:lnTo>
                  <a:pt x="5996857" y="310331"/>
                </a:lnTo>
                <a:lnTo>
                  <a:pt x="6037387" y="299308"/>
                </a:lnTo>
                <a:cubicBezTo>
                  <a:pt x="6073044" y="293289"/>
                  <a:pt x="6106738" y="295248"/>
                  <a:pt x="6113074" y="312627"/>
                </a:cubicBezTo>
                <a:cubicBezTo>
                  <a:pt x="6172518" y="323086"/>
                  <a:pt x="6233561" y="310428"/>
                  <a:pt x="6280929" y="337226"/>
                </a:cubicBezTo>
                <a:cubicBezTo>
                  <a:pt x="6286383" y="333837"/>
                  <a:pt x="6292357" y="331425"/>
                  <a:pt x="6298665" y="329713"/>
                </a:cubicBezTo>
                <a:lnTo>
                  <a:pt x="6317326" y="326576"/>
                </a:lnTo>
                <a:lnTo>
                  <a:pt x="6319212" y="327786"/>
                </a:lnTo>
                <a:cubicBezTo>
                  <a:pt x="6328393" y="330680"/>
                  <a:pt x="6334701" y="330467"/>
                  <a:pt x="6339724" y="328880"/>
                </a:cubicBezTo>
                <a:lnTo>
                  <a:pt x="6345010" y="325930"/>
                </a:lnTo>
                <a:lnTo>
                  <a:pt x="6359332" y="325681"/>
                </a:lnTo>
                <a:lnTo>
                  <a:pt x="6388220" y="322496"/>
                </a:lnTo>
                <a:lnTo>
                  <a:pt x="6392994" y="324426"/>
                </a:lnTo>
                <a:lnTo>
                  <a:pt x="6435581" y="323557"/>
                </a:lnTo>
                <a:cubicBezTo>
                  <a:pt x="6435677" y="323952"/>
                  <a:pt x="6435772" y="324349"/>
                  <a:pt x="6435870" y="324745"/>
                </a:cubicBezTo>
                <a:cubicBezTo>
                  <a:pt x="6437488" y="327387"/>
                  <a:pt x="6440513" y="329298"/>
                  <a:pt x="6446571" y="329739"/>
                </a:cubicBezTo>
                <a:cubicBezTo>
                  <a:pt x="6432902" y="346634"/>
                  <a:pt x="6448636" y="336743"/>
                  <a:pt x="6467701" y="336547"/>
                </a:cubicBezTo>
                <a:cubicBezTo>
                  <a:pt x="6450726" y="362746"/>
                  <a:pt x="6507518" y="351573"/>
                  <a:pt x="6512727" y="367087"/>
                </a:cubicBezTo>
                <a:cubicBezTo>
                  <a:pt x="6527112" y="366352"/>
                  <a:pt x="6542020" y="366053"/>
                  <a:pt x="6557094" y="366314"/>
                </a:cubicBezTo>
                <a:lnTo>
                  <a:pt x="6565879" y="366812"/>
                </a:lnTo>
                <a:cubicBezTo>
                  <a:pt x="6565919" y="366905"/>
                  <a:pt x="6565958" y="366998"/>
                  <a:pt x="6565997" y="367092"/>
                </a:cubicBezTo>
                <a:cubicBezTo>
                  <a:pt x="6567779" y="367776"/>
                  <a:pt x="6570621" y="368158"/>
                  <a:pt x="6575147" y="368156"/>
                </a:cubicBezTo>
                <a:lnTo>
                  <a:pt x="6581899" y="367720"/>
                </a:lnTo>
                <a:lnTo>
                  <a:pt x="6598943" y="368688"/>
                </a:lnTo>
                <a:lnTo>
                  <a:pt x="6604421" y="370815"/>
                </a:lnTo>
                <a:lnTo>
                  <a:pt x="6606035" y="374247"/>
                </a:lnTo>
                <a:lnTo>
                  <a:pt x="6607669" y="373968"/>
                </a:lnTo>
                <a:cubicBezTo>
                  <a:pt x="6620475" y="368913"/>
                  <a:pt x="6625312" y="360789"/>
                  <a:pt x="6637532" y="384907"/>
                </a:cubicBezTo>
                <a:cubicBezTo>
                  <a:pt x="6666345" y="377219"/>
                  <a:pt x="6669861" y="391673"/>
                  <a:pt x="6706880" y="399163"/>
                </a:cubicBezTo>
                <a:cubicBezTo>
                  <a:pt x="6723837" y="391250"/>
                  <a:pt x="6736071" y="395293"/>
                  <a:pt x="6747500" y="403168"/>
                </a:cubicBezTo>
                <a:cubicBezTo>
                  <a:pt x="6784745" y="401441"/>
                  <a:pt x="6816872" y="413543"/>
                  <a:pt x="6857783" y="418687"/>
                </a:cubicBezTo>
                <a:cubicBezTo>
                  <a:pt x="6902932" y="429261"/>
                  <a:pt x="6899138" y="407985"/>
                  <a:pt x="6926954" y="416162"/>
                </a:cubicBezTo>
                <a:lnTo>
                  <a:pt x="6990389" y="425060"/>
                </a:lnTo>
                <a:lnTo>
                  <a:pt x="7041715" y="465902"/>
                </a:lnTo>
                <a:lnTo>
                  <a:pt x="7048103" y="464392"/>
                </a:lnTo>
                <a:cubicBezTo>
                  <a:pt x="7052510" y="463654"/>
                  <a:pt x="7055450" y="463555"/>
                  <a:pt x="7057490" y="463917"/>
                </a:cubicBezTo>
                <a:lnTo>
                  <a:pt x="7057730" y="464165"/>
                </a:lnTo>
                <a:lnTo>
                  <a:pt x="7066511" y="463214"/>
                </a:lnTo>
                <a:cubicBezTo>
                  <a:pt x="7081316" y="461011"/>
                  <a:pt x="7095708" y="458304"/>
                  <a:pt x="7109401" y="455268"/>
                </a:cubicBezTo>
                <a:cubicBezTo>
                  <a:pt x="7121361" y="469195"/>
                  <a:pt x="7171741" y="449331"/>
                  <a:pt x="7166830" y="477037"/>
                </a:cubicBezTo>
                <a:cubicBezTo>
                  <a:pt x="7185318" y="473753"/>
                  <a:pt x="7196261" y="461778"/>
                  <a:pt x="7190442" y="480090"/>
                </a:cubicBezTo>
                <a:cubicBezTo>
                  <a:pt x="7196540" y="479524"/>
                  <a:pt x="7200336" y="480853"/>
                  <a:pt x="7203083" y="483106"/>
                </a:cubicBezTo>
                <a:lnTo>
                  <a:pt x="7203894" y="484190"/>
                </a:lnTo>
                <a:lnTo>
                  <a:pt x="7245004" y="476444"/>
                </a:lnTo>
                <a:lnTo>
                  <a:pt x="7250514" y="477506"/>
                </a:lnTo>
                <a:lnTo>
                  <a:pt x="7277246" y="469782"/>
                </a:lnTo>
                <a:lnTo>
                  <a:pt x="7291092" y="467217"/>
                </a:lnTo>
                <a:lnTo>
                  <a:pt x="7294933" y="463549"/>
                </a:lnTo>
                <a:cubicBezTo>
                  <a:pt x="7299121" y="461223"/>
                  <a:pt x="7305176" y="459995"/>
                  <a:pt x="7315408" y="461260"/>
                </a:cubicBezTo>
                <a:lnTo>
                  <a:pt x="7317786" y="462106"/>
                </a:lnTo>
                <a:lnTo>
                  <a:pt x="7334572" y="456088"/>
                </a:lnTo>
                <a:cubicBezTo>
                  <a:pt x="7339959" y="453431"/>
                  <a:pt x="7371380" y="454045"/>
                  <a:pt x="7375190" y="449931"/>
                </a:cubicBezTo>
                <a:cubicBezTo>
                  <a:pt x="7433241" y="467756"/>
                  <a:pt x="7460434" y="441906"/>
                  <a:pt x="7522997" y="442209"/>
                </a:cubicBezTo>
                <a:cubicBezTo>
                  <a:pt x="7592791" y="433619"/>
                  <a:pt x="7640927" y="424233"/>
                  <a:pt x="7686985" y="419805"/>
                </a:cubicBezTo>
                <a:cubicBezTo>
                  <a:pt x="7708370" y="415450"/>
                  <a:pt x="7865878" y="397444"/>
                  <a:pt x="7854068" y="409774"/>
                </a:cubicBezTo>
                <a:cubicBezTo>
                  <a:pt x="7918669" y="381306"/>
                  <a:pt x="7960767" y="406961"/>
                  <a:pt x="8034165" y="391699"/>
                </a:cubicBezTo>
                <a:cubicBezTo>
                  <a:pt x="8074975" y="417062"/>
                  <a:pt x="8052607" y="392777"/>
                  <a:pt x="8094381" y="395718"/>
                </a:cubicBezTo>
                <a:cubicBezTo>
                  <a:pt x="8082391" y="371015"/>
                  <a:pt x="8145291" y="407237"/>
                  <a:pt x="8146898" y="378558"/>
                </a:cubicBezTo>
                <a:cubicBezTo>
                  <a:pt x="8154450" y="379999"/>
                  <a:pt x="8161714" y="382303"/>
                  <a:pt x="8168993" y="384830"/>
                </a:cubicBezTo>
                <a:lnTo>
                  <a:pt x="8172809" y="386137"/>
                </a:lnTo>
                <a:lnTo>
                  <a:pt x="8187962" y="386433"/>
                </a:lnTo>
                <a:lnTo>
                  <a:pt x="8192382" y="392692"/>
                </a:lnTo>
                <a:lnTo>
                  <a:pt x="8375192" y="383879"/>
                </a:lnTo>
                <a:cubicBezTo>
                  <a:pt x="8390681" y="377906"/>
                  <a:pt x="8442343" y="372994"/>
                  <a:pt x="8454377" y="380331"/>
                </a:cubicBezTo>
                <a:cubicBezTo>
                  <a:pt x="8465613" y="381011"/>
                  <a:pt x="8477337" y="376722"/>
                  <a:pt x="8484740" y="385159"/>
                </a:cubicBezTo>
                <a:cubicBezTo>
                  <a:pt x="8509291" y="387955"/>
                  <a:pt x="8565518" y="394403"/>
                  <a:pt x="8601673" y="397101"/>
                </a:cubicBezTo>
                <a:cubicBezTo>
                  <a:pt x="8619550" y="383563"/>
                  <a:pt x="8652058" y="403668"/>
                  <a:pt x="8701676" y="401351"/>
                </a:cubicBezTo>
                <a:cubicBezTo>
                  <a:pt x="8721163" y="385822"/>
                  <a:pt x="8735137" y="399974"/>
                  <a:pt x="8773288" y="378077"/>
                </a:cubicBezTo>
                <a:cubicBezTo>
                  <a:pt x="8775124" y="379719"/>
                  <a:pt x="8777353" y="381190"/>
                  <a:pt x="8779909" y="382446"/>
                </a:cubicBezTo>
                <a:cubicBezTo>
                  <a:pt x="8794759" y="389736"/>
                  <a:pt x="8817153" y="388302"/>
                  <a:pt x="8829932" y="379243"/>
                </a:cubicBezTo>
                <a:cubicBezTo>
                  <a:pt x="8891235" y="349118"/>
                  <a:pt x="8949370" y="345642"/>
                  <a:pt x="9003386" y="336242"/>
                </a:cubicBezTo>
                <a:cubicBezTo>
                  <a:pt x="9064740" y="328439"/>
                  <a:pt x="9026331" y="360774"/>
                  <a:pt x="9101185" y="330862"/>
                </a:cubicBezTo>
                <a:cubicBezTo>
                  <a:pt x="9110310" y="340386"/>
                  <a:pt x="9120116" y="340147"/>
                  <a:pt x="9136185" y="334078"/>
                </a:cubicBezTo>
                <a:cubicBezTo>
                  <a:pt x="9166057" y="331044"/>
                  <a:pt x="9165783" y="356709"/>
                  <a:pt x="9194801" y="339149"/>
                </a:cubicBezTo>
                <a:cubicBezTo>
                  <a:pt x="9190472" y="353244"/>
                  <a:pt x="9252023" y="340305"/>
                  <a:pt x="9239316" y="355558"/>
                </a:cubicBezTo>
                <a:cubicBezTo>
                  <a:pt x="9259813" y="366615"/>
                  <a:pt x="9267827" y="345361"/>
                  <a:pt x="9288052" y="354796"/>
                </a:cubicBezTo>
                <a:cubicBezTo>
                  <a:pt x="9310099" y="355735"/>
                  <a:pt x="9274359" y="341069"/>
                  <a:pt x="9298465" y="338296"/>
                </a:cubicBezTo>
                <a:cubicBezTo>
                  <a:pt x="9327883" y="337409"/>
                  <a:pt x="9325850" y="312292"/>
                  <a:pt x="9350892" y="342778"/>
                </a:cubicBezTo>
                <a:lnTo>
                  <a:pt x="9430522" y="351368"/>
                </a:lnTo>
                <a:cubicBezTo>
                  <a:pt x="9447485" y="342207"/>
                  <a:pt x="9461870" y="345232"/>
                  <a:pt x="9476215" y="352107"/>
                </a:cubicBezTo>
                <a:cubicBezTo>
                  <a:pt x="9516917" y="347451"/>
                  <a:pt x="9555019" y="356862"/>
                  <a:pt x="9601276" y="358704"/>
                </a:cubicBezTo>
                <a:cubicBezTo>
                  <a:pt x="9655597" y="365766"/>
                  <a:pt x="9721018" y="368083"/>
                  <a:pt x="9771664" y="375074"/>
                </a:cubicBezTo>
                <a:cubicBezTo>
                  <a:pt x="9837640" y="352742"/>
                  <a:pt x="9801669" y="411678"/>
                  <a:pt x="9905153" y="400650"/>
                </a:cubicBezTo>
                <a:cubicBezTo>
                  <a:pt x="9910811" y="397141"/>
                  <a:pt x="9923612" y="400020"/>
                  <a:pt x="9922553" y="404569"/>
                </a:cubicBezTo>
                <a:cubicBezTo>
                  <a:pt x="9945213" y="401977"/>
                  <a:pt x="10012509" y="424753"/>
                  <a:pt x="10044658" y="418077"/>
                </a:cubicBezTo>
                <a:cubicBezTo>
                  <a:pt x="10108994" y="428104"/>
                  <a:pt x="10138326" y="405380"/>
                  <a:pt x="10184585" y="407138"/>
                </a:cubicBezTo>
                <a:cubicBezTo>
                  <a:pt x="10238805" y="420027"/>
                  <a:pt x="10270973" y="432805"/>
                  <a:pt x="10366435" y="462428"/>
                </a:cubicBezTo>
                <a:lnTo>
                  <a:pt x="10688220" y="542258"/>
                </a:lnTo>
                <a:cubicBezTo>
                  <a:pt x="10812002" y="613331"/>
                  <a:pt x="10955764" y="552079"/>
                  <a:pt x="11026690" y="550681"/>
                </a:cubicBezTo>
                <a:cubicBezTo>
                  <a:pt x="11053150" y="522754"/>
                  <a:pt x="11079708" y="547720"/>
                  <a:pt x="11113779" y="533868"/>
                </a:cubicBezTo>
                <a:cubicBezTo>
                  <a:pt x="11191398" y="520022"/>
                  <a:pt x="11265999" y="483506"/>
                  <a:pt x="11369556" y="491719"/>
                </a:cubicBezTo>
                <a:cubicBezTo>
                  <a:pt x="11406977" y="409158"/>
                  <a:pt x="11530972" y="443199"/>
                  <a:pt x="11623342" y="388428"/>
                </a:cubicBezTo>
                <a:cubicBezTo>
                  <a:pt x="11678749" y="373322"/>
                  <a:pt x="11771467" y="402383"/>
                  <a:pt x="11786511" y="358390"/>
                </a:cubicBezTo>
                <a:cubicBezTo>
                  <a:pt x="11815065" y="381261"/>
                  <a:pt x="11834769" y="337251"/>
                  <a:pt x="11862577" y="330549"/>
                </a:cubicBezTo>
                <a:cubicBezTo>
                  <a:pt x="11886839" y="344437"/>
                  <a:pt x="11896496" y="329138"/>
                  <a:pt x="11916612" y="323810"/>
                </a:cubicBezTo>
                <a:cubicBezTo>
                  <a:pt x="11926953" y="332872"/>
                  <a:pt x="11944208" y="330491"/>
                  <a:pt x="11948830" y="318062"/>
                </a:cubicBezTo>
                <a:cubicBezTo>
                  <a:pt x="11937556" y="291763"/>
                  <a:pt x="11999127" y="298879"/>
                  <a:pt x="12001583" y="279643"/>
                </a:cubicBezTo>
                <a:cubicBezTo>
                  <a:pt x="12027437" y="273899"/>
                  <a:pt x="12120562" y="276714"/>
                  <a:pt x="12174977" y="264652"/>
                </a:cubicBezTo>
                <a:lnTo>
                  <a:pt x="12192000" y="256549"/>
                </a:lnTo>
                <a:lnTo>
                  <a:pt x="12192000" y="4999978"/>
                </a:lnTo>
                <a:lnTo>
                  <a:pt x="0" y="4999978"/>
                </a:lnTo>
                <a:lnTo>
                  <a:pt x="0" y="617449"/>
                </a:lnTo>
                <a:lnTo>
                  <a:pt x="11075" y="615178"/>
                </a:lnTo>
                <a:cubicBezTo>
                  <a:pt x="23002" y="613158"/>
                  <a:pt x="33255" y="611513"/>
                  <a:pt x="44061" y="608596"/>
                </a:cubicBezTo>
                <a:cubicBezTo>
                  <a:pt x="70605" y="597913"/>
                  <a:pt x="149526" y="562149"/>
                  <a:pt x="170342" y="551077"/>
                </a:cubicBezTo>
                <a:lnTo>
                  <a:pt x="168955" y="542164"/>
                </a:lnTo>
                <a:lnTo>
                  <a:pt x="181474" y="541281"/>
                </a:lnTo>
                <a:lnTo>
                  <a:pt x="209440" y="540561"/>
                </a:lnTo>
                <a:cubicBezTo>
                  <a:pt x="226869" y="538895"/>
                  <a:pt x="275442" y="540165"/>
                  <a:pt x="293152" y="536576"/>
                </a:cubicBezTo>
                <a:cubicBezTo>
                  <a:pt x="298104" y="526951"/>
                  <a:pt x="305921" y="521613"/>
                  <a:pt x="315693" y="519030"/>
                </a:cubicBezTo>
                <a:lnTo>
                  <a:pt x="337305" y="518372"/>
                </a:lnTo>
                <a:lnTo>
                  <a:pt x="462252" y="493151"/>
                </a:lnTo>
                <a:lnTo>
                  <a:pt x="479457" y="491123"/>
                </a:lnTo>
                <a:lnTo>
                  <a:pt x="488653" y="483257"/>
                </a:lnTo>
                <a:cubicBezTo>
                  <a:pt x="495751" y="481590"/>
                  <a:pt x="516240" y="482215"/>
                  <a:pt x="522053" y="481125"/>
                </a:cubicBezTo>
                <a:lnTo>
                  <a:pt x="523520" y="476713"/>
                </a:lnTo>
                <a:cubicBezTo>
                  <a:pt x="541965" y="469375"/>
                  <a:pt x="611396" y="444795"/>
                  <a:pt x="632714" y="437101"/>
                </a:cubicBezTo>
                <a:cubicBezTo>
                  <a:pt x="637120" y="443761"/>
                  <a:pt x="646523" y="432947"/>
                  <a:pt x="651426" y="430544"/>
                </a:cubicBezTo>
                <a:cubicBezTo>
                  <a:pt x="652273" y="435068"/>
                  <a:pt x="664268" y="436238"/>
                  <a:pt x="667724" y="432138"/>
                </a:cubicBezTo>
                <a:cubicBezTo>
                  <a:pt x="751466" y="408483"/>
                  <a:pt x="710176" y="454993"/>
                  <a:pt x="757679" y="425145"/>
                </a:cubicBezTo>
                <a:cubicBezTo>
                  <a:pt x="766141" y="423071"/>
                  <a:pt x="773060" y="424779"/>
                  <a:pt x="779159" y="428059"/>
                </a:cubicBezTo>
                <a:lnTo>
                  <a:pt x="788293" y="434863"/>
                </a:lnTo>
                <a:lnTo>
                  <a:pt x="822923" y="421074"/>
                </a:lnTo>
                <a:cubicBezTo>
                  <a:pt x="840014" y="416178"/>
                  <a:pt x="858036" y="412811"/>
                  <a:pt x="876559" y="411088"/>
                </a:cubicBezTo>
                <a:cubicBezTo>
                  <a:pt x="880889" y="420288"/>
                  <a:pt x="895209" y="406850"/>
                  <a:pt x="902011" y="404118"/>
                </a:cubicBezTo>
                <a:cubicBezTo>
                  <a:pt x="902191" y="410172"/>
                  <a:pt x="917419" y="412804"/>
                  <a:pt x="922715" y="407699"/>
                </a:cubicBezTo>
                <a:cubicBezTo>
                  <a:pt x="1035495" y="384016"/>
                  <a:pt x="972839" y="441733"/>
                  <a:pt x="1040139" y="406590"/>
                </a:cubicBezTo>
                <a:cubicBezTo>
                  <a:pt x="1051469" y="404617"/>
                  <a:pt x="1060048" y="407498"/>
                  <a:pt x="1067251" y="412384"/>
                </a:cubicBezTo>
                <a:lnTo>
                  <a:pt x="1080272" y="424669"/>
                </a:lnTo>
                <a:lnTo>
                  <a:pt x="1090219" y="420026"/>
                </a:lnTo>
                <a:cubicBezTo>
                  <a:pt x="1128054" y="418995"/>
                  <a:pt x="1139443" y="431622"/>
                  <a:pt x="1161226" y="418304"/>
                </a:cubicBezTo>
                <a:cubicBezTo>
                  <a:pt x="1194247" y="444579"/>
                  <a:pt x="1182853" y="420594"/>
                  <a:pt x="1207525" y="416039"/>
                </a:cubicBezTo>
                <a:cubicBezTo>
                  <a:pt x="1229876" y="413352"/>
                  <a:pt x="1272066" y="404905"/>
                  <a:pt x="1295331" y="402182"/>
                </a:cubicBezTo>
                <a:cubicBezTo>
                  <a:pt x="1313247" y="381583"/>
                  <a:pt x="1322885" y="406388"/>
                  <a:pt x="1347118" y="399704"/>
                </a:cubicBezTo>
                <a:cubicBezTo>
                  <a:pt x="1358442" y="391829"/>
                  <a:pt x="1366690" y="390365"/>
                  <a:pt x="1378108" y="398410"/>
                </a:cubicBezTo>
                <a:cubicBezTo>
                  <a:pt x="1430244" y="360127"/>
                  <a:pt x="1410029" y="396164"/>
                  <a:pt x="1459192" y="380919"/>
                </a:cubicBezTo>
                <a:cubicBezTo>
                  <a:pt x="1501499" y="365055"/>
                  <a:pt x="1549591" y="354392"/>
                  <a:pt x="1590120" y="317608"/>
                </a:cubicBezTo>
                <a:cubicBezTo>
                  <a:pt x="1597495" y="307260"/>
                  <a:pt x="1613791" y="310520"/>
                  <a:pt x="1631417" y="308227"/>
                </a:cubicBezTo>
                <a:cubicBezTo>
                  <a:pt x="1649043" y="305934"/>
                  <a:pt x="1693684" y="302496"/>
                  <a:pt x="1695877" y="303848"/>
                </a:cubicBezTo>
                <a:cubicBezTo>
                  <a:pt x="1731379" y="297695"/>
                  <a:pt x="1804005" y="278490"/>
                  <a:pt x="1844438" y="271304"/>
                </a:cubicBezTo>
                <a:cubicBezTo>
                  <a:pt x="1847960" y="284364"/>
                  <a:pt x="1868036" y="260323"/>
                  <a:pt x="1881324" y="268497"/>
                </a:cubicBezTo>
                <a:cubicBezTo>
                  <a:pt x="1890865" y="275707"/>
                  <a:pt x="1899182" y="270095"/>
                  <a:pt x="1908999" y="269338"/>
                </a:cubicBezTo>
                <a:cubicBezTo>
                  <a:pt x="1922050" y="274907"/>
                  <a:pt x="1964084" y="263670"/>
                  <a:pt x="1974956" y="255958"/>
                </a:cubicBezTo>
                <a:cubicBezTo>
                  <a:pt x="2000789" y="229373"/>
                  <a:pt x="2060915" y="247690"/>
                  <a:pt x="2082409" y="227290"/>
                </a:cubicBezTo>
                <a:cubicBezTo>
                  <a:pt x="2090286" y="224213"/>
                  <a:pt x="2098026" y="222886"/>
                  <a:pt x="2105639" y="222648"/>
                </a:cubicBezTo>
                <a:lnTo>
                  <a:pt x="2126992" y="224468"/>
                </a:lnTo>
                <a:lnTo>
                  <a:pt x="2133154" y="229952"/>
                </a:lnTo>
                <a:lnTo>
                  <a:pt x="2146154" y="228332"/>
                </a:lnTo>
                <a:lnTo>
                  <a:pt x="2149901" y="229116"/>
                </a:lnTo>
                <a:cubicBezTo>
                  <a:pt x="2157061" y="230638"/>
                  <a:pt x="2164126" y="231947"/>
                  <a:pt x="2171100" y="232389"/>
                </a:cubicBezTo>
                <a:cubicBezTo>
                  <a:pt x="2161432" y="204508"/>
                  <a:pt x="2228843" y="231560"/>
                  <a:pt x="2209148" y="209225"/>
                </a:cubicBezTo>
                <a:cubicBezTo>
                  <a:pt x="2245795" y="206809"/>
                  <a:pt x="2217435" y="186186"/>
                  <a:pt x="2261889" y="205532"/>
                </a:cubicBezTo>
                <a:cubicBezTo>
                  <a:pt x="2318421" y="181576"/>
                  <a:pt x="2408342" y="188495"/>
                  <a:pt x="2452315" y="152899"/>
                </a:cubicBezTo>
                <a:cubicBezTo>
                  <a:pt x="2447016" y="166284"/>
                  <a:pt x="2478824" y="148993"/>
                  <a:pt x="2495330" y="142101"/>
                </a:cubicBezTo>
                <a:cubicBezTo>
                  <a:pt x="2532786" y="132037"/>
                  <a:pt x="2609589" y="113461"/>
                  <a:pt x="2665623" y="96394"/>
                </a:cubicBezTo>
                <a:cubicBezTo>
                  <a:pt x="2717275" y="79361"/>
                  <a:pt x="2733624" y="82979"/>
                  <a:pt x="2763332" y="74831"/>
                </a:cubicBezTo>
                <a:lnTo>
                  <a:pt x="2843870" y="47507"/>
                </a:lnTo>
                <a:lnTo>
                  <a:pt x="2862745" y="43242"/>
                </a:lnTo>
                <a:lnTo>
                  <a:pt x="2864596" y="39218"/>
                </a:lnTo>
                <a:lnTo>
                  <a:pt x="2875381" y="35003"/>
                </a:lnTo>
                <a:lnTo>
                  <a:pt x="2895139" y="24186"/>
                </a:lnTo>
                <a:lnTo>
                  <a:pt x="2932205" y="11873"/>
                </a:lnTo>
                <a:lnTo>
                  <a:pt x="2933310" y="12816"/>
                </a:lnTo>
                <a:cubicBezTo>
                  <a:pt x="2936512" y="14646"/>
                  <a:pt x="2940256" y="15452"/>
                  <a:pt x="2945218" y="14141"/>
                </a:cubicBezTo>
                <a:cubicBezTo>
                  <a:pt x="2959008" y="14069"/>
                  <a:pt x="2997405" y="12264"/>
                  <a:pt x="3016048" y="12381"/>
                </a:cubicBezTo>
                <a:cubicBezTo>
                  <a:pt x="3026523" y="7728"/>
                  <a:pt x="3045337" y="18832"/>
                  <a:pt x="3057077" y="14845"/>
                </a:cubicBezTo>
                <a:lnTo>
                  <a:pt x="3148105" y="30648"/>
                </a:lnTo>
                <a:lnTo>
                  <a:pt x="3251671" y="31575"/>
                </a:lnTo>
                <a:cubicBezTo>
                  <a:pt x="3288430" y="31396"/>
                  <a:pt x="3320402" y="39036"/>
                  <a:pt x="3351400" y="32687"/>
                </a:cubicBezTo>
                <a:cubicBezTo>
                  <a:pt x="3364152" y="38848"/>
                  <a:pt x="3376107" y="41214"/>
                  <a:pt x="3387481" y="31443"/>
                </a:cubicBezTo>
                <a:cubicBezTo>
                  <a:pt x="3421834" y="34018"/>
                  <a:pt x="3430384" y="47525"/>
                  <a:pt x="3451923" y="36482"/>
                </a:cubicBezTo>
                <a:cubicBezTo>
                  <a:pt x="3471592" y="58226"/>
                  <a:pt x="3472580" y="49775"/>
                  <a:pt x="3481520" y="43287"/>
                </a:cubicBezTo>
                <a:lnTo>
                  <a:pt x="3482804" y="42812"/>
                </a:lnTo>
                <a:lnTo>
                  <a:pt x="3485495" y="45921"/>
                </a:lnTo>
                <a:lnTo>
                  <a:pt x="3490972" y="47286"/>
                </a:lnTo>
                <a:lnTo>
                  <a:pt x="3505835" y="46077"/>
                </a:lnTo>
                <a:lnTo>
                  <a:pt x="3511410" y="44808"/>
                </a:lnTo>
                <a:cubicBezTo>
                  <a:pt x="3515254" y="44237"/>
                  <a:pt x="3517816" y="44247"/>
                  <a:pt x="3519598" y="44683"/>
                </a:cubicBezTo>
                <a:lnTo>
                  <a:pt x="3519807" y="44938"/>
                </a:lnTo>
                <a:lnTo>
                  <a:pt x="3527466" y="44316"/>
                </a:lnTo>
                <a:cubicBezTo>
                  <a:pt x="3540383" y="42670"/>
                  <a:pt x="3552942" y="59912"/>
                  <a:pt x="3564889" y="57394"/>
                </a:cubicBezTo>
                <a:cubicBezTo>
                  <a:pt x="3575289" y="71711"/>
                  <a:pt x="3619274" y="34384"/>
                  <a:pt x="3614922" y="61804"/>
                </a:cubicBezTo>
                <a:cubicBezTo>
                  <a:pt x="3631051" y="59218"/>
                  <a:pt x="3640626" y="47694"/>
                  <a:pt x="3635506" y="65718"/>
                </a:cubicBezTo>
                <a:cubicBezTo>
                  <a:pt x="3640824" y="65382"/>
                  <a:pt x="3644132" y="66847"/>
                  <a:pt x="3646525" y="69193"/>
                </a:cubicBezTo>
                <a:lnTo>
                  <a:pt x="3647224" y="70303"/>
                </a:lnTo>
                <a:lnTo>
                  <a:pt x="3683100" y="64109"/>
                </a:lnTo>
                <a:lnTo>
                  <a:pt x="3687901" y="65372"/>
                </a:lnTo>
                <a:lnTo>
                  <a:pt x="3711234" y="58665"/>
                </a:lnTo>
                <a:lnTo>
                  <a:pt x="3723318" y="56625"/>
                </a:lnTo>
                <a:lnTo>
                  <a:pt x="3726677" y="53112"/>
                </a:lnTo>
                <a:cubicBezTo>
                  <a:pt x="3730335" y="50950"/>
                  <a:pt x="3735615" y="49952"/>
                  <a:pt x="3744535" y="51590"/>
                </a:cubicBezTo>
                <a:lnTo>
                  <a:pt x="3746608" y="52522"/>
                </a:lnTo>
                <a:lnTo>
                  <a:pt x="3761262" y="47147"/>
                </a:lnTo>
                <a:cubicBezTo>
                  <a:pt x="3765968" y="44701"/>
                  <a:pt x="3800597" y="53264"/>
                  <a:pt x="3803931" y="49309"/>
                </a:cubicBezTo>
                <a:cubicBezTo>
                  <a:pt x="3854516" y="69215"/>
                  <a:pt x="3871065" y="37682"/>
                  <a:pt x="3925626" y="40301"/>
                </a:cubicBezTo>
                <a:cubicBezTo>
                  <a:pt x="3949771" y="45090"/>
                  <a:pt x="3989883" y="30921"/>
                  <a:pt x="4033324" y="2645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F472A63-87C7-2152-F508-8CDE5E341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630298"/>
              </p:ext>
            </p:extLst>
          </p:nvPr>
        </p:nvGraphicFramePr>
        <p:xfrm>
          <a:off x="1050925" y="2173893"/>
          <a:ext cx="10029082" cy="3589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8669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12A4D-DAAC-9758-C201-1B21CD39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  <a:endParaRPr lang="he-IL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83ACA5-93EE-4A9D-5B60-1DB599EA0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339" y="2392438"/>
            <a:ext cx="7491461" cy="36851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OptiVision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provides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comprehensive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tool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early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impairments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makes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health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accessible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allowing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track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over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Early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help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severe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problems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improving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quality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life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OptiVision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offers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practical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home-based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regular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screening</a:t>
            </a:r>
            <a:r>
              <a:rPr lang="en-US" altLang="he-IL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7404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49C35-5E6E-6823-24A5-7A91D8CB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Questions</a:t>
            </a:r>
            <a:endParaRPr lang="he-IL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02E0CAB9-2D14-3ECA-9063-E3AE4E5A2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44137"/>
              </p:ext>
            </p:extLst>
          </p:nvPr>
        </p:nvGraphicFramePr>
        <p:xfrm>
          <a:off x="1957987" y="2650865"/>
          <a:ext cx="8276026" cy="3320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0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812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OptiVision: Advanced Screening for Early Detection of Vision Impairments </vt:lpstr>
      <vt:lpstr>Introduction</vt:lpstr>
      <vt:lpstr>Problem Statement</vt:lpstr>
      <vt:lpstr>Project Objectives</vt:lpstr>
      <vt:lpstr>Solution Overview </vt:lpstr>
      <vt:lpstr>System Architecture</vt:lpstr>
      <vt:lpstr>Vision Tests</vt:lpstr>
      <vt:lpstr>Screen Calibration</vt:lpstr>
      <vt:lpstr>Functional Flow</vt:lpstr>
      <vt:lpstr> Technology Stack </vt:lpstr>
      <vt:lpstr>Use Case Diagram</vt:lpstr>
      <vt:lpstr>Activity Diagram </vt:lpstr>
      <vt:lpstr>Class Diagram</vt:lpstr>
      <vt:lpstr>Testing Plan</vt:lpstr>
      <vt:lpstr> Evaluation </vt:lpstr>
      <vt:lpstr> Challenges </vt:lpstr>
      <vt:lpstr>Conclusion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תמיר עאמר</dc:creator>
  <cp:lastModifiedBy>תמיר עאמר</cp:lastModifiedBy>
  <cp:revision>3</cp:revision>
  <dcterms:created xsi:type="dcterms:W3CDTF">2024-09-11T12:32:29Z</dcterms:created>
  <dcterms:modified xsi:type="dcterms:W3CDTF">2024-09-11T14:20:00Z</dcterms:modified>
</cp:coreProperties>
</file>