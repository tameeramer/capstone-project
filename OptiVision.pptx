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81" r:id="rId5"/>
    <p:sldId id="283" r:id="rId6"/>
    <p:sldId id="259" r:id="rId7"/>
    <p:sldId id="260" r:id="rId8"/>
    <p:sldId id="261" r:id="rId9"/>
    <p:sldId id="277" r:id="rId10"/>
    <p:sldId id="263" r:id="rId11"/>
    <p:sldId id="264" r:id="rId12"/>
    <p:sldId id="280" r:id="rId13"/>
    <p:sldId id="267" r:id="rId14"/>
    <p:sldId id="268" r:id="rId15"/>
    <p:sldId id="269" r:id="rId16"/>
    <p:sldId id="270" r:id="rId17"/>
    <p:sldId id="271" r:id="rId18"/>
    <p:sldId id="272" r:id="rId19"/>
    <p:sldId id="274" r:id="rId20"/>
    <p:sldId id="275" r:id="rId21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10" Type="http://schemas.openxmlformats.org/officeDocument/2006/relationships/image" Target="../media/image21.svg"/><Relationship Id="rId4" Type="http://schemas.openxmlformats.org/officeDocument/2006/relationships/image" Target="../media/image15.svg"/><Relationship Id="rId9" Type="http://schemas.openxmlformats.org/officeDocument/2006/relationships/image" Target="../media/image20.png"/></Relationships>
</file>

<file path=ppt/diagrams/_rels/data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sv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svg"/><Relationship Id="rId1" Type="http://schemas.openxmlformats.org/officeDocument/2006/relationships/image" Target="../media/image28.png"/><Relationship Id="rId6" Type="http://schemas.openxmlformats.org/officeDocument/2006/relationships/image" Target="../media/image33.svg"/><Relationship Id="rId5" Type="http://schemas.openxmlformats.org/officeDocument/2006/relationships/image" Target="../media/image32.png"/><Relationship Id="rId4" Type="http://schemas.openxmlformats.org/officeDocument/2006/relationships/image" Target="../media/image31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svg"/><Relationship Id="rId1" Type="http://schemas.openxmlformats.org/officeDocument/2006/relationships/image" Target="../media/image36.png"/><Relationship Id="rId4" Type="http://schemas.openxmlformats.org/officeDocument/2006/relationships/image" Target="../media/image39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10" Type="http://schemas.openxmlformats.org/officeDocument/2006/relationships/image" Target="../media/image21.svg"/><Relationship Id="rId4" Type="http://schemas.openxmlformats.org/officeDocument/2006/relationships/image" Target="../media/image15.svg"/><Relationship Id="rId9" Type="http://schemas.openxmlformats.org/officeDocument/2006/relationships/image" Target="../media/image20.png"/></Relationships>
</file>

<file path=ppt/diagrams/_rels/drawing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sv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svg"/><Relationship Id="rId1" Type="http://schemas.openxmlformats.org/officeDocument/2006/relationships/image" Target="../media/image28.png"/><Relationship Id="rId6" Type="http://schemas.openxmlformats.org/officeDocument/2006/relationships/image" Target="../media/image33.svg"/><Relationship Id="rId5" Type="http://schemas.openxmlformats.org/officeDocument/2006/relationships/image" Target="../media/image32.png"/><Relationship Id="rId4" Type="http://schemas.openxmlformats.org/officeDocument/2006/relationships/image" Target="../media/image31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svg"/><Relationship Id="rId1" Type="http://schemas.openxmlformats.org/officeDocument/2006/relationships/image" Target="../media/image36.png"/><Relationship Id="rId4" Type="http://schemas.openxmlformats.org/officeDocument/2006/relationships/image" Target="../media/image3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E5B7CEF-6448-403C-98FE-5A5320C4331C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9314CC44-D3B9-41AA-ABC6-6D07092637FC}">
      <dgm:prSet custT="1"/>
      <dgm:spPr/>
      <dgm:t>
        <a:bodyPr/>
        <a:lstStyle/>
        <a:p>
          <a:r>
            <a:rPr lang="he-IL" sz="1600" b="0" i="0" baseline="0" dirty="0"/>
            <a:t>OptiVision </a:t>
          </a:r>
          <a:r>
            <a:rPr lang="he-IL" sz="1600" b="0" i="0" baseline="0" dirty="0" err="1"/>
            <a:t>is</a:t>
          </a:r>
          <a:r>
            <a:rPr lang="he-IL" sz="1600" b="0" i="0" baseline="0" dirty="0"/>
            <a:t> a </a:t>
          </a:r>
          <a:r>
            <a:rPr lang="he-IL" sz="1600" b="0" i="0" baseline="0" dirty="0" err="1"/>
            <a:t>desktop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application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designed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for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early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detection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of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vision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impairments</a:t>
          </a:r>
          <a:r>
            <a:rPr lang="he-IL" sz="1600" b="0" i="0" baseline="0" dirty="0"/>
            <a:t>.</a:t>
          </a:r>
          <a:endParaRPr lang="en-US" sz="1600" dirty="0"/>
        </a:p>
      </dgm:t>
    </dgm:pt>
    <dgm:pt modelId="{637E93DE-E57E-4607-9BC8-818ECB34A65B}" type="parTrans" cxnId="{3C336C43-B87B-496D-804B-BC278C47042D}">
      <dgm:prSet/>
      <dgm:spPr/>
      <dgm:t>
        <a:bodyPr/>
        <a:lstStyle/>
        <a:p>
          <a:endParaRPr lang="en-US"/>
        </a:p>
      </dgm:t>
    </dgm:pt>
    <dgm:pt modelId="{0DD3A17B-5CEF-4BB9-BAE6-F4C943781E6A}" type="sibTrans" cxnId="{3C336C43-B87B-496D-804B-BC278C47042D}">
      <dgm:prSet/>
      <dgm:spPr/>
      <dgm:t>
        <a:bodyPr/>
        <a:lstStyle/>
        <a:p>
          <a:endParaRPr lang="en-US"/>
        </a:p>
      </dgm:t>
    </dgm:pt>
    <dgm:pt modelId="{CD171B7C-3A63-40DE-9894-69194F151F11}">
      <dgm:prSet custT="1"/>
      <dgm:spPr/>
      <dgm:t>
        <a:bodyPr/>
        <a:lstStyle/>
        <a:p>
          <a:r>
            <a:rPr lang="he-IL" sz="1600" b="0" i="0" baseline="0" dirty="0" err="1"/>
            <a:t>Millions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of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people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worldwide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suffer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from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undiagnosed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vision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problems</a:t>
          </a:r>
          <a:r>
            <a:rPr lang="he-IL" sz="1600" b="0" i="0" baseline="0" dirty="0"/>
            <a:t>.</a:t>
          </a:r>
          <a:endParaRPr lang="en-US" sz="1600" dirty="0"/>
        </a:p>
      </dgm:t>
    </dgm:pt>
    <dgm:pt modelId="{AC82E0FC-C671-406F-B525-015322AE8F57}" type="parTrans" cxnId="{20D7174A-AC7D-4D24-BDAA-3E7587C821D9}">
      <dgm:prSet/>
      <dgm:spPr/>
      <dgm:t>
        <a:bodyPr/>
        <a:lstStyle/>
        <a:p>
          <a:endParaRPr lang="en-US"/>
        </a:p>
      </dgm:t>
    </dgm:pt>
    <dgm:pt modelId="{021BFDAA-7FB7-4471-936B-83A502D4FB5E}" type="sibTrans" cxnId="{20D7174A-AC7D-4D24-BDAA-3E7587C821D9}">
      <dgm:prSet/>
      <dgm:spPr/>
      <dgm:t>
        <a:bodyPr/>
        <a:lstStyle/>
        <a:p>
          <a:endParaRPr lang="en-US"/>
        </a:p>
      </dgm:t>
    </dgm:pt>
    <dgm:pt modelId="{1E35AE65-BBB1-4577-ABA8-344288FF6622}">
      <dgm:prSet custT="1"/>
      <dgm:spPr/>
      <dgm:t>
        <a:bodyPr/>
        <a:lstStyle/>
        <a:p>
          <a:r>
            <a:rPr lang="he-IL" sz="1600" b="0" i="0" baseline="0" dirty="0" err="1"/>
            <a:t>The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project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provides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an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easy-to-use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solution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for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home-based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vision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screening</a:t>
          </a:r>
          <a:r>
            <a:rPr lang="he-IL" sz="1600" b="0" i="0" baseline="0" dirty="0"/>
            <a:t>.</a:t>
          </a:r>
          <a:endParaRPr lang="en-US" sz="1600" dirty="0"/>
        </a:p>
      </dgm:t>
    </dgm:pt>
    <dgm:pt modelId="{B6F74EB4-F746-484F-86E3-B823ACE90EBE}" type="parTrans" cxnId="{3F0A164C-9206-408D-A6F2-AE65F5E8E5E5}">
      <dgm:prSet/>
      <dgm:spPr/>
      <dgm:t>
        <a:bodyPr/>
        <a:lstStyle/>
        <a:p>
          <a:endParaRPr lang="en-US"/>
        </a:p>
      </dgm:t>
    </dgm:pt>
    <dgm:pt modelId="{E1D90977-4818-4BB1-A2ED-ADBC49388EE5}" type="sibTrans" cxnId="{3F0A164C-9206-408D-A6F2-AE65F5E8E5E5}">
      <dgm:prSet/>
      <dgm:spPr/>
      <dgm:t>
        <a:bodyPr/>
        <a:lstStyle/>
        <a:p>
          <a:endParaRPr lang="en-US"/>
        </a:p>
      </dgm:t>
    </dgm:pt>
    <dgm:pt modelId="{6660B8B1-967B-4A2E-B453-6ACBC25169DA}">
      <dgm:prSet custT="1"/>
      <dgm:spPr/>
      <dgm:t>
        <a:bodyPr/>
        <a:lstStyle/>
        <a:p>
          <a:r>
            <a:rPr lang="he-IL" sz="1600" b="0" i="0" baseline="0" dirty="0"/>
            <a:t>OptiVision </a:t>
          </a:r>
          <a:r>
            <a:rPr lang="he-IL" sz="1600" b="0" i="0" baseline="0" dirty="0" err="1"/>
            <a:t>includes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multiple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vision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tests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that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can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help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users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detect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vision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issues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early</a:t>
          </a:r>
          <a:r>
            <a:rPr lang="he-IL" sz="1600" b="0" i="0" baseline="0" dirty="0"/>
            <a:t>, </a:t>
          </a:r>
          <a:r>
            <a:rPr lang="he-IL" sz="1600" b="0" i="0" baseline="0" dirty="0" err="1"/>
            <a:t>before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they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worsen</a:t>
          </a:r>
          <a:r>
            <a:rPr lang="he-IL" sz="1600" b="0" i="0" baseline="0" dirty="0"/>
            <a:t>. </a:t>
          </a:r>
          <a:endParaRPr lang="en-US" sz="1600" dirty="0"/>
        </a:p>
      </dgm:t>
    </dgm:pt>
    <dgm:pt modelId="{E71F0DE1-2A95-4CDA-9EE0-E0FF3864C94E}" type="parTrans" cxnId="{F129AF04-9DF8-48E2-BC9E-353DB4463BEE}">
      <dgm:prSet/>
      <dgm:spPr/>
      <dgm:t>
        <a:bodyPr/>
        <a:lstStyle/>
        <a:p>
          <a:endParaRPr lang="en-US"/>
        </a:p>
      </dgm:t>
    </dgm:pt>
    <dgm:pt modelId="{B41D5022-40F0-46AB-A82F-E694B2699FE3}" type="sibTrans" cxnId="{F129AF04-9DF8-48E2-BC9E-353DB4463BEE}">
      <dgm:prSet/>
      <dgm:spPr/>
      <dgm:t>
        <a:bodyPr/>
        <a:lstStyle/>
        <a:p>
          <a:endParaRPr lang="en-US"/>
        </a:p>
      </dgm:t>
    </dgm:pt>
    <dgm:pt modelId="{A448E8C0-0E95-4376-A368-B2E75C640B04}" type="pres">
      <dgm:prSet presAssocID="{6E5B7CEF-6448-403C-98FE-5A5320C4331C}" presName="root" presStyleCnt="0">
        <dgm:presLayoutVars>
          <dgm:dir/>
          <dgm:resizeHandles val="exact"/>
        </dgm:presLayoutVars>
      </dgm:prSet>
      <dgm:spPr/>
    </dgm:pt>
    <dgm:pt modelId="{189C6494-AE53-401F-B62D-BE952989C9FA}" type="pres">
      <dgm:prSet presAssocID="{9314CC44-D3B9-41AA-ABC6-6D07092637FC}" presName="compNode" presStyleCnt="0"/>
      <dgm:spPr/>
    </dgm:pt>
    <dgm:pt modelId="{0E191DC0-CA2A-48E9-9013-C0EE0DD3CCA0}" type="pres">
      <dgm:prSet presAssocID="{9314CC44-D3B9-41AA-ABC6-6D07092637FC}" presName="iconRect" presStyleLbl="node1" presStyleIdx="0" presStyleCnt="4" custScaleX="189147" custScaleY="180276" custLinFactNeighborX="7818" custLinFactNeighborY="-6534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elevision"/>
        </a:ext>
      </dgm:extLst>
    </dgm:pt>
    <dgm:pt modelId="{3DFE7864-9AF3-4A91-82BE-54F739839D17}" type="pres">
      <dgm:prSet presAssocID="{9314CC44-D3B9-41AA-ABC6-6D07092637FC}" presName="spaceRect" presStyleCnt="0"/>
      <dgm:spPr/>
    </dgm:pt>
    <dgm:pt modelId="{80EB011F-570A-499C-ADD1-7AD8468FABF0}" type="pres">
      <dgm:prSet presAssocID="{9314CC44-D3B9-41AA-ABC6-6D07092637FC}" presName="textRect" presStyleLbl="revTx" presStyleIdx="0" presStyleCnt="4" custLinFactNeighborX="0" custLinFactNeighborY="-30687">
        <dgm:presLayoutVars>
          <dgm:chMax val="1"/>
          <dgm:chPref val="1"/>
        </dgm:presLayoutVars>
      </dgm:prSet>
      <dgm:spPr/>
    </dgm:pt>
    <dgm:pt modelId="{1F249605-6908-4DF4-AEC5-CDB9D3CEDEAD}" type="pres">
      <dgm:prSet presAssocID="{0DD3A17B-5CEF-4BB9-BAE6-F4C943781E6A}" presName="sibTrans" presStyleCnt="0"/>
      <dgm:spPr/>
    </dgm:pt>
    <dgm:pt modelId="{A70E67AE-7A56-47A4-8055-815256849A88}" type="pres">
      <dgm:prSet presAssocID="{CD171B7C-3A63-40DE-9894-69194F151F11}" presName="compNode" presStyleCnt="0"/>
      <dgm:spPr/>
    </dgm:pt>
    <dgm:pt modelId="{8C823A29-B14D-4D5F-90F4-A805F4F1BC8B}" type="pres">
      <dgm:prSet presAssocID="{CD171B7C-3A63-40DE-9894-69194F151F11}" presName="iconRect" presStyleLbl="node1" presStyleIdx="1" presStyleCnt="4" custScaleX="189147" custScaleY="180276" custLinFactNeighborX="7818" custLinFactNeighborY="-6534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roup"/>
        </a:ext>
      </dgm:extLst>
    </dgm:pt>
    <dgm:pt modelId="{2CFF2DA6-1552-4254-B9B8-F813EF606DBD}" type="pres">
      <dgm:prSet presAssocID="{CD171B7C-3A63-40DE-9894-69194F151F11}" presName="spaceRect" presStyleCnt="0"/>
      <dgm:spPr/>
    </dgm:pt>
    <dgm:pt modelId="{2BB617E0-8AF7-4C25-8BEC-37117552E445}" type="pres">
      <dgm:prSet presAssocID="{CD171B7C-3A63-40DE-9894-69194F151F11}" presName="textRect" presStyleLbl="revTx" presStyleIdx="1" presStyleCnt="4" custLinFactNeighborX="0" custLinFactNeighborY="-30687">
        <dgm:presLayoutVars>
          <dgm:chMax val="1"/>
          <dgm:chPref val="1"/>
        </dgm:presLayoutVars>
      </dgm:prSet>
      <dgm:spPr/>
    </dgm:pt>
    <dgm:pt modelId="{3F6C4509-ACE1-4CF4-8652-83FCFDAD5327}" type="pres">
      <dgm:prSet presAssocID="{021BFDAA-7FB7-4471-936B-83A502D4FB5E}" presName="sibTrans" presStyleCnt="0"/>
      <dgm:spPr/>
    </dgm:pt>
    <dgm:pt modelId="{78FE372A-88C3-4B63-9AB4-40C9D3E970F5}" type="pres">
      <dgm:prSet presAssocID="{1E35AE65-BBB1-4577-ABA8-344288FF6622}" presName="compNode" presStyleCnt="0"/>
      <dgm:spPr/>
    </dgm:pt>
    <dgm:pt modelId="{00687857-4076-4473-9F06-BF401AB7D0A4}" type="pres">
      <dgm:prSet presAssocID="{1E35AE65-BBB1-4577-ABA8-344288FF6622}" presName="iconRect" presStyleLbl="node1" presStyleIdx="2" presStyleCnt="4" custScaleX="189147" custScaleY="180276" custLinFactNeighborX="7818" custLinFactNeighborY="-6534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ethoscope"/>
        </a:ext>
      </dgm:extLst>
    </dgm:pt>
    <dgm:pt modelId="{5052B8A6-3A66-4116-B6D6-CE1918DB28AF}" type="pres">
      <dgm:prSet presAssocID="{1E35AE65-BBB1-4577-ABA8-344288FF6622}" presName="spaceRect" presStyleCnt="0"/>
      <dgm:spPr/>
    </dgm:pt>
    <dgm:pt modelId="{6785FEEB-BE07-4AC2-A4EB-5C431DB25843}" type="pres">
      <dgm:prSet presAssocID="{1E35AE65-BBB1-4577-ABA8-344288FF6622}" presName="textRect" presStyleLbl="revTx" presStyleIdx="2" presStyleCnt="4" custLinFactNeighborX="0" custLinFactNeighborY="-30687">
        <dgm:presLayoutVars>
          <dgm:chMax val="1"/>
          <dgm:chPref val="1"/>
        </dgm:presLayoutVars>
      </dgm:prSet>
      <dgm:spPr/>
    </dgm:pt>
    <dgm:pt modelId="{B9CF9B45-F38D-4D4A-BC65-EB4B6E044359}" type="pres">
      <dgm:prSet presAssocID="{E1D90977-4818-4BB1-A2ED-ADBC49388EE5}" presName="sibTrans" presStyleCnt="0"/>
      <dgm:spPr/>
    </dgm:pt>
    <dgm:pt modelId="{B80D205A-B6B9-43F1-99F7-81BACDE0054C}" type="pres">
      <dgm:prSet presAssocID="{6660B8B1-967B-4A2E-B453-6ACBC25169DA}" presName="compNode" presStyleCnt="0"/>
      <dgm:spPr/>
    </dgm:pt>
    <dgm:pt modelId="{FED91E0E-3F32-481D-9C7F-B0E2661EBCAC}" type="pres">
      <dgm:prSet presAssocID="{6660B8B1-967B-4A2E-B453-6ACBC25169DA}" presName="iconRect" presStyleLbl="node1" presStyleIdx="3" presStyleCnt="4" custScaleX="189147" custScaleY="180276" custLinFactNeighborX="7818" custLinFactNeighborY="-6534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lasses"/>
        </a:ext>
      </dgm:extLst>
    </dgm:pt>
    <dgm:pt modelId="{15131D36-C083-4795-A3FE-D983BB3120CE}" type="pres">
      <dgm:prSet presAssocID="{6660B8B1-967B-4A2E-B453-6ACBC25169DA}" presName="spaceRect" presStyleCnt="0"/>
      <dgm:spPr/>
    </dgm:pt>
    <dgm:pt modelId="{8B52B644-3171-49D8-B9A3-D0B973DCECF9}" type="pres">
      <dgm:prSet presAssocID="{6660B8B1-967B-4A2E-B453-6ACBC25169DA}" presName="textRect" presStyleLbl="revTx" presStyleIdx="3" presStyleCnt="4" custLinFactNeighborX="0" custLinFactNeighborY="-30687">
        <dgm:presLayoutVars>
          <dgm:chMax val="1"/>
          <dgm:chPref val="1"/>
        </dgm:presLayoutVars>
      </dgm:prSet>
      <dgm:spPr/>
    </dgm:pt>
  </dgm:ptLst>
  <dgm:cxnLst>
    <dgm:cxn modelId="{F129AF04-9DF8-48E2-BC9E-353DB4463BEE}" srcId="{6E5B7CEF-6448-403C-98FE-5A5320C4331C}" destId="{6660B8B1-967B-4A2E-B453-6ACBC25169DA}" srcOrd="3" destOrd="0" parTransId="{E71F0DE1-2A95-4CDA-9EE0-E0FF3864C94E}" sibTransId="{B41D5022-40F0-46AB-A82F-E694B2699FE3}"/>
    <dgm:cxn modelId="{17E07313-1797-4922-9B00-CE57C2790B71}" type="presOf" srcId="{1E35AE65-BBB1-4577-ABA8-344288FF6622}" destId="{6785FEEB-BE07-4AC2-A4EB-5C431DB25843}" srcOrd="0" destOrd="0" presId="urn:microsoft.com/office/officeart/2018/2/layout/IconLabelList"/>
    <dgm:cxn modelId="{9A55A52B-AB29-4835-874F-92E7AE09BA84}" type="presOf" srcId="{CD171B7C-3A63-40DE-9894-69194F151F11}" destId="{2BB617E0-8AF7-4C25-8BEC-37117552E445}" srcOrd="0" destOrd="0" presId="urn:microsoft.com/office/officeart/2018/2/layout/IconLabelList"/>
    <dgm:cxn modelId="{FED1993E-16C3-42C5-8633-872C5C32D6DD}" type="presOf" srcId="{6660B8B1-967B-4A2E-B453-6ACBC25169DA}" destId="{8B52B644-3171-49D8-B9A3-D0B973DCECF9}" srcOrd="0" destOrd="0" presId="urn:microsoft.com/office/officeart/2018/2/layout/IconLabelList"/>
    <dgm:cxn modelId="{3C336C43-B87B-496D-804B-BC278C47042D}" srcId="{6E5B7CEF-6448-403C-98FE-5A5320C4331C}" destId="{9314CC44-D3B9-41AA-ABC6-6D07092637FC}" srcOrd="0" destOrd="0" parTransId="{637E93DE-E57E-4607-9BC8-818ECB34A65B}" sibTransId="{0DD3A17B-5CEF-4BB9-BAE6-F4C943781E6A}"/>
    <dgm:cxn modelId="{20D7174A-AC7D-4D24-BDAA-3E7587C821D9}" srcId="{6E5B7CEF-6448-403C-98FE-5A5320C4331C}" destId="{CD171B7C-3A63-40DE-9894-69194F151F11}" srcOrd="1" destOrd="0" parTransId="{AC82E0FC-C671-406F-B525-015322AE8F57}" sibTransId="{021BFDAA-7FB7-4471-936B-83A502D4FB5E}"/>
    <dgm:cxn modelId="{3F0A164C-9206-408D-A6F2-AE65F5E8E5E5}" srcId="{6E5B7CEF-6448-403C-98FE-5A5320C4331C}" destId="{1E35AE65-BBB1-4577-ABA8-344288FF6622}" srcOrd="2" destOrd="0" parTransId="{B6F74EB4-F746-484F-86E3-B823ACE90EBE}" sibTransId="{E1D90977-4818-4BB1-A2ED-ADBC49388EE5}"/>
    <dgm:cxn modelId="{F0674388-5321-49EA-A658-1D57871E1046}" type="presOf" srcId="{9314CC44-D3B9-41AA-ABC6-6D07092637FC}" destId="{80EB011F-570A-499C-ADD1-7AD8468FABF0}" srcOrd="0" destOrd="0" presId="urn:microsoft.com/office/officeart/2018/2/layout/IconLabelList"/>
    <dgm:cxn modelId="{835084CF-BC49-42FC-AA5A-BBE537034C2C}" type="presOf" srcId="{6E5B7CEF-6448-403C-98FE-5A5320C4331C}" destId="{A448E8C0-0E95-4376-A368-B2E75C640B04}" srcOrd="0" destOrd="0" presId="urn:microsoft.com/office/officeart/2018/2/layout/IconLabelList"/>
    <dgm:cxn modelId="{723213A5-9212-481C-B351-BAB21EE680B9}" type="presParOf" srcId="{A448E8C0-0E95-4376-A368-B2E75C640B04}" destId="{189C6494-AE53-401F-B62D-BE952989C9FA}" srcOrd="0" destOrd="0" presId="urn:microsoft.com/office/officeart/2018/2/layout/IconLabelList"/>
    <dgm:cxn modelId="{64463518-4225-4EC8-B5E5-C13A8B716AC3}" type="presParOf" srcId="{189C6494-AE53-401F-B62D-BE952989C9FA}" destId="{0E191DC0-CA2A-48E9-9013-C0EE0DD3CCA0}" srcOrd="0" destOrd="0" presId="urn:microsoft.com/office/officeart/2018/2/layout/IconLabelList"/>
    <dgm:cxn modelId="{7816DB40-1611-4C57-8C1A-E4F89487ADCD}" type="presParOf" srcId="{189C6494-AE53-401F-B62D-BE952989C9FA}" destId="{3DFE7864-9AF3-4A91-82BE-54F739839D17}" srcOrd="1" destOrd="0" presId="urn:microsoft.com/office/officeart/2018/2/layout/IconLabelList"/>
    <dgm:cxn modelId="{DFE5F35C-8A64-432A-8C49-09B0654E1120}" type="presParOf" srcId="{189C6494-AE53-401F-B62D-BE952989C9FA}" destId="{80EB011F-570A-499C-ADD1-7AD8468FABF0}" srcOrd="2" destOrd="0" presId="urn:microsoft.com/office/officeart/2018/2/layout/IconLabelList"/>
    <dgm:cxn modelId="{11B71202-95AC-4E36-8226-4B0DF5D3A536}" type="presParOf" srcId="{A448E8C0-0E95-4376-A368-B2E75C640B04}" destId="{1F249605-6908-4DF4-AEC5-CDB9D3CEDEAD}" srcOrd="1" destOrd="0" presId="urn:microsoft.com/office/officeart/2018/2/layout/IconLabelList"/>
    <dgm:cxn modelId="{ECEA661A-6433-49FD-95EA-25A187E1CDB7}" type="presParOf" srcId="{A448E8C0-0E95-4376-A368-B2E75C640B04}" destId="{A70E67AE-7A56-47A4-8055-815256849A88}" srcOrd="2" destOrd="0" presId="urn:microsoft.com/office/officeart/2018/2/layout/IconLabelList"/>
    <dgm:cxn modelId="{F7FC0A9A-4976-4543-A192-7359F69A825A}" type="presParOf" srcId="{A70E67AE-7A56-47A4-8055-815256849A88}" destId="{8C823A29-B14D-4D5F-90F4-A805F4F1BC8B}" srcOrd="0" destOrd="0" presId="urn:microsoft.com/office/officeart/2018/2/layout/IconLabelList"/>
    <dgm:cxn modelId="{B8517175-28B7-4242-A9D5-AB5F0CE670F2}" type="presParOf" srcId="{A70E67AE-7A56-47A4-8055-815256849A88}" destId="{2CFF2DA6-1552-4254-B9B8-F813EF606DBD}" srcOrd="1" destOrd="0" presId="urn:microsoft.com/office/officeart/2018/2/layout/IconLabelList"/>
    <dgm:cxn modelId="{987BC2B0-13F8-49A9-9969-2048890C6AB2}" type="presParOf" srcId="{A70E67AE-7A56-47A4-8055-815256849A88}" destId="{2BB617E0-8AF7-4C25-8BEC-37117552E445}" srcOrd="2" destOrd="0" presId="urn:microsoft.com/office/officeart/2018/2/layout/IconLabelList"/>
    <dgm:cxn modelId="{8997599E-FA72-4CA3-BF8A-13BC65300742}" type="presParOf" srcId="{A448E8C0-0E95-4376-A368-B2E75C640B04}" destId="{3F6C4509-ACE1-4CF4-8652-83FCFDAD5327}" srcOrd="3" destOrd="0" presId="urn:microsoft.com/office/officeart/2018/2/layout/IconLabelList"/>
    <dgm:cxn modelId="{FCEA68B9-209A-4192-B8A1-3C9286319F05}" type="presParOf" srcId="{A448E8C0-0E95-4376-A368-B2E75C640B04}" destId="{78FE372A-88C3-4B63-9AB4-40C9D3E970F5}" srcOrd="4" destOrd="0" presId="urn:microsoft.com/office/officeart/2018/2/layout/IconLabelList"/>
    <dgm:cxn modelId="{862443B9-8FDE-413F-929C-468D79082129}" type="presParOf" srcId="{78FE372A-88C3-4B63-9AB4-40C9D3E970F5}" destId="{00687857-4076-4473-9F06-BF401AB7D0A4}" srcOrd="0" destOrd="0" presId="urn:microsoft.com/office/officeart/2018/2/layout/IconLabelList"/>
    <dgm:cxn modelId="{4912AFD6-761E-45D7-8BFA-6DF5654B2962}" type="presParOf" srcId="{78FE372A-88C3-4B63-9AB4-40C9D3E970F5}" destId="{5052B8A6-3A66-4116-B6D6-CE1918DB28AF}" srcOrd="1" destOrd="0" presId="urn:microsoft.com/office/officeart/2018/2/layout/IconLabelList"/>
    <dgm:cxn modelId="{168FD94A-D523-457A-ACF8-DAC5AF5A2BF9}" type="presParOf" srcId="{78FE372A-88C3-4B63-9AB4-40C9D3E970F5}" destId="{6785FEEB-BE07-4AC2-A4EB-5C431DB25843}" srcOrd="2" destOrd="0" presId="urn:microsoft.com/office/officeart/2018/2/layout/IconLabelList"/>
    <dgm:cxn modelId="{6DEB7B9E-FC9C-40E8-BD78-8F88A09ED450}" type="presParOf" srcId="{A448E8C0-0E95-4376-A368-B2E75C640B04}" destId="{B9CF9B45-F38D-4D4A-BC65-EB4B6E044359}" srcOrd="5" destOrd="0" presId="urn:microsoft.com/office/officeart/2018/2/layout/IconLabelList"/>
    <dgm:cxn modelId="{7345DE71-F6EA-4AF0-AB81-75F6CC0ECB48}" type="presParOf" srcId="{A448E8C0-0E95-4376-A368-B2E75C640B04}" destId="{B80D205A-B6B9-43F1-99F7-81BACDE0054C}" srcOrd="6" destOrd="0" presId="urn:microsoft.com/office/officeart/2018/2/layout/IconLabelList"/>
    <dgm:cxn modelId="{100A7DEA-CA2F-4625-AF28-F557E1C41EE1}" type="presParOf" srcId="{B80D205A-B6B9-43F1-99F7-81BACDE0054C}" destId="{FED91E0E-3F32-481D-9C7F-B0E2661EBCAC}" srcOrd="0" destOrd="0" presId="urn:microsoft.com/office/officeart/2018/2/layout/IconLabelList"/>
    <dgm:cxn modelId="{F41B25E3-FA9A-4981-930E-CCA8C17C9809}" type="presParOf" srcId="{B80D205A-B6B9-43F1-99F7-81BACDE0054C}" destId="{15131D36-C083-4795-A3FE-D983BB3120CE}" srcOrd="1" destOrd="0" presId="urn:microsoft.com/office/officeart/2018/2/layout/IconLabelList"/>
    <dgm:cxn modelId="{248C0816-93AD-4FE8-8D08-B48B189EA4CC}" type="presParOf" srcId="{B80D205A-B6B9-43F1-99F7-81BACDE0054C}" destId="{8B52B644-3171-49D8-B9A3-D0B973DCECF9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BC408F7-28BE-441C-95AE-E2B59D17FAFE}" type="doc">
      <dgm:prSet loTypeId="urn:microsoft.com/office/officeart/2016/7/layout/VerticalSolidActionList" loCatId="List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CE2FD86C-DF7C-4CD0-9397-A133DCA21CB4}">
      <dgm:prSet/>
      <dgm:spPr/>
      <dgm:t>
        <a:bodyPr/>
        <a:lstStyle/>
        <a:p>
          <a:r>
            <a:rPr lang="en-US" b="1"/>
            <a:t>Comprehensive Eye Examination:</a:t>
          </a:r>
          <a:endParaRPr lang="en-US"/>
        </a:p>
      </dgm:t>
    </dgm:pt>
    <dgm:pt modelId="{063A2D2E-7DC6-41B1-9A8F-B036E7CC613E}" type="parTrans" cxnId="{DEA36B44-D00F-4161-AFBE-6A9F16A8BB46}">
      <dgm:prSet/>
      <dgm:spPr/>
      <dgm:t>
        <a:bodyPr/>
        <a:lstStyle/>
        <a:p>
          <a:endParaRPr lang="en-US"/>
        </a:p>
      </dgm:t>
    </dgm:pt>
    <dgm:pt modelId="{814918DD-1D56-4365-B33A-2469E69FB65B}" type="sibTrans" cxnId="{DEA36B44-D00F-4161-AFBE-6A9F16A8BB46}">
      <dgm:prSet/>
      <dgm:spPr/>
      <dgm:t>
        <a:bodyPr/>
        <a:lstStyle/>
        <a:p>
          <a:endParaRPr lang="en-US"/>
        </a:p>
      </dgm:t>
    </dgm:pt>
    <dgm:pt modelId="{E4DA4F4D-EB95-41B2-B154-229524E83F58}">
      <dgm:prSet custT="1"/>
      <dgm:spPr/>
      <dgm:t>
        <a:bodyPr/>
        <a:lstStyle/>
        <a:p>
          <a:pPr algn="l" rtl="0">
            <a:buFont typeface="Arial" panose="020B0604020202020204" pitchFamily="34" charset="0"/>
            <a:buNone/>
          </a:pPr>
          <a:r>
            <a:rPr lang="en-US" sz="1600" dirty="0"/>
            <a:t>-Conducted by optometrists or ophthalmologists.</a:t>
          </a:r>
        </a:p>
      </dgm:t>
    </dgm:pt>
    <dgm:pt modelId="{0579FE38-C20E-4556-AF32-8A59DF75519A}" type="parTrans" cxnId="{115A4F19-4B12-4911-80CF-089DD7BD1D31}">
      <dgm:prSet/>
      <dgm:spPr/>
      <dgm:t>
        <a:bodyPr/>
        <a:lstStyle/>
        <a:p>
          <a:endParaRPr lang="en-US"/>
        </a:p>
      </dgm:t>
    </dgm:pt>
    <dgm:pt modelId="{5C0B1E76-F2A6-4D90-8D06-6C01467C9EDC}" type="sibTrans" cxnId="{115A4F19-4B12-4911-80CF-089DD7BD1D31}">
      <dgm:prSet/>
      <dgm:spPr/>
      <dgm:t>
        <a:bodyPr/>
        <a:lstStyle/>
        <a:p>
          <a:endParaRPr lang="en-US"/>
        </a:p>
      </dgm:t>
    </dgm:pt>
    <dgm:pt modelId="{68396C0D-0A1D-41B9-B807-91FE63E5157B}">
      <dgm:prSet custT="1"/>
      <dgm:spPr/>
      <dgm:t>
        <a:bodyPr/>
        <a:lstStyle/>
        <a:p>
          <a:pPr algn="l" rtl="0">
            <a:buFont typeface="Arial" panose="020B0604020202020204" pitchFamily="34" charset="0"/>
            <a:buChar char="•"/>
          </a:pPr>
          <a:r>
            <a:rPr lang="en-US" sz="1600" dirty="0"/>
            <a:t>-Involves a series of tests to assess visual acuity, detect refractive errors, and evaluate overall eye health.</a:t>
          </a:r>
        </a:p>
      </dgm:t>
    </dgm:pt>
    <dgm:pt modelId="{60F8EBCF-B090-41FE-A43D-02368686B890}" type="parTrans" cxnId="{E798502E-2E25-4771-B230-4A878B19EFB6}">
      <dgm:prSet/>
      <dgm:spPr/>
      <dgm:t>
        <a:bodyPr/>
        <a:lstStyle/>
        <a:p>
          <a:endParaRPr lang="en-US"/>
        </a:p>
      </dgm:t>
    </dgm:pt>
    <dgm:pt modelId="{5C0E21CA-6E0E-4F18-984B-B13C901F742D}" type="sibTrans" cxnId="{E798502E-2E25-4771-B230-4A878B19EFB6}">
      <dgm:prSet/>
      <dgm:spPr/>
      <dgm:t>
        <a:bodyPr/>
        <a:lstStyle/>
        <a:p>
          <a:endParaRPr lang="en-US"/>
        </a:p>
      </dgm:t>
    </dgm:pt>
    <dgm:pt modelId="{7716A758-FFC2-4323-BF45-D99DB2960B9B}">
      <dgm:prSet custT="1"/>
      <dgm:spPr/>
      <dgm:t>
        <a:bodyPr/>
        <a:lstStyle/>
        <a:p>
          <a:pPr algn="l" rtl="0">
            <a:buNone/>
          </a:pPr>
          <a:r>
            <a:rPr lang="en-US" sz="1600" b="1" dirty="0"/>
            <a:t>Limitations:</a:t>
          </a:r>
          <a:r>
            <a:rPr lang="en-US" sz="1600" dirty="0"/>
            <a:t> Requires in-person visits, time-consuming, and costly.</a:t>
          </a:r>
        </a:p>
      </dgm:t>
    </dgm:pt>
    <dgm:pt modelId="{263F4CAD-12ED-4587-9533-6D8000A3AA5D}" type="parTrans" cxnId="{8526B76A-A3C5-4282-80F9-7D33F283FA40}">
      <dgm:prSet/>
      <dgm:spPr/>
      <dgm:t>
        <a:bodyPr/>
        <a:lstStyle/>
        <a:p>
          <a:endParaRPr lang="en-US"/>
        </a:p>
      </dgm:t>
    </dgm:pt>
    <dgm:pt modelId="{50D9BA74-65D1-4C34-8A08-9E8BDA241EA8}" type="sibTrans" cxnId="{8526B76A-A3C5-4282-80F9-7D33F283FA40}">
      <dgm:prSet/>
      <dgm:spPr/>
      <dgm:t>
        <a:bodyPr/>
        <a:lstStyle/>
        <a:p>
          <a:endParaRPr lang="en-US"/>
        </a:p>
      </dgm:t>
    </dgm:pt>
    <dgm:pt modelId="{42E0FBF7-521D-4B92-9D89-BCB3BD0B61E0}">
      <dgm:prSet/>
      <dgm:spPr/>
      <dgm:t>
        <a:bodyPr/>
        <a:lstStyle/>
        <a:p>
          <a:r>
            <a:rPr lang="en-US" b="1"/>
            <a:t>School-Based Vision Screenings:</a:t>
          </a:r>
          <a:endParaRPr lang="en-US"/>
        </a:p>
      </dgm:t>
    </dgm:pt>
    <dgm:pt modelId="{BDE1B7C4-BF95-40A5-91AA-D11F4A3DF0CF}" type="parTrans" cxnId="{8F1FC878-9FD1-401A-847A-4003CEBB6987}">
      <dgm:prSet/>
      <dgm:spPr/>
      <dgm:t>
        <a:bodyPr/>
        <a:lstStyle/>
        <a:p>
          <a:endParaRPr lang="en-US"/>
        </a:p>
      </dgm:t>
    </dgm:pt>
    <dgm:pt modelId="{DC204C47-8480-4A7C-929D-D6AD26C5BEE9}" type="sibTrans" cxnId="{8F1FC878-9FD1-401A-847A-4003CEBB6987}">
      <dgm:prSet/>
      <dgm:spPr/>
      <dgm:t>
        <a:bodyPr/>
        <a:lstStyle/>
        <a:p>
          <a:endParaRPr lang="en-US"/>
        </a:p>
      </dgm:t>
    </dgm:pt>
    <dgm:pt modelId="{F78BA435-A9F2-4ADB-9F68-32BE501ACE30}">
      <dgm:prSet custT="1"/>
      <dgm:spPr/>
      <dgm:t>
        <a:bodyPr/>
        <a:lstStyle/>
        <a:p>
          <a:pPr rtl="0"/>
          <a:r>
            <a:rPr lang="en-US" sz="1600" dirty="0"/>
            <a:t>-Basic tests by teachers or school nurses.</a:t>
          </a:r>
        </a:p>
        <a:p>
          <a:pPr rtl="0"/>
          <a:r>
            <a:rPr lang="en-US" sz="1600" dirty="0"/>
            <a:t>-Basic eye tests to identify students who may have vision problems.</a:t>
          </a:r>
        </a:p>
      </dgm:t>
    </dgm:pt>
    <dgm:pt modelId="{4FB07B65-622E-4DB5-A306-3425D6481DAE}" type="parTrans" cxnId="{4F5C028E-8708-4DCF-868C-929BC9AE8A67}">
      <dgm:prSet/>
      <dgm:spPr/>
      <dgm:t>
        <a:bodyPr/>
        <a:lstStyle/>
        <a:p>
          <a:endParaRPr lang="en-US"/>
        </a:p>
      </dgm:t>
    </dgm:pt>
    <dgm:pt modelId="{55C5BCD7-AC7D-4CFE-A341-287096AEF070}" type="sibTrans" cxnId="{4F5C028E-8708-4DCF-868C-929BC9AE8A67}">
      <dgm:prSet/>
      <dgm:spPr/>
      <dgm:t>
        <a:bodyPr/>
        <a:lstStyle/>
        <a:p>
          <a:endParaRPr lang="en-US"/>
        </a:p>
      </dgm:t>
    </dgm:pt>
    <dgm:pt modelId="{E42B475A-1013-4248-A437-6471A60E3D2B}">
      <dgm:prSet custT="1"/>
      <dgm:spPr/>
      <dgm:t>
        <a:bodyPr/>
        <a:lstStyle/>
        <a:p>
          <a:pPr rtl="0"/>
          <a:r>
            <a:rPr lang="en-US" sz="1600" b="1" dirty="0"/>
            <a:t>Limitations:</a:t>
          </a:r>
          <a:r>
            <a:rPr lang="en-US" sz="1600" dirty="0"/>
            <a:t> Limited tests, not comprehensive.</a:t>
          </a:r>
        </a:p>
      </dgm:t>
    </dgm:pt>
    <dgm:pt modelId="{F4799208-4120-463B-A40F-E029738243B3}" type="parTrans" cxnId="{64A88AFD-CF6E-47A3-918A-6F368B84505A}">
      <dgm:prSet/>
      <dgm:spPr/>
      <dgm:t>
        <a:bodyPr/>
        <a:lstStyle/>
        <a:p>
          <a:endParaRPr lang="en-US"/>
        </a:p>
      </dgm:t>
    </dgm:pt>
    <dgm:pt modelId="{EF33CD62-E339-44A9-A6F0-7CC5F9E860F5}" type="sibTrans" cxnId="{64A88AFD-CF6E-47A3-918A-6F368B84505A}">
      <dgm:prSet/>
      <dgm:spPr/>
      <dgm:t>
        <a:bodyPr/>
        <a:lstStyle/>
        <a:p>
          <a:endParaRPr lang="en-US"/>
        </a:p>
      </dgm:t>
    </dgm:pt>
    <dgm:pt modelId="{2CC8E18B-0BB1-4179-9F82-1EFB9AAF2A1E}">
      <dgm:prSet/>
      <dgm:spPr/>
      <dgm:t>
        <a:bodyPr/>
        <a:lstStyle/>
        <a:p>
          <a:r>
            <a:rPr lang="en-US" b="1"/>
            <a:t>Digital Tools and Apps:</a:t>
          </a:r>
          <a:endParaRPr lang="en-US"/>
        </a:p>
      </dgm:t>
    </dgm:pt>
    <dgm:pt modelId="{0244643D-2194-4388-9F96-2354176A491A}" type="parTrans" cxnId="{00ADE7E3-4B67-4AC5-AD9E-0BFBC07DE868}">
      <dgm:prSet/>
      <dgm:spPr/>
      <dgm:t>
        <a:bodyPr/>
        <a:lstStyle/>
        <a:p>
          <a:endParaRPr lang="en-US"/>
        </a:p>
      </dgm:t>
    </dgm:pt>
    <dgm:pt modelId="{C8D6FD10-8B9F-4B55-AAD6-84EAB786E5F1}" type="sibTrans" cxnId="{00ADE7E3-4B67-4AC5-AD9E-0BFBC07DE868}">
      <dgm:prSet/>
      <dgm:spPr/>
      <dgm:t>
        <a:bodyPr/>
        <a:lstStyle/>
        <a:p>
          <a:endParaRPr lang="en-US"/>
        </a:p>
      </dgm:t>
    </dgm:pt>
    <dgm:pt modelId="{4C8C02ED-3DDD-4DDD-992E-E2B6843298B4}">
      <dgm:prSet/>
      <dgm:spPr/>
      <dgm:t>
        <a:bodyPr/>
        <a:lstStyle/>
        <a:p>
          <a:pPr algn="l" rtl="0"/>
          <a:r>
            <a:rPr lang="en-US" dirty="0"/>
            <a:t>-Preliminary at-home vision screening tools.</a:t>
          </a:r>
        </a:p>
      </dgm:t>
    </dgm:pt>
    <dgm:pt modelId="{A86B2D5D-C218-4B6C-B46C-DDE4D83950B7}" type="parTrans" cxnId="{B268E179-AC08-4E92-97FC-CA8DEE50B3E9}">
      <dgm:prSet/>
      <dgm:spPr/>
      <dgm:t>
        <a:bodyPr/>
        <a:lstStyle/>
        <a:p>
          <a:endParaRPr lang="en-US"/>
        </a:p>
      </dgm:t>
    </dgm:pt>
    <dgm:pt modelId="{360E74FE-C33D-43A6-A23D-0DC7EE27A976}" type="sibTrans" cxnId="{B268E179-AC08-4E92-97FC-CA8DEE50B3E9}">
      <dgm:prSet/>
      <dgm:spPr/>
      <dgm:t>
        <a:bodyPr/>
        <a:lstStyle/>
        <a:p>
          <a:endParaRPr lang="en-US"/>
        </a:p>
      </dgm:t>
    </dgm:pt>
    <dgm:pt modelId="{067BC323-19AA-4BFE-8A71-48EF85E6F361}">
      <dgm:prSet/>
      <dgm:spPr/>
      <dgm:t>
        <a:bodyPr/>
        <a:lstStyle/>
        <a:p>
          <a:pPr algn="l" rtl="0"/>
          <a:r>
            <a:rPr lang="en-US" b="1" dirty="0"/>
            <a:t>Limitations:</a:t>
          </a:r>
          <a:r>
            <a:rPr lang="en-US" dirty="0"/>
            <a:t> Limited accuracy, lack of professional calibration, and reliable data storage.</a:t>
          </a:r>
        </a:p>
      </dgm:t>
    </dgm:pt>
    <dgm:pt modelId="{E3958F5C-7C68-4DB7-8EFF-A85533B6B0BA}" type="parTrans" cxnId="{4A39F620-548D-4756-A799-A665C72CB349}">
      <dgm:prSet/>
      <dgm:spPr/>
      <dgm:t>
        <a:bodyPr/>
        <a:lstStyle/>
        <a:p>
          <a:endParaRPr lang="en-US"/>
        </a:p>
      </dgm:t>
    </dgm:pt>
    <dgm:pt modelId="{11CC08A0-B0E2-4834-9934-581CE3840F8F}" type="sibTrans" cxnId="{4A39F620-548D-4756-A799-A665C72CB349}">
      <dgm:prSet/>
      <dgm:spPr/>
      <dgm:t>
        <a:bodyPr/>
        <a:lstStyle/>
        <a:p>
          <a:endParaRPr lang="en-US"/>
        </a:p>
      </dgm:t>
    </dgm:pt>
    <dgm:pt modelId="{4F67F8B8-74AA-47C9-A2A6-8A35B13D9713}" type="pres">
      <dgm:prSet presAssocID="{FBC408F7-28BE-441C-95AE-E2B59D17FAFE}" presName="Name0" presStyleCnt="0">
        <dgm:presLayoutVars>
          <dgm:dir/>
          <dgm:animLvl val="lvl"/>
          <dgm:resizeHandles val="exact"/>
        </dgm:presLayoutVars>
      </dgm:prSet>
      <dgm:spPr/>
    </dgm:pt>
    <dgm:pt modelId="{CAAD4BE9-B794-4E65-8EE6-D16D0F2B31FB}" type="pres">
      <dgm:prSet presAssocID="{CE2FD86C-DF7C-4CD0-9397-A133DCA21CB4}" presName="linNode" presStyleCnt="0"/>
      <dgm:spPr/>
    </dgm:pt>
    <dgm:pt modelId="{9F1DE973-CCF4-4DA7-9F9A-D718BA654992}" type="pres">
      <dgm:prSet presAssocID="{CE2FD86C-DF7C-4CD0-9397-A133DCA21CB4}" presName="parentText" presStyleLbl="alignNode1" presStyleIdx="0" presStyleCnt="3">
        <dgm:presLayoutVars>
          <dgm:chMax val="1"/>
          <dgm:bulletEnabled/>
        </dgm:presLayoutVars>
      </dgm:prSet>
      <dgm:spPr/>
    </dgm:pt>
    <dgm:pt modelId="{046C9F35-6D9C-4311-B2C9-2C3328631B26}" type="pres">
      <dgm:prSet presAssocID="{CE2FD86C-DF7C-4CD0-9397-A133DCA21CB4}" presName="descendantText" presStyleLbl="alignAccFollowNode1" presStyleIdx="0" presStyleCnt="3">
        <dgm:presLayoutVars>
          <dgm:bulletEnabled/>
        </dgm:presLayoutVars>
      </dgm:prSet>
      <dgm:spPr/>
    </dgm:pt>
    <dgm:pt modelId="{23A86042-7675-41A9-8216-3F02C2B496C8}" type="pres">
      <dgm:prSet presAssocID="{814918DD-1D56-4365-B33A-2469E69FB65B}" presName="sp" presStyleCnt="0"/>
      <dgm:spPr/>
    </dgm:pt>
    <dgm:pt modelId="{D65C6ED5-E3E5-4B82-BEFC-784F363E8AB9}" type="pres">
      <dgm:prSet presAssocID="{42E0FBF7-521D-4B92-9D89-BCB3BD0B61E0}" presName="linNode" presStyleCnt="0"/>
      <dgm:spPr/>
    </dgm:pt>
    <dgm:pt modelId="{9AA57EDA-D86E-47D4-B05D-5397B0B1CA35}" type="pres">
      <dgm:prSet presAssocID="{42E0FBF7-521D-4B92-9D89-BCB3BD0B61E0}" presName="parentText" presStyleLbl="alignNode1" presStyleIdx="1" presStyleCnt="3">
        <dgm:presLayoutVars>
          <dgm:chMax val="1"/>
          <dgm:bulletEnabled/>
        </dgm:presLayoutVars>
      </dgm:prSet>
      <dgm:spPr/>
    </dgm:pt>
    <dgm:pt modelId="{285B816F-1F96-42BC-8BEA-F3DA4E888887}" type="pres">
      <dgm:prSet presAssocID="{42E0FBF7-521D-4B92-9D89-BCB3BD0B61E0}" presName="descendantText" presStyleLbl="alignAccFollowNode1" presStyleIdx="1" presStyleCnt="3">
        <dgm:presLayoutVars>
          <dgm:bulletEnabled/>
        </dgm:presLayoutVars>
      </dgm:prSet>
      <dgm:spPr/>
    </dgm:pt>
    <dgm:pt modelId="{DE89F0A6-CA35-4AC0-A6A6-FD3481FB6E9C}" type="pres">
      <dgm:prSet presAssocID="{DC204C47-8480-4A7C-929D-D6AD26C5BEE9}" presName="sp" presStyleCnt="0"/>
      <dgm:spPr/>
    </dgm:pt>
    <dgm:pt modelId="{D6E26C45-2E57-4051-9634-C195B5B207C3}" type="pres">
      <dgm:prSet presAssocID="{2CC8E18B-0BB1-4179-9F82-1EFB9AAF2A1E}" presName="linNode" presStyleCnt="0"/>
      <dgm:spPr/>
    </dgm:pt>
    <dgm:pt modelId="{18129C92-BE8D-400F-A33A-B40E87CD9CAA}" type="pres">
      <dgm:prSet presAssocID="{2CC8E18B-0BB1-4179-9F82-1EFB9AAF2A1E}" presName="parentText" presStyleLbl="alignNode1" presStyleIdx="2" presStyleCnt="3">
        <dgm:presLayoutVars>
          <dgm:chMax val="1"/>
          <dgm:bulletEnabled/>
        </dgm:presLayoutVars>
      </dgm:prSet>
      <dgm:spPr/>
    </dgm:pt>
    <dgm:pt modelId="{78461CA4-2C61-40FB-AFA7-CAC8A707306F}" type="pres">
      <dgm:prSet presAssocID="{2CC8E18B-0BB1-4179-9F82-1EFB9AAF2A1E}" presName="descendantText" presStyleLbl="alignAccFollowNode1" presStyleIdx="2" presStyleCnt="3">
        <dgm:presLayoutVars>
          <dgm:bulletEnabled/>
        </dgm:presLayoutVars>
      </dgm:prSet>
      <dgm:spPr/>
    </dgm:pt>
  </dgm:ptLst>
  <dgm:cxnLst>
    <dgm:cxn modelId="{115A4F19-4B12-4911-80CF-089DD7BD1D31}" srcId="{CE2FD86C-DF7C-4CD0-9397-A133DCA21CB4}" destId="{E4DA4F4D-EB95-41B2-B154-229524E83F58}" srcOrd="0" destOrd="0" parTransId="{0579FE38-C20E-4556-AF32-8A59DF75519A}" sibTransId="{5C0B1E76-F2A6-4D90-8D06-6C01467C9EDC}"/>
    <dgm:cxn modelId="{4A39F620-548D-4756-A799-A665C72CB349}" srcId="{2CC8E18B-0BB1-4179-9F82-1EFB9AAF2A1E}" destId="{067BC323-19AA-4BFE-8A71-48EF85E6F361}" srcOrd="1" destOrd="0" parTransId="{E3958F5C-7C68-4DB7-8EFF-A85533B6B0BA}" sibTransId="{11CC08A0-B0E2-4834-9934-581CE3840F8F}"/>
    <dgm:cxn modelId="{565DA127-7137-4145-B57A-628923C07662}" type="presOf" srcId="{68396C0D-0A1D-41B9-B807-91FE63E5157B}" destId="{046C9F35-6D9C-4311-B2C9-2C3328631B26}" srcOrd="0" destOrd="1" presId="urn:microsoft.com/office/officeart/2016/7/layout/VerticalSolidActionList"/>
    <dgm:cxn modelId="{E798502E-2E25-4771-B230-4A878B19EFB6}" srcId="{CE2FD86C-DF7C-4CD0-9397-A133DCA21CB4}" destId="{68396C0D-0A1D-41B9-B807-91FE63E5157B}" srcOrd="1" destOrd="0" parTransId="{60F8EBCF-B090-41FE-A43D-02368686B890}" sibTransId="{5C0E21CA-6E0E-4F18-984B-B13C901F742D}"/>
    <dgm:cxn modelId="{61509330-63C9-469D-B5D0-61AC904EF0E2}" type="presOf" srcId="{E4DA4F4D-EB95-41B2-B154-229524E83F58}" destId="{046C9F35-6D9C-4311-B2C9-2C3328631B26}" srcOrd="0" destOrd="0" presId="urn:microsoft.com/office/officeart/2016/7/layout/VerticalSolidActionList"/>
    <dgm:cxn modelId="{0E4B3C33-1388-4F6C-A815-C803AD4F9172}" type="presOf" srcId="{2CC8E18B-0BB1-4179-9F82-1EFB9AAF2A1E}" destId="{18129C92-BE8D-400F-A33A-B40E87CD9CAA}" srcOrd="0" destOrd="0" presId="urn:microsoft.com/office/officeart/2016/7/layout/VerticalSolidActionList"/>
    <dgm:cxn modelId="{A26C6261-B71D-4818-8505-78B83C0D376D}" type="presOf" srcId="{067BC323-19AA-4BFE-8A71-48EF85E6F361}" destId="{78461CA4-2C61-40FB-AFA7-CAC8A707306F}" srcOrd="0" destOrd="1" presId="urn:microsoft.com/office/officeart/2016/7/layout/VerticalSolidActionList"/>
    <dgm:cxn modelId="{DEA36B44-D00F-4161-AFBE-6A9F16A8BB46}" srcId="{FBC408F7-28BE-441C-95AE-E2B59D17FAFE}" destId="{CE2FD86C-DF7C-4CD0-9397-A133DCA21CB4}" srcOrd="0" destOrd="0" parTransId="{063A2D2E-7DC6-41B1-9A8F-B036E7CC613E}" sibTransId="{814918DD-1D56-4365-B33A-2469E69FB65B}"/>
    <dgm:cxn modelId="{8526B76A-A3C5-4282-80F9-7D33F283FA40}" srcId="{CE2FD86C-DF7C-4CD0-9397-A133DCA21CB4}" destId="{7716A758-FFC2-4323-BF45-D99DB2960B9B}" srcOrd="2" destOrd="0" parTransId="{263F4CAD-12ED-4587-9533-6D8000A3AA5D}" sibTransId="{50D9BA74-65D1-4C34-8A08-9E8BDA241EA8}"/>
    <dgm:cxn modelId="{8F1FC878-9FD1-401A-847A-4003CEBB6987}" srcId="{FBC408F7-28BE-441C-95AE-E2B59D17FAFE}" destId="{42E0FBF7-521D-4B92-9D89-BCB3BD0B61E0}" srcOrd="1" destOrd="0" parTransId="{BDE1B7C4-BF95-40A5-91AA-D11F4A3DF0CF}" sibTransId="{DC204C47-8480-4A7C-929D-D6AD26C5BEE9}"/>
    <dgm:cxn modelId="{B268E179-AC08-4E92-97FC-CA8DEE50B3E9}" srcId="{2CC8E18B-0BB1-4179-9F82-1EFB9AAF2A1E}" destId="{4C8C02ED-3DDD-4DDD-992E-E2B6843298B4}" srcOrd="0" destOrd="0" parTransId="{A86B2D5D-C218-4B6C-B46C-DDE4D83950B7}" sibTransId="{360E74FE-C33D-43A6-A23D-0DC7EE27A976}"/>
    <dgm:cxn modelId="{CA45B87B-BCB6-48CF-87FB-E986016F686F}" type="presOf" srcId="{E42B475A-1013-4248-A437-6471A60E3D2B}" destId="{285B816F-1F96-42BC-8BEA-F3DA4E888887}" srcOrd="0" destOrd="1" presId="urn:microsoft.com/office/officeart/2016/7/layout/VerticalSolidActionList"/>
    <dgm:cxn modelId="{0AEC8784-6D3E-4E7E-A8A7-107E4EA06721}" type="presOf" srcId="{F78BA435-A9F2-4ADB-9F68-32BE501ACE30}" destId="{285B816F-1F96-42BC-8BEA-F3DA4E888887}" srcOrd="0" destOrd="0" presId="urn:microsoft.com/office/officeart/2016/7/layout/VerticalSolidActionList"/>
    <dgm:cxn modelId="{6F44388C-69BA-4B11-8C6B-4C9F0A36E68D}" type="presOf" srcId="{7716A758-FFC2-4323-BF45-D99DB2960B9B}" destId="{046C9F35-6D9C-4311-B2C9-2C3328631B26}" srcOrd="0" destOrd="2" presId="urn:microsoft.com/office/officeart/2016/7/layout/VerticalSolidActionList"/>
    <dgm:cxn modelId="{4F5C028E-8708-4DCF-868C-929BC9AE8A67}" srcId="{42E0FBF7-521D-4B92-9D89-BCB3BD0B61E0}" destId="{F78BA435-A9F2-4ADB-9F68-32BE501ACE30}" srcOrd="0" destOrd="0" parTransId="{4FB07B65-622E-4DB5-A306-3425D6481DAE}" sibTransId="{55C5BCD7-AC7D-4CFE-A341-287096AEF070}"/>
    <dgm:cxn modelId="{3998B4A5-1571-46BD-8373-9B57B9C48258}" type="presOf" srcId="{FBC408F7-28BE-441C-95AE-E2B59D17FAFE}" destId="{4F67F8B8-74AA-47C9-A2A6-8A35B13D9713}" srcOrd="0" destOrd="0" presId="urn:microsoft.com/office/officeart/2016/7/layout/VerticalSolidActionList"/>
    <dgm:cxn modelId="{12FE4FBC-2C84-4BF5-B30E-D16B2A62128F}" type="presOf" srcId="{4C8C02ED-3DDD-4DDD-992E-E2B6843298B4}" destId="{78461CA4-2C61-40FB-AFA7-CAC8A707306F}" srcOrd="0" destOrd="0" presId="urn:microsoft.com/office/officeart/2016/7/layout/VerticalSolidActionList"/>
    <dgm:cxn modelId="{4AD5C6E3-7749-422C-AD8D-44B8195348D7}" type="presOf" srcId="{CE2FD86C-DF7C-4CD0-9397-A133DCA21CB4}" destId="{9F1DE973-CCF4-4DA7-9F9A-D718BA654992}" srcOrd="0" destOrd="0" presId="urn:microsoft.com/office/officeart/2016/7/layout/VerticalSolidActionList"/>
    <dgm:cxn modelId="{00ADE7E3-4B67-4AC5-AD9E-0BFBC07DE868}" srcId="{FBC408F7-28BE-441C-95AE-E2B59D17FAFE}" destId="{2CC8E18B-0BB1-4179-9F82-1EFB9AAF2A1E}" srcOrd="2" destOrd="0" parTransId="{0244643D-2194-4388-9F96-2354176A491A}" sibTransId="{C8D6FD10-8B9F-4B55-AAD6-84EAB786E5F1}"/>
    <dgm:cxn modelId="{691EDDE9-F167-4B99-A864-BF18DD5CBE90}" type="presOf" srcId="{42E0FBF7-521D-4B92-9D89-BCB3BD0B61E0}" destId="{9AA57EDA-D86E-47D4-B05D-5397B0B1CA35}" srcOrd="0" destOrd="0" presId="urn:microsoft.com/office/officeart/2016/7/layout/VerticalSolidActionList"/>
    <dgm:cxn modelId="{64A88AFD-CF6E-47A3-918A-6F368B84505A}" srcId="{42E0FBF7-521D-4B92-9D89-BCB3BD0B61E0}" destId="{E42B475A-1013-4248-A437-6471A60E3D2B}" srcOrd="1" destOrd="0" parTransId="{F4799208-4120-463B-A40F-E029738243B3}" sibTransId="{EF33CD62-E339-44A9-A6F0-7CC5F9E860F5}"/>
    <dgm:cxn modelId="{19CAF277-375D-4DDA-BF71-834FB16FB4E5}" type="presParOf" srcId="{4F67F8B8-74AA-47C9-A2A6-8A35B13D9713}" destId="{CAAD4BE9-B794-4E65-8EE6-D16D0F2B31FB}" srcOrd="0" destOrd="0" presId="urn:microsoft.com/office/officeart/2016/7/layout/VerticalSolidActionList"/>
    <dgm:cxn modelId="{12476803-DE47-453B-92BF-FC6D1F40A0ED}" type="presParOf" srcId="{CAAD4BE9-B794-4E65-8EE6-D16D0F2B31FB}" destId="{9F1DE973-CCF4-4DA7-9F9A-D718BA654992}" srcOrd="0" destOrd="0" presId="urn:microsoft.com/office/officeart/2016/7/layout/VerticalSolidActionList"/>
    <dgm:cxn modelId="{F5A6E577-2468-434E-9417-AACFBE3CB8B9}" type="presParOf" srcId="{CAAD4BE9-B794-4E65-8EE6-D16D0F2B31FB}" destId="{046C9F35-6D9C-4311-B2C9-2C3328631B26}" srcOrd="1" destOrd="0" presId="urn:microsoft.com/office/officeart/2016/7/layout/VerticalSolidActionList"/>
    <dgm:cxn modelId="{0D5D5361-186B-4B1E-B82D-E9703B928597}" type="presParOf" srcId="{4F67F8B8-74AA-47C9-A2A6-8A35B13D9713}" destId="{23A86042-7675-41A9-8216-3F02C2B496C8}" srcOrd="1" destOrd="0" presId="urn:microsoft.com/office/officeart/2016/7/layout/VerticalSolidActionList"/>
    <dgm:cxn modelId="{5B4385B7-D58E-4CC5-8689-88C5289D8613}" type="presParOf" srcId="{4F67F8B8-74AA-47C9-A2A6-8A35B13D9713}" destId="{D65C6ED5-E3E5-4B82-BEFC-784F363E8AB9}" srcOrd="2" destOrd="0" presId="urn:microsoft.com/office/officeart/2016/7/layout/VerticalSolidActionList"/>
    <dgm:cxn modelId="{E1F5E2CB-18DF-416E-A8D1-462CE08802A3}" type="presParOf" srcId="{D65C6ED5-E3E5-4B82-BEFC-784F363E8AB9}" destId="{9AA57EDA-D86E-47D4-B05D-5397B0B1CA35}" srcOrd="0" destOrd="0" presId="urn:microsoft.com/office/officeart/2016/7/layout/VerticalSolidActionList"/>
    <dgm:cxn modelId="{79ED340E-5472-4C2D-9687-E94302DCFEBD}" type="presParOf" srcId="{D65C6ED5-E3E5-4B82-BEFC-784F363E8AB9}" destId="{285B816F-1F96-42BC-8BEA-F3DA4E888887}" srcOrd="1" destOrd="0" presId="urn:microsoft.com/office/officeart/2016/7/layout/VerticalSolidActionList"/>
    <dgm:cxn modelId="{FAD52108-1154-477C-80DD-84EEBDA117DF}" type="presParOf" srcId="{4F67F8B8-74AA-47C9-A2A6-8A35B13D9713}" destId="{DE89F0A6-CA35-4AC0-A6A6-FD3481FB6E9C}" srcOrd="3" destOrd="0" presId="urn:microsoft.com/office/officeart/2016/7/layout/VerticalSolidActionList"/>
    <dgm:cxn modelId="{1008E0BD-8B40-40CB-8DB5-3C23525D780C}" type="presParOf" srcId="{4F67F8B8-74AA-47C9-A2A6-8A35B13D9713}" destId="{D6E26C45-2E57-4051-9634-C195B5B207C3}" srcOrd="4" destOrd="0" presId="urn:microsoft.com/office/officeart/2016/7/layout/VerticalSolidActionList"/>
    <dgm:cxn modelId="{A0E3529C-0C20-4976-896C-34CEEDB3F19D}" type="presParOf" srcId="{D6E26C45-2E57-4051-9634-C195B5B207C3}" destId="{18129C92-BE8D-400F-A33A-B40E87CD9CAA}" srcOrd="0" destOrd="0" presId="urn:microsoft.com/office/officeart/2016/7/layout/VerticalSolidActionList"/>
    <dgm:cxn modelId="{59ECE179-124A-4B3A-8F80-28180EF396D0}" type="presParOf" srcId="{D6E26C45-2E57-4051-9634-C195B5B207C3}" destId="{78461CA4-2C61-40FB-AFA7-CAC8A707306F}" srcOrd="1" destOrd="0" presId="urn:microsoft.com/office/officeart/2016/7/layout/VerticalSolidAc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84818DC-7712-4819-95EE-408035D550B7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3C84A560-E4A4-4A11-BE2D-F4C7264954AB}">
      <dgm:prSet custT="1"/>
      <dgm:spPr/>
      <dgm:t>
        <a:bodyPr/>
        <a:lstStyle/>
        <a:p>
          <a:r>
            <a:rPr lang="he-IL" sz="1600" b="1" i="0" baseline="0" dirty="0" err="1"/>
            <a:t>Visual</a:t>
          </a:r>
          <a:r>
            <a:rPr lang="he-IL" sz="1600" b="1" i="0" baseline="0" dirty="0"/>
            <a:t> </a:t>
          </a:r>
          <a:r>
            <a:rPr lang="he-IL" sz="1600" b="1" i="0" baseline="0" dirty="0" err="1"/>
            <a:t>Acuity</a:t>
          </a:r>
          <a:r>
            <a:rPr lang="he-IL" sz="1600" b="1" i="0" baseline="0" dirty="0"/>
            <a:t> </a:t>
          </a:r>
          <a:r>
            <a:rPr lang="he-IL" sz="1600" b="1" i="0" baseline="0" dirty="0" err="1"/>
            <a:t>Test</a:t>
          </a:r>
          <a:r>
            <a:rPr lang="he-IL" sz="1600" b="1" i="0" baseline="0" dirty="0"/>
            <a:t>: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Measures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sharpness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of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vision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by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determining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the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smallest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letters</a:t>
          </a:r>
          <a:r>
            <a:rPr lang="he-IL" sz="1600" b="0" i="0" baseline="0" dirty="0"/>
            <a:t> a </a:t>
          </a:r>
          <a:r>
            <a:rPr lang="he-IL" sz="1600" b="0" i="0" baseline="0" dirty="0" err="1"/>
            <a:t>user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can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see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at</a:t>
          </a:r>
          <a:r>
            <a:rPr lang="he-IL" sz="1600" b="0" i="0" baseline="0" dirty="0"/>
            <a:t> a </a:t>
          </a:r>
          <a:r>
            <a:rPr lang="he-IL" sz="1600" b="0" i="0" baseline="0" dirty="0" err="1"/>
            <a:t>specific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distance</a:t>
          </a:r>
          <a:r>
            <a:rPr lang="he-IL" sz="1600" b="0" i="0" baseline="0" dirty="0"/>
            <a:t>.</a:t>
          </a:r>
          <a:endParaRPr lang="en-US" sz="1600" dirty="0"/>
        </a:p>
      </dgm:t>
    </dgm:pt>
    <dgm:pt modelId="{33488374-BF07-4A62-AF92-A9C3C1DA30F2}" type="parTrans" cxnId="{0700725D-3828-4523-9159-76434D8C449F}">
      <dgm:prSet/>
      <dgm:spPr/>
      <dgm:t>
        <a:bodyPr/>
        <a:lstStyle/>
        <a:p>
          <a:endParaRPr lang="en-US"/>
        </a:p>
      </dgm:t>
    </dgm:pt>
    <dgm:pt modelId="{81718F09-56FE-4542-84DD-325C9F7E9E3C}" type="sibTrans" cxnId="{0700725D-3828-4523-9159-76434D8C449F}">
      <dgm:prSet/>
      <dgm:spPr/>
      <dgm:t>
        <a:bodyPr/>
        <a:lstStyle/>
        <a:p>
          <a:endParaRPr lang="en-US"/>
        </a:p>
      </dgm:t>
    </dgm:pt>
    <dgm:pt modelId="{53D94540-97FB-4EAC-98A1-0E7D58B6BB29}">
      <dgm:prSet custT="1"/>
      <dgm:spPr/>
      <dgm:t>
        <a:bodyPr/>
        <a:lstStyle/>
        <a:p>
          <a:r>
            <a:rPr lang="he-IL" sz="1600" b="1" i="0" baseline="0" dirty="0" err="1"/>
            <a:t>Color</a:t>
          </a:r>
          <a:r>
            <a:rPr lang="he-IL" sz="1600" b="1" i="0" baseline="0" dirty="0"/>
            <a:t> </a:t>
          </a:r>
          <a:r>
            <a:rPr lang="he-IL" sz="1600" b="1" i="0" baseline="0" dirty="0" err="1"/>
            <a:t>Vision</a:t>
          </a:r>
          <a:r>
            <a:rPr lang="he-IL" sz="1600" b="1" i="0" baseline="0" dirty="0"/>
            <a:t> </a:t>
          </a:r>
          <a:r>
            <a:rPr lang="he-IL" sz="1600" b="1" i="0" baseline="0" dirty="0" err="1"/>
            <a:t>Test</a:t>
          </a:r>
          <a:r>
            <a:rPr lang="he-IL" sz="1600" b="1" i="0" baseline="0" dirty="0"/>
            <a:t>: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Identifies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color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blindness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by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testing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the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user's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ability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to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distinguish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between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different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colors</a:t>
          </a:r>
          <a:r>
            <a:rPr lang="he-IL" sz="1600" b="0" i="0" baseline="0" dirty="0"/>
            <a:t>.</a:t>
          </a:r>
          <a:endParaRPr lang="en-US" sz="1600" dirty="0"/>
        </a:p>
      </dgm:t>
    </dgm:pt>
    <dgm:pt modelId="{F590574B-8273-4D82-8868-53B53C5D5BFA}" type="parTrans" cxnId="{BACA6B02-E95B-4D41-86DA-095E9045944E}">
      <dgm:prSet/>
      <dgm:spPr/>
      <dgm:t>
        <a:bodyPr/>
        <a:lstStyle/>
        <a:p>
          <a:endParaRPr lang="en-US"/>
        </a:p>
      </dgm:t>
    </dgm:pt>
    <dgm:pt modelId="{05DA4402-BCBD-4494-827B-69CFEC8F10BB}" type="sibTrans" cxnId="{BACA6B02-E95B-4D41-86DA-095E9045944E}">
      <dgm:prSet/>
      <dgm:spPr/>
      <dgm:t>
        <a:bodyPr/>
        <a:lstStyle/>
        <a:p>
          <a:endParaRPr lang="en-US"/>
        </a:p>
      </dgm:t>
    </dgm:pt>
    <dgm:pt modelId="{E6604D78-8348-42AF-A696-E1C57BA6E0A6}">
      <dgm:prSet custT="1"/>
      <dgm:spPr/>
      <dgm:t>
        <a:bodyPr/>
        <a:lstStyle/>
        <a:p>
          <a:r>
            <a:rPr lang="he-IL" sz="1600" b="1" i="0" baseline="0" dirty="0" err="1"/>
            <a:t>Contrast</a:t>
          </a:r>
          <a:r>
            <a:rPr lang="he-IL" sz="1600" b="1" i="0" baseline="0" dirty="0"/>
            <a:t> </a:t>
          </a:r>
          <a:r>
            <a:rPr lang="he-IL" sz="1600" b="1" i="0" baseline="0" dirty="0" err="1"/>
            <a:t>Sensitivity</a:t>
          </a:r>
          <a:r>
            <a:rPr lang="he-IL" sz="1600" b="1" i="0" baseline="0" dirty="0"/>
            <a:t> </a:t>
          </a:r>
          <a:r>
            <a:rPr lang="he-IL" sz="1600" b="1" i="0" baseline="0" dirty="0" err="1"/>
            <a:t>Test</a:t>
          </a:r>
          <a:r>
            <a:rPr lang="he-IL" sz="1600" b="1" i="0" baseline="0" dirty="0"/>
            <a:t>: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Measures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the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ability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to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differentiate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between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varying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levels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of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contrast</a:t>
          </a:r>
          <a:r>
            <a:rPr lang="he-IL" sz="1600" b="0" i="0" baseline="0" dirty="0"/>
            <a:t>, </a:t>
          </a:r>
          <a:r>
            <a:rPr lang="he-IL" sz="1600" b="0" i="0" baseline="0" dirty="0" err="1"/>
            <a:t>critical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for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night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vision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or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low-light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conditions</a:t>
          </a:r>
          <a:r>
            <a:rPr lang="he-IL" sz="1600" b="0" i="0" baseline="0" dirty="0"/>
            <a:t>.</a:t>
          </a:r>
          <a:endParaRPr lang="en-US" sz="1600" dirty="0"/>
        </a:p>
      </dgm:t>
    </dgm:pt>
    <dgm:pt modelId="{8E89B5B9-917B-45CC-B576-021479F2F9C9}" type="parTrans" cxnId="{8C42138C-5A10-436A-A02B-3473418264D4}">
      <dgm:prSet/>
      <dgm:spPr/>
      <dgm:t>
        <a:bodyPr/>
        <a:lstStyle/>
        <a:p>
          <a:endParaRPr lang="en-US"/>
        </a:p>
      </dgm:t>
    </dgm:pt>
    <dgm:pt modelId="{2BBC9DBB-4E32-4547-8EA5-F5833623E93A}" type="sibTrans" cxnId="{8C42138C-5A10-436A-A02B-3473418264D4}">
      <dgm:prSet/>
      <dgm:spPr/>
      <dgm:t>
        <a:bodyPr/>
        <a:lstStyle/>
        <a:p>
          <a:endParaRPr lang="en-US"/>
        </a:p>
      </dgm:t>
    </dgm:pt>
    <dgm:pt modelId="{36187D36-D659-4016-8B95-429FA997B079}">
      <dgm:prSet custT="1"/>
      <dgm:spPr/>
      <dgm:t>
        <a:bodyPr/>
        <a:lstStyle/>
        <a:p>
          <a:r>
            <a:rPr lang="he-IL" sz="1600" b="1" i="0" baseline="0" dirty="0" err="1"/>
            <a:t>Blur</a:t>
          </a:r>
          <a:r>
            <a:rPr lang="he-IL" sz="1600" b="1" i="0" baseline="0" dirty="0"/>
            <a:t> </a:t>
          </a:r>
          <a:r>
            <a:rPr lang="he-IL" sz="1600" b="1" i="0" baseline="0" dirty="0" err="1"/>
            <a:t>Detection</a:t>
          </a:r>
          <a:r>
            <a:rPr lang="he-IL" sz="1600" b="1" i="0" baseline="0" dirty="0"/>
            <a:t> </a:t>
          </a:r>
          <a:r>
            <a:rPr lang="he-IL" sz="1600" b="1" i="0" baseline="0" dirty="0" err="1"/>
            <a:t>Test</a:t>
          </a:r>
          <a:r>
            <a:rPr lang="he-IL" sz="1600" b="1" i="0" baseline="0" dirty="0"/>
            <a:t>: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Detects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problems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with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visual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clarity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and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sharpness</a:t>
          </a:r>
          <a:r>
            <a:rPr lang="he-IL" sz="1600" b="0" i="0" baseline="0" dirty="0"/>
            <a:t>, </a:t>
          </a:r>
          <a:r>
            <a:rPr lang="he-IL" sz="1600" b="0" i="0" baseline="0" dirty="0" err="1"/>
            <a:t>potentially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identifying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refractive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errors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like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myopia</a:t>
          </a:r>
          <a:r>
            <a:rPr lang="he-IL" sz="1600" b="0" i="0" baseline="0" dirty="0"/>
            <a:t>.</a:t>
          </a:r>
          <a:endParaRPr lang="en-US" sz="1600" dirty="0"/>
        </a:p>
      </dgm:t>
    </dgm:pt>
    <dgm:pt modelId="{1EC206F8-EAA7-465E-9FEC-A3813F921DE9}" type="parTrans" cxnId="{7B7B1DB3-2AA5-4AD1-BF75-41368DF8D84F}">
      <dgm:prSet/>
      <dgm:spPr/>
      <dgm:t>
        <a:bodyPr/>
        <a:lstStyle/>
        <a:p>
          <a:endParaRPr lang="en-US"/>
        </a:p>
      </dgm:t>
    </dgm:pt>
    <dgm:pt modelId="{36A97012-6F8D-4825-ABDD-F3D204C52A01}" type="sibTrans" cxnId="{7B7B1DB3-2AA5-4AD1-BF75-41368DF8D84F}">
      <dgm:prSet/>
      <dgm:spPr/>
      <dgm:t>
        <a:bodyPr/>
        <a:lstStyle/>
        <a:p>
          <a:endParaRPr lang="en-US"/>
        </a:p>
      </dgm:t>
    </dgm:pt>
    <dgm:pt modelId="{276B0996-0202-494A-8CAA-3EE08E3FBDDC}">
      <dgm:prSet custT="1"/>
      <dgm:spPr/>
      <dgm:t>
        <a:bodyPr/>
        <a:lstStyle/>
        <a:p>
          <a:r>
            <a:rPr lang="he-IL" sz="1600" b="1" i="0" baseline="0" dirty="0" err="1"/>
            <a:t>Field</a:t>
          </a:r>
          <a:r>
            <a:rPr lang="he-IL" sz="1600" b="1" i="0" baseline="0" dirty="0"/>
            <a:t> </a:t>
          </a:r>
          <a:r>
            <a:rPr lang="he-IL" sz="1600" b="1" i="0" baseline="0" dirty="0" err="1"/>
            <a:t>of</a:t>
          </a:r>
          <a:r>
            <a:rPr lang="he-IL" sz="1600" b="1" i="0" baseline="0" dirty="0"/>
            <a:t> </a:t>
          </a:r>
          <a:r>
            <a:rPr lang="he-IL" sz="1600" b="1" i="0" baseline="0" dirty="0" err="1"/>
            <a:t>Vision</a:t>
          </a:r>
          <a:r>
            <a:rPr lang="he-IL" sz="1600" b="1" i="0" baseline="0" dirty="0"/>
            <a:t> </a:t>
          </a:r>
          <a:r>
            <a:rPr lang="he-IL" sz="1600" b="1" i="0" baseline="0" dirty="0" err="1"/>
            <a:t>Test</a:t>
          </a:r>
          <a:r>
            <a:rPr lang="he-IL" sz="1600" b="1" i="0" baseline="0" dirty="0"/>
            <a:t>: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Assesses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the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user's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peripheral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vision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to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detect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conditions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like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glaucoma</a:t>
          </a:r>
          <a:r>
            <a:rPr lang="he-IL" sz="1600" b="0" i="0" baseline="0" dirty="0"/>
            <a:t>. </a:t>
          </a:r>
          <a:endParaRPr lang="en-US" sz="1600" dirty="0"/>
        </a:p>
      </dgm:t>
    </dgm:pt>
    <dgm:pt modelId="{B475BDBA-5BF3-4989-ACB2-E42A803BABAE}" type="parTrans" cxnId="{2F274BFE-7892-4219-A269-87678245F160}">
      <dgm:prSet/>
      <dgm:spPr/>
      <dgm:t>
        <a:bodyPr/>
        <a:lstStyle/>
        <a:p>
          <a:endParaRPr lang="en-US"/>
        </a:p>
      </dgm:t>
    </dgm:pt>
    <dgm:pt modelId="{8BDC6332-6B90-4891-8CF7-BFDD6B25B202}" type="sibTrans" cxnId="{2F274BFE-7892-4219-A269-87678245F160}">
      <dgm:prSet/>
      <dgm:spPr/>
      <dgm:t>
        <a:bodyPr/>
        <a:lstStyle/>
        <a:p>
          <a:endParaRPr lang="en-US"/>
        </a:p>
      </dgm:t>
    </dgm:pt>
    <dgm:pt modelId="{46437F1C-D1E0-4201-BE3B-7AF1ACC67AFC}" type="pres">
      <dgm:prSet presAssocID="{E84818DC-7712-4819-95EE-408035D550B7}" presName="root" presStyleCnt="0">
        <dgm:presLayoutVars>
          <dgm:dir/>
          <dgm:resizeHandles val="exact"/>
        </dgm:presLayoutVars>
      </dgm:prSet>
      <dgm:spPr/>
    </dgm:pt>
    <dgm:pt modelId="{A8DEA1FE-5A93-4E76-829C-9765BA58517B}" type="pres">
      <dgm:prSet presAssocID="{E84818DC-7712-4819-95EE-408035D550B7}" presName="container" presStyleCnt="0">
        <dgm:presLayoutVars>
          <dgm:dir/>
          <dgm:resizeHandles val="exact"/>
        </dgm:presLayoutVars>
      </dgm:prSet>
      <dgm:spPr/>
    </dgm:pt>
    <dgm:pt modelId="{A9AC1478-F07D-48AA-B7A8-691B8C35592B}" type="pres">
      <dgm:prSet presAssocID="{3C84A560-E4A4-4A11-BE2D-F4C7264954AB}" presName="compNode" presStyleCnt="0"/>
      <dgm:spPr/>
    </dgm:pt>
    <dgm:pt modelId="{006662CC-1FAE-4E2C-9D7E-21C3BF65521D}" type="pres">
      <dgm:prSet presAssocID="{3C84A560-E4A4-4A11-BE2D-F4C7264954AB}" presName="iconBgRect" presStyleLbl="bgShp" presStyleIdx="0" presStyleCnt="5" custScaleX="119135" custScaleY="117958"/>
      <dgm:spPr/>
    </dgm:pt>
    <dgm:pt modelId="{057748D0-BB67-4A59-96DD-CCB4C636B8F5}" type="pres">
      <dgm:prSet presAssocID="{3C84A560-E4A4-4A11-BE2D-F4C7264954AB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lasses"/>
        </a:ext>
      </dgm:extLst>
    </dgm:pt>
    <dgm:pt modelId="{A25BB66A-EEA3-4DFC-BC45-1C3DC9B464E1}" type="pres">
      <dgm:prSet presAssocID="{3C84A560-E4A4-4A11-BE2D-F4C7264954AB}" presName="spaceRect" presStyleCnt="0"/>
      <dgm:spPr/>
    </dgm:pt>
    <dgm:pt modelId="{91AA3EB1-7C06-49D0-BA97-6E4104D2ADC1}" type="pres">
      <dgm:prSet presAssocID="{3C84A560-E4A4-4A11-BE2D-F4C7264954AB}" presName="textRect" presStyleLbl="revTx" presStyleIdx="0" presStyleCnt="5">
        <dgm:presLayoutVars>
          <dgm:chMax val="1"/>
          <dgm:chPref val="1"/>
        </dgm:presLayoutVars>
      </dgm:prSet>
      <dgm:spPr/>
    </dgm:pt>
    <dgm:pt modelId="{5D38C889-92A7-40C9-8103-352C29663CC6}" type="pres">
      <dgm:prSet presAssocID="{81718F09-56FE-4542-84DD-325C9F7E9E3C}" presName="sibTrans" presStyleLbl="sibTrans2D1" presStyleIdx="0" presStyleCnt="0"/>
      <dgm:spPr/>
    </dgm:pt>
    <dgm:pt modelId="{C0F93530-1F15-4E95-88E6-EAA2F3131B84}" type="pres">
      <dgm:prSet presAssocID="{53D94540-97FB-4EAC-98A1-0E7D58B6BB29}" presName="compNode" presStyleCnt="0"/>
      <dgm:spPr/>
    </dgm:pt>
    <dgm:pt modelId="{DF682116-1BCE-4B8B-96BD-A7729C8354DB}" type="pres">
      <dgm:prSet presAssocID="{53D94540-97FB-4EAC-98A1-0E7D58B6BB29}" presName="iconBgRect" presStyleLbl="bgShp" presStyleIdx="1" presStyleCnt="5" custScaleX="119135" custScaleY="117958"/>
      <dgm:spPr/>
    </dgm:pt>
    <dgm:pt modelId="{5EF20898-2910-4D15-8ED8-BAC5058062BD}" type="pres">
      <dgm:prSet presAssocID="{53D94540-97FB-4EAC-98A1-0E7D58B6BB29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lind"/>
        </a:ext>
      </dgm:extLst>
    </dgm:pt>
    <dgm:pt modelId="{EEA3D5A0-F877-43F0-BE12-CEFA1C704A13}" type="pres">
      <dgm:prSet presAssocID="{53D94540-97FB-4EAC-98A1-0E7D58B6BB29}" presName="spaceRect" presStyleCnt="0"/>
      <dgm:spPr/>
    </dgm:pt>
    <dgm:pt modelId="{EA7B9819-1B7F-4730-BACD-C664C66FA509}" type="pres">
      <dgm:prSet presAssocID="{53D94540-97FB-4EAC-98A1-0E7D58B6BB29}" presName="textRect" presStyleLbl="revTx" presStyleIdx="1" presStyleCnt="5">
        <dgm:presLayoutVars>
          <dgm:chMax val="1"/>
          <dgm:chPref val="1"/>
        </dgm:presLayoutVars>
      </dgm:prSet>
      <dgm:spPr/>
    </dgm:pt>
    <dgm:pt modelId="{7D4C1E7E-0830-4C09-9470-3153B7668D24}" type="pres">
      <dgm:prSet presAssocID="{05DA4402-BCBD-4494-827B-69CFEC8F10BB}" presName="sibTrans" presStyleLbl="sibTrans2D1" presStyleIdx="0" presStyleCnt="0"/>
      <dgm:spPr/>
    </dgm:pt>
    <dgm:pt modelId="{A4429CB6-2C70-418E-B273-35C6D5495113}" type="pres">
      <dgm:prSet presAssocID="{E6604D78-8348-42AF-A696-E1C57BA6E0A6}" presName="compNode" presStyleCnt="0"/>
      <dgm:spPr/>
    </dgm:pt>
    <dgm:pt modelId="{BFF8A137-D394-4C50-91A8-9C73BC02C3C3}" type="pres">
      <dgm:prSet presAssocID="{E6604D78-8348-42AF-A696-E1C57BA6E0A6}" presName="iconBgRect" presStyleLbl="bgShp" presStyleIdx="2" presStyleCnt="5" custScaleX="119135" custScaleY="117958"/>
      <dgm:spPr/>
    </dgm:pt>
    <dgm:pt modelId="{C77CBF75-DEDD-4BBE-8D1E-B3729C7F5A6C}" type="pres">
      <dgm:prSet presAssocID="{E6604D78-8348-42AF-A696-E1C57BA6E0A6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un"/>
        </a:ext>
      </dgm:extLst>
    </dgm:pt>
    <dgm:pt modelId="{E489DF19-914E-4A84-91BE-161C613E2105}" type="pres">
      <dgm:prSet presAssocID="{E6604D78-8348-42AF-A696-E1C57BA6E0A6}" presName="spaceRect" presStyleCnt="0"/>
      <dgm:spPr/>
    </dgm:pt>
    <dgm:pt modelId="{A7416B1B-7052-4775-B8B3-81DBEA01DCB5}" type="pres">
      <dgm:prSet presAssocID="{E6604D78-8348-42AF-A696-E1C57BA6E0A6}" presName="textRect" presStyleLbl="revTx" presStyleIdx="2" presStyleCnt="5">
        <dgm:presLayoutVars>
          <dgm:chMax val="1"/>
          <dgm:chPref val="1"/>
        </dgm:presLayoutVars>
      </dgm:prSet>
      <dgm:spPr/>
    </dgm:pt>
    <dgm:pt modelId="{59469B84-7EB1-4B7F-A90A-B76BD4A4D8CE}" type="pres">
      <dgm:prSet presAssocID="{2BBC9DBB-4E32-4547-8EA5-F5833623E93A}" presName="sibTrans" presStyleLbl="sibTrans2D1" presStyleIdx="0" presStyleCnt="0"/>
      <dgm:spPr/>
    </dgm:pt>
    <dgm:pt modelId="{0C5A7F6D-5907-476D-9598-24E495D2FC3E}" type="pres">
      <dgm:prSet presAssocID="{36187D36-D659-4016-8B95-429FA997B079}" presName="compNode" presStyleCnt="0"/>
      <dgm:spPr/>
    </dgm:pt>
    <dgm:pt modelId="{A158C42D-97BA-46E1-AAB7-39CF6F5974DA}" type="pres">
      <dgm:prSet presAssocID="{36187D36-D659-4016-8B95-429FA997B079}" presName="iconBgRect" presStyleLbl="bgShp" presStyleIdx="3" presStyleCnt="5" custScaleX="119135" custScaleY="117958"/>
      <dgm:spPr/>
    </dgm:pt>
    <dgm:pt modelId="{392E343F-F264-4A47-9AC7-0A79FFEAED57}" type="pres">
      <dgm:prSet presAssocID="{36187D36-D659-4016-8B95-429FA997B079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ashes"/>
        </a:ext>
      </dgm:extLst>
    </dgm:pt>
    <dgm:pt modelId="{406A42CC-E018-4F2E-AAE2-FC85534C646C}" type="pres">
      <dgm:prSet presAssocID="{36187D36-D659-4016-8B95-429FA997B079}" presName="spaceRect" presStyleCnt="0"/>
      <dgm:spPr/>
    </dgm:pt>
    <dgm:pt modelId="{51EDF5FF-0CCA-4D9C-AB5E-0BA096367D2A}" type="pres">
      <dgm:prSet presAssocID="{36187D36-D659-4016-8B95-429FA997B079}" presName="textRect" presStyleLbl="revTx" presStyleIdx="3" presStyleCnt="5">
        <dgm:presLayoutVars>
          <dgm:chMax val="1"/>
          <dgm:chPref val="1"/>
        </dgm:presLayoutVars>
      </dgm:prSet>
      <dgm:spPr/>
    </dgm:pt>
    <dgm:pt modelId="{A0073AE2-BADD-412A-A395-D573115C5FCA}" type="pres">
      <dgm:prSet presAssocID="{36A97012-6F8D-4825-ABDD-F3D204C52A01}" presName="sibTrans" presStyleLbl="sibTrans2D1" presStyleIdx="0" presStyleCnt="0"/>
      <dgm:spPr/>
    </dgm:pt>
    <dgm:pt modelId="{A78FDA94-EA58-4D4D-80C0-1BA057F3E4E2}" type="pres">
      <dgm:prSet presAssocID="{276B0996-0202-494A-8CAA-3EE08E3FBDDC}" presName="compNode" presStyleCnt="0"/>
      <dgm:spPr/>
    </dgm:pt>
    <dgm:pt modelId="{BC703A89-AF0C-467B-899B-4F4654AF6FCD}" type="pres">
      <dgm:prSet presAssocID="{276B0996-0202-494A-8CAA-3EE08E3FBDDC}" presName="iconBgRect" presStyleLbl="bgShp" presStyleIdx="4" presStyleCnt="5" custScaleX="119135" custScaleY="117958"/>
      <dgm:spPr/>
    </dgm:pt>
    <dgm:pt modelId="{5BFF26AF-0DEE-4EBA-980C-3E197062C2F7}" type="pres">
      <dgm:prSet presAssocID="{276B0996-0202-494A-8CAA-3EE08E3FBDDC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yes"/>
        </a:ext>
      </dgm:extLst>
    </dgm:pt>
    <dgm:pt modelId="{B9C5661F-B3EB-4409-81B7-92BDF17F476C}" type="pres">
      <dgm:prSet presAssocID="{276B0996-0202-494A-8CAA-3EE08E3FBDDC}" presName="spaceRect" presStyleCnt="0"/>
      <dgm:spPr/>
    </dgm:pt>
    <dgm:pt modelId="{2E499133-F158-4C46-B570-9380363C88C6}" type="pres">
      <dgm:prSet presAssocID="{276B0996-0202-494A-8CAA-3EE08E3FBDDC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BACA6B02-E95B-4D41-86DA-095E9045944E}" srcId="{E84818DC-7712-4819-95EE-408035D550B7}" destId="{53D94540-97FB-4EAC-98A1-0E7D58B6BB29}" srcOrd="1" destOrd="0" parTransId="{F590574B-8273-4D82-8868-53B53C5D5BFA}" sibTransId="{05DA4402-BCBD-4494-827B-69CFEC8F10BB}"/>
    <dgm:cxn modelId="{7AF3E605-B184-4C32-836F-F39C2CE07983}" type="presOf" srcId="{2BBC9DBB-4E32-4547-8EA5-F5833623E93A}" destId="{59469B84-7EB1-4B7F-A90A-B76BD4A4D8CE}" srcOrd="0" destOrd="0" presId="urn:microsoft.com/office/officeart/2018/2/layout/IconCircleList"/>
    <dgm:cxn modelId="{F9C86633-3EA0-4435-8B79-BD2122F2D145}" type="presOf" srcId="{E84818DC-7712-4819-95EE-408035D550B7}" destId="{46437F1C-D1E0-4201-BE3B-7AF1ACC67AFC}" srcOrd="0" destOrd="0" presId="urn:microsoft.com/office/officeart/2018/2/layout/IconCircleList"/>
    <dgm:cxn modelId="{CB58CB3D-0472-4757-A48B-4655C0B26A2C}" type="presOf" srcId="{53D94540-97FB-4EAC-98A1-0E7D58B6BB29}" destId="{EA7B9819-1B7F-4730-BACD-C664C66FA509}" srcOrd="0" destOrd="0" presId="urn:microsoft.com/office/officeart/2018/2/layout/IconCircleList"/>
    <dgm:cxn modelId="{0700725D-3828-4523-9159-76434D8C449F}" srcId="{E84818DC-7712-4819-95EE-408035D550B7}" destId="{3C84A560-E4A4-4A11-BE2D-F4C7264954AB}" srcOrd="0" destOrd="0" parTransId="{33488374-BF07-4A62-AF92-A9C3C1DA30F2}" sibTransId="{81718F09-56FE-4542-84DD-325C9F7E9E3C}"/>
    <dgm:cxn modelId="{9C70A66D-17DC-4C42-BE3C-EE3BFBDF6EC1}" type="presOf" srcId="{3C84A560-E4A4-4A11-BE2D-F4C7264954AB}" destId="{91AA3EB1-7C06-49D0-BA97-6E4104D2ADC1}" srcOrd="0" destOrd="0" presId="urn:microsoft.com/office/officeart/2018/2/layout/IconCircleList"/>
    <dgm:cxn modelId="{5DE7F257-4E3E-4B46-8634-3A61F13182D1}" type="presOf" srcId="{36A97012-6F8D-4825-ABDD-F3D204C52A01}" destId="{A0073AE2-BADD-412A-A395-D573115C5FCA}" srcOrd="0" destOrd="0" presId="urn:microsoft.com/office/officeart/2018/2/layout/IconCircleList"/>
    <dgm:cxn modelId="{8C42138C-5A10-436A-A02B-3473418264D4}" srcId="{E84818DC-7712-4819-95EE-408035D550B7}" destId="{E6604D78-8348-42AF-A696-E1C57BA6E0A6}" srcOrd="2" destOrd="0" parTransId="{8E89B5B9-917B-45CC-B576-021479F2F9C9}" sibTransId="{2BBC9DBB-4E32-4547-8EA5-F5833623E93A}"/>
    <dgm:cxn modelId="{5ABF1C9F-1B43-4558-B3CD-17E9EF79022D}" type="presOf" srcId="{81718F09-56FE-4542-84DD-325C9F7E9E3C}" destId="{5D38C889-92A7-40C9-8103-352C29663CC6}" srcOrd="0" destOrd="0" presId="urn:microsoft.com/office/officeart/2018/2/layout/IconCircleList"/>
    <dgm:cxn modelId="{7B7B1DB3-2AA5-4AD1-BF75-41368DF8D84F}" srcId="{E84818DC-7712-4819-95EE-408035D550B7}" destId="{36187D36-D659-4016-8B95-429FA997B079}" srcOrd="3" destOrd="0" parTransId="{1EC206F8-EAA7-465E-9FEC-A3813F921DE9}" sibTransId="{36A97012-6F8D-4825-ABDD-F3D204C52A01}"/>
    <dgm:cxn modelId="{40B78EB6-C3B9-4841-B19E-75DA33E03E6D}" type="presOf" srcId="{05DA4402-BCBD-4494-827B-69CFEC8F10BB}" destId="{7D4C1E7E-0830-4C09-9470-3153B7668D24}" srcOrd="0" destOrd="0" presId="urn:microsoft.com/office/officeart/2018/2/layout/IconCircleList"/>
    <dgm:cxn modelId="{C2228DBC-94AA-4A3C-A887-E9494569EC6B}" type="presOf" srcId="{36187D36-D659-4016-8B95-429FA997B079}" destId="{51EDF5FF-0CCA-4D9C-AB5E-0BA096367D2A}" srcOrd="0" destOrd="0" presId="urn:microsoft.com/office/officeart/2018/2/layout/IconCircleList"/>
    <dgm:cxn modelId="{5A2ACABC-159E-4E58-9619-F40B76929428}" type="presOf" srcId="{276B0996-0202-494A-8CAA-3EE08E3FBDDC}" destId="{2E499133-F158-4C46-B570-9380363C88C6}" srcOrd="0" destOrd="0" presId="urn:microsoft.com/office/officeart/2018/2/layout/IconCircleList"/>
    <dgm:cxn modelId="{2F7B6DC6-5C0F-4C7F-AB14-59E04FE0D584}" type="presOf" srcId="{E6604D78-8348-42AF-A696-E1C57BA6E0A6}" destId="{A7416B1B-7052-4775-B8B3-81DBEA01DCB5}" srcOrd="0" destOrd="0" presId="urn:microsoft.com/office/officeart/2018/2/layout/IconCircleList"/>
    <dgm:cxn modelId="{2F274BFE-7892-4219-A269-87678245F160}" srcId="{E84818DC-7712-4819-95EE-408035D550B7}" destId="{276B0996-0202-494A-8CAA-3EE08E3FBDDC}" srcOrd="4" destOrd="0" parTransId="{B475BDBA-5BF3-4989-ACB2-E42A803BABAE}" sibTransId="{8BDC6332-6B90-4891-8CF7-BFDD6B25B202}"/>
    <dgm:cxn modelId="{F8B49B35-0BBD-470B-B6C6-C9835CFEED78}" type="presParOf" srcId="{46437F1C-D1E0-4201-BE3B-7AF1ACC67AFC}" destId="{A8DEA1FE-5A93-4E76-829C-9765BA58517B}" srcOrd="0" destOrd="0" presId="urn:microsoft.com/office/officeart/2018/2/layout/IconCircleList"/>
    <dgm:cxn modelId="{AA373D1A-93DE-4519-A95D-DFF49BD4EA50}" type="presParOf" srcId="{A8DEA1FE-5A93-4E76-829C-9765BA58517B}" destId="{A9AC1478-F07D-48AA-B7A8-691B8C35592B}" srcOrd="0" destOrd="0" presId="urn:microsoft.com/office/officeart/2018/2/layout/IconCircleList"/>
    <dgm:cxn modelId="{8793C448-CDCA-422C-A517-353353214B21}" type="presParOf" srcId="{A9AC1478-F07D-48AA-B7A8-691B8C35592B}" destId="{006662CC-1FAE-4E2C-9D7E-21C3BF65521D}" srcOrd="0" destOrd="0" presId="urn:microsoft.com/office/officeart/2018/2/layout/IconCircleList"/>
    <dgm:cxn modelId="{E66C731A-2E56-4A5A-9123-370F314E5DC3}" type="presParOf" srcId="{A9AC1478-F07D-48AA-B7A8-691B8C35592B}" destId="{057748D0-BB67-4A59-96DD-CCB4C636B8F5}" srcOrd="1" destOrd="0" presId="urn:microsoft.com/office/officeart/2018/2/layout/IconCircleList"/>
    <dgm:cxn modelId="{C5B616EC-FFE5-4F4F-9515-93AF7329A0AB}" type="presParOf" srcId="{A9AC1478-F07D-48AA-B7A8-691B8C35592B}" destId="{A25BB66A-EEA3-4DFC-BC45-1C3DC9B464E1}" srcOrd="2" destOrd="0" presId="urn:microsoft.com/office/officeart/2018/2/layout/IconCircleList"/>
    <dgm:cxn modelId="{0FF713E8-BDC1-4620-90C1-75D220E99CD0}" type="presParOf" srcId="{A9AC1478-F07D-48AA-B7A8-691B8C35592B}" destId="{91AA3EB1-7C06-49D0-BA97-6E4104D2ADC1}" srcOrd="3" destOrd="0" presId="urn:microsoft.com/office/officeart/2018/2/layout/IconCircleList"/>
    <dgm:cxn modelId="{49867776-84C5-4FEF-94A4-DEEE0078715F}" type="presParOf" srcId="{A8DEA1FE-5A93-4E76-829C-9765BA58517B}" destId="{5D38C889-92A7-40C9-8103-352C29663CC6}" srcOrd="1" destOrd="0" presId="urn:microsoft.com/office/officeart/2018/2/layout/IconCircleList"/>
    <dgm:cxn modelId="{89CE3E81-3F61-4A9F-90D3-103E53B490E3}" type="presParOf" srcId="{A8DEA1FE-5A93-4E76-829C-9765BA58517B}" destId="{C0F93530-1F15-4E95-88E6-EAA2F3131B84}" srcOrd="2" destOrd="0" presId="urn:microsoft.com/office/officeart/2018/2/layout/IconCircleList"/>
    <dgm:cxn modelId="{86FD57FA-8C73-48B2-BA9C-7F5D0BEA657A}" type="presParOf" srcId="{C0F93530-1F15-4E95-88E6-EAA2F3131B84}" destId="{DF682116-1BCE-4B8B-96BD-A7729C8354DB}" srcOrd="0" destOrd="0" presId="urn:microsoft.com/office/officeart/2018/2/layout/IconCircleList"/>
    <dgm:cxn modelId="{BDB77847-6892-4B6E-847F-F89CCB6E0523}" type="presParOf" srcId="{C0F93530-1F15-4E95-88E6-EAA2F3131B84}" destId="{5EF20898-2910-4D15-8ED8-BAC5058062BD}" srcOrd="1" destOrd="0" presId="urn:microsoft.com/office/officeart/2018/2/layout/IconCircleList"/>
    <dgm:cxn modelId="{250C368F-FC4D-4C79-9854-D4ED552684D7}" type="presParOf" srcId="{C0F93530-1F15-4E95-88E6-EAA2F3131B84}" destId="{EEA3D5A0-F877-43F0-BE12-CEFA1C704A13}" srcOrd="2" destOrd="0" presId="urn:microsoft.com/office/officeart/2018/2/layout/IconCircleList"/>
    <dgm:cxn modelId="{6CF8F269-C1C2-4984-B23C-84246AA3A1F3}" type="presParOf" srcId="{C0F93530-1F15-4E95-88E6-EAA2F3131B84}" destId="{EA7B9819-1B7F-4730-BACD-C664C66FA509}" srcOrd="3" destOrd="0" presId="urn:microsoft.com/office/officeart/2018/2/layout/IconCircleList"/>
    <dgm:cxn modelId="{600848B1-C235-46C9-9578-D4E25738DB0D}" type="presParOf" srcId="{A8DEA1FE-5A93-4E76-829C-9765BA58517B}" destId="{7D4C1E7E-0830-4C09-9470-3153B7668D24}" srcOrd="3" destOrd="0" presId="urn:microsoft.com/office/officeart/2018/2/layout/IconCircleList"/>
    <dgm:cxn modelId="{E2EB62F0-54C9-4B10-B48C-BE9E4669E8E1}" type="presParOf" srcId="{A8DEA1FE-5A93-4E76-829C-9765BA58517B}" destId="{A4429CB6-2C70-418E-B273-35C6D5495113}" srcOrd="4" destOrd="0" presId="urn:microsoft.com/office/officeart/2018/2/layout/IconCircleList"/>
    <dgm:cxn modelId="{A4AF3372-DC68-43E5-9F19-A4A2A269109C}" type="presParOf" srcId="{A4429CB6-2C70-418E-B273-35C6D5495113}" destId="{BFF8A137-D394-4C50-91A8-9C73BC02C3C3}" srcOrd="0" destOrd="0" presId="urn:microsoft.com/office/officeart/2018/2/layout/IconCircleList"/>
    <dgm:cxn modelId="{BFA1BDA1-5196-450D-AB5D-687AB8378672}" type="presParOf" srcId="{A4429CB6-2C70-418E-B273-35C6D5495113}" destId="{C77CBF75-DEDD-4BBE-8D1E-B3729C7F5A6C}" srcOrd="1" destOrd="0" presId="urn:microsoft.com/office/officeart/2018/2/layout/IconCircleList"/>
    <dgm:cxn modelId="{996CA55B-FBD9-4B20-83B6-DC3816389A26}" type="presParOf" srcId="{A4429CB6-2C70-418E-B273-35C6D5495113}" destId="{E489DF19-914E-4A84-91BE-161C613E2105}" srcOrd="2" destOrd="0" presId="urn:microsoft.com/office/officeart/2018/2/layout/IconCircleList"/>
    <dgm:cxn modelId="{EE47EBA2-D948-4F87-BE2B-737C65F78E5D}" type="presParOf" srcId="{A4429CB6-2C70-418E-B273-35C6D5495113}" destId="{A7416B1B-7052-4775-B8B3-81DBEA01DCB5}" srcOrd="3" destOrd="0" presId="urn:microsoft.com/office/officeart/2018/2/layout/IconCircleList"/>
    <dgm:cxn modelId="{62EB4F6A-70FA-492E-90D8-087D1B4AB95D}" type="presParOf" srcId="{A8DEA1FE-5A93-4E76-829C-9765BA58517B}" destId="{59469B84-7EB1-4B7F-A90A-B76BD4A4D8CE}" srcOrd="5" destOrd="0" presId="urn:microsoft.com/office/officeart/2018/2/layout/IconCircleList"/>
    <dgm:cxn modelId="{C6A9D36A-AC8A-4122-99C3-C42626F745EE}" type="presParOf" srcId="{A8DEA1FE-5A93-4E76-829C-9765BA58517B}" destId="{0C5A7F6D-5907-476D-9598-24E495D2FC3E}" srcOrd="6" destOrd="0" presId="urn:microsoft.com/office/officeart/2018/2/layout/IconCircleList"/>
    <dgm:cxn modelId="{416D2E49-59A8-4BC6-ADF4-BAC25E0047C7}" type="presParOf" srcId="{0C5A7F6D-5907-476D-9598-24E495D2FC3E}" destId="{A158C42D-97BA-46E1-AAB7-39CF6F5974DA}" srcOrd="0" destOrd="0" presId="urn:microsoft.com/office/officeart/2018/2/layout/IconCircleList"/>
    <dgm:cxn modelId="{4D958FF1-56B7-453A-A1DC-EC04E5DF7A11}" type="presParOf" srcId="{0C5A7F6D-5907-476D-9598-24E495D2FC3E}" destId="{392E343F-F264-4A47-9AC7-0A79FFEAED57}" srcOrd="1" destOrd="0" presId="urn:microsoft.com/office/officeart/2018/2/layout/IconCircleList"/>
    <dgm:cxn modelId="{0EAF307F-9A83-4A36-8B5B-970CFDE52EF2}" type="presParOf" srcId="{0C5A7F6D-5907-476D-9598-24E495D2FC3E}" destId="{406A42CC-E018-4F2E-AAE2-FC85534C646C}" srcOrd="2" destOrd="0" presId="urn:microsoft.com/office/officeart/2018/2/layout/IconCircleList"/>
    <dgm:cxn modelId="{531A5B8E-40A3-4899-A406-F38D0EF1AF3F}" type="presParOf" srcId="{0C5A7F6D-5907-476D-9598-24E495D2FC3E}" destId="{51EDF5FF-0CCA-4D9C-AB5E-0BA096367D2A}" srcOrd="3" destOrd="0" presId="urn:microsoft.com/office/officeart/2018/2/layout/IconCircleList"/>
    <dgm:cxn modelId="{AD106585-7BDF-471E-8121-E70ECD711A2D}" type="presParOf" srcId="{A8DEA1FE-5A93-4E76-829C-9765BA58517B}" destId="{A0073AE2-BADD-412A-A395-D573115C5FCA}" srcOrd="7" destOrd="0" presId="urn:microsoft.com/office/officeart/2018/2/layout/IconCircleList"/>
    <dgm:cxn modelId="{001CD277-35A1-46F7-B075-0BBE86C96A45}" type="presParOf" srcId="{A8DEA1FE-5A93-4E76-829C-9765BA58517B}" destId="{A78FDA94-EA58-4D4D-80C0-1BA057F3E4E2}" srcOrd="8" destOrd="0" presId="urn:microsoft.com/office/officeart/2018/2/layout/IconCircleList"/>
    <dgm:cxn modelId="{367BB4C7-F9D3-44F8-ADED-FDD3E3A99E39}" type="presParOf" srcId="{A78FDA94-EA58-4D4D-80C0-1BA057F3E4E2}" destId="{BC703A89-AF0C-467B-899B-4F4654AF6FCD}" srcOrd="0" destOrd="0" presId="urn:microsoft.com/office/officeart/2018/2/layout/IconCircleList"/>
    <dgm:cxn modelId="{92D938CD-BF00-4AA2-9C6F-8C994FA6FEBF}" type="presParOf" srcId="{A78FDA94-EA58-4D4D-80C0-1BA057F3E4E2}" destId="{5BFF26AF-0DEE-4EBA-980C-3E197062C2F7}" srcOrd="1" destOrd="0" presId="urn:microsoft.com/office/officeart/2018/2/layout/IconCircleList"/>
    <dgm:cxn modelId="{DBF176B0-D590-4693-9293-CAF63F200448}" type="presParOf" srcId="{A78FDA94-EA58-4D4D-80C0-1BA057F3E4E2}" destId="{B9C5661F-B3EB-4409-81B7-92BDF17F476C}" srcOrd="2" destOrd="0" presId="urn:microsoft.com/office/officeart/2018/2/layout/IconCircleList"/>
    <dgm:cxn modelId="{C7D25958-F686-4964-B011-3FE75EB3DC14}" type="presParOf" srcId="{A78FDA94-EA58-4D4D-80C0-1BA057F3E4E2}" destId="{2E499133-F158-4C46-B570-9380363C88C6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BA55F74-5A45-48E3-8259-CC6524121449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B15808D3-FCDD-4276-BDEF-5BB37D359E27}">
      <dgm:prSet custT="1"/>
      <dgm:spPr/>
      <dgm:t>
        <a:bodyPr/>
        <a:lstStyle/>
        <a:p>
          <a:pPr algn="ctr" rtl="0">
            <a:defRPr cap="all"/>
          </a:pPr>
          <a:r>
            <a:rPr lang="he-IL" sz="1600" b="1" i="0" baseline="0" dirty="0" err="1"/>
            <a:t>Screen</a:t>
          </a:r>
          <a:r>
            <a:rPr lang="he-IL" sz="1600" b="1" i="0" baseline="0" dirty="0"/>
            <a:t> </a:t>
          </a:r>
          <a:r>
            <a:rPr lang="he-IL" sz="1600" b="1" i="0" baseline="0" dirty="0" err="1"/>
            <a:t>Calibration</a:t>
          </a:r>
          <a:r>
            <a:rPr lang="he-IL" sz="1600" b="1" i="0" baseline="0" dirty="0"/>
            <a:t>: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Ensuring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accurate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calibration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across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various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monitor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sizes</a:t>
          </a:r>
          <a:r>
            <a:rPr lang="he-IL" sz="1600" b="0" i="0" baseline="0" dirty="0"/>
            <a:t>.</a:t>
          </a:r>
          <a:endParaRPr lang="en-US" sz="1600" dirty="0"/>
        </a:p>
      </dgm:t>
    </dgm:pt>
    <dgm:pt modelId="{6CBC9B88-08E3-4B85-8FB3-EF8A0C96AD9C}" type="parTrans" cxnId="{8B842A0D-7965-4D36-8994-D228784108AA}">
      <dgm:prSet/>
      <dgm:spPr/>
      <dgm:t>
        <a:bodyPr/>
        <a:lstStyle/>
        <a:p>
          <a:endParaRPr lang="en-US"/>
        </a:p>
      </dgm:t>
    </dgm:pt>
    <dgm:pt modelId="{4B7A6440-F4EB-450B-97AB-DE8B9C6E5ADE}" type="sibTrans" cxnId="{8B842A0D-7965-4D36-8994-D228784108AA}">
      <dgm:prSet/>
      <dgm:spPr/>
      <dgm:t>
        <a:bodyPr/>
        <a:lstStyle/>
        <a:p>
          <a:endParaRPr lang="en-US"/>
        </a:p>
      </dgm:t>
    </dgm:pt>
    <dgm:pt modelId="{8A851740-78B5-4531-B681-6A8DE3E3BF9A}">
      <dgm:prSet custT="1"/>
      <dgm:spPr/>
      <dgm:t>
        <a:bodyPr/>
        <a:lstStyle/>
        <a:p>
          <a:pPr algn="ctr" rtl="0">
            <a:defRPr cap="all"/>
          </a:pPr>
          <a:r>
            <a:rPr lang="he-IL" sz="1600" b="1" i="0" baseline="0" dirty="0" err="1"/>
            <a:t>Test</a:t>
          </a:r>
          <a:r>
            <a:rPr lang="he-IL" sz="1600" b="1" i="0" baseline="0" dirty="0"/>
            <a:t> </a:t>
          </a:r>
          <a:r>
            <a:rPr lang="he-IL" sz="1600" b="1" i="0" baseline="0" dirty="0" err="1"/>
            <a:t>Accuracy</a:t>
          </a:r>
          <a:r>
            <a:rPr lang="he-IL" sz="1600" b="1" i="0" baseline="0" dirty="0"/>
            <a:t>: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Developing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tests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that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consistently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produce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valid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results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comparable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to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clinical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tests</a:t>
          </a:r>
          <a:r>
            <a:rPr lang="he-IL" sz="1600" b="0" i="0" baseline="0" dirty="0"/>
            <a:t>.</a:t>
          </a:r>
          <a:endParaRPr lang="en-US" sz="1600" dirty="0"/>
        </a:p>
      </dgm:t>
    </dgm:pt>
    <dgm:pt modelId="{03A4DC86-B713-42E0-812B-525391E32F5C}" type="parTrans" cxnId="{281EC18B-F360-4C34-9627-AB35A8CBC5C1}">
      <dgm:prSet/>
      <dgm:spPr/>
      <dgm:t>
        <a:bodyPr/>
        <a:lstStyle/>
        <a:p>
          <a:endParaRPr lang="en-US"/>
        </a:p>
      </dgm:t>
    </dgm:pt>
    <dgm:pt modelId="{D1EBFA6A-AACE-4F1E-8688-82F9B01BD4CC}" type="sibTrans" cxnId="{281EC18B-F360-4C34-9627-AB35A8CBC5C1}">
      <dgm:prSet/>
      <dgm:spPr/>
      <dgm:t>
        <a:bodyPr/>
        <a:lstStyle/>
        <a:p>
          <a:endParaRPr lang="en-US"/>
        </a:p>
      </dgm:t>
    </dgm:pt>
    <dgm:pt modelId="{234AD7D6-A5B8-417D-8446-74AD957F30AA}">
      <dgm:prSet custT="1"/>
      <dgm:spPr/>
      <dgm:t>
        <a:bodyPr/>
        <a:lstStyle/>
        <a:p>
          <a:pPr algn="ctr" rtl="0">
            <a:defRPr cap="all"/>
          </a:pPr>
          <a:r>
            <a:rPr lang="he-IL" sz="1600" b="1" i="0" baseline="0" dirty="0" err="1"/>
            <a:t>Secure</a:t>
          </a:r>
          <a:r>
            <a:rPr lang="he-IL" sz="1600" b="1" i="0" baseline="0" dirty="0"/>
            <a:t> </a:t>
          </a:r>
          <a:r>
            <a:rPr lang="he-IL" sz="1600" b="1" i="0" baseline="0" dirty="0" err="1"/>
            <a:t>Data</a:t>
          </a:r>
          <a:r>
            <a:rPr lang="he-IL" sz="1600" b="1" i="0" baseline="0" dirty="0"/>
            <a:t> </a:t>
          </a:r>
          <a:r>
            <a:rPr lang="he-IL" sz="1600" b="1" i="0" baseline="0" dirty="0" err="1"/>
            <a:t>Storage</a:t>
          </a:r>
          <a:r>
            <a:rPr lang="he-IL" sz="1600" b="1" i="0" baseline="0" dirty="0"/>
            <a:t>: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Implementing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secure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methods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for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storing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and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protecting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sensitive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user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data</a:t>
          </a:r>
          <a:r>
            <a:rPr lang="he-IL" sz="1600" b="0" i="0" baseline="0" dirty="0"/>
            <a:t>.</a:t>
          </a:r>
          <a:endParaRPr lang="en-US" sz="1600" dirty="0"/>
        </a:p>
      </dgm:t>
    </dgm:pt>
    <dgm:pt modelId="{42D252E4-B285-41FE-B570-8FE37E089621}" type="parTrans" cxnId="{D97E218D-1739-4F54-BA3C-C682C2253324}">
      <dgm:prSet/>
      <dgm:spPr/>
      <dgm:t>
        <a:bodyPr/>
        <a:lstStyle/>
        <a:p>
          <a:endParaRPr lang="en-US"/>
        </a:p>
      </dgm:t>
    </dgm:pt>
    <dgm:pt modelId="{32B9D501-16F7-4484-AC91-D2BB89F357D5}" type="sibTrans" cxnId="{D97E218D-1739-4F54-BA3C-C682C2253324}">
      <dgm:prSet/>
      <dgm:spPr/>
      <dgm:t>
        <a:bodyPr/>
        <a:lstStyle/>
        <a:p>
          <a:endParaRPr lang="en-US"/>
        </a:p>
      </dgm:t>
    </dgm:pt>
    <dgm:pt modelId="{CB74BDA4-CC42-4AAB-8F27-562F87CAF0AD}">
      <dgm:prSet custT="1"/>
      <dgm:spPr/>
      <dgm:t>
        <a:bodyPr/>
        <a:lstStyle/>
        <a:p>
          <a:pPr algn="ctr" rtl="0">
            <a:defRPr cap="all"/>
          </a:pPr>
          <a:r>
            <a:rPr lang="he-IL" sz="1600" b="1" i="0" baseline="0" dirty="0" err="1"/>
            <a:t>Input</a:t>
          </a:r>
          <a:r>
            <a:rPr lang="he-IL" sz="1600" b="1" i="0" baseline="0" dirty="0"/>
            <a:t> </a:t>
          </a:r>
          <a:r>
            <a:rPr lang="he-IL" sz="1600" b="1" i="0" baseline="0" dirty="0" err="1"/>
            <a:t>Handling</a:t>
          </a:r>
          <a:r>
            <a:rPr lang="he-IL" sz="1600" b="1" i="0" baseline="0" dirty="0"/>
            <a:t>: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Ensuring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compatibility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with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different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hardware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inputs</a:t>
          </a:r>
          <a:r>
            <a:rPr lang="he-IL" sz="1600" b="0" i="0" baseline="0" dirty="0"/>
            <a:t> (</a:t>
          </a:r>
          <a:r>
            <a:rPr lang="he-IL" sz="1600" b="0" i="0" baseline="0" dirty="0" err="1"/>
            <a:t>monitors</a:t>
          </a:r>
          <a:r>
            <a:rPr lang="he-IL" sz="1600" b="0" i="0" baseline="0" dirty="0"/>
            <a:t>, </a:t>
          </a:r>
          <a:r>
            <a:rPr lang="he-IL" sz="1600" b="0" i="0" baseline="0" dirty="0" err="1"/>
            <a:t>keyboards</a:t>
          </a:r>
          <a:r>
            <a:rPr lang="he-IL" sz="1600" b="0" i="0" baseline="0" dirty="0"/>
            <a:t>, </a:t>
          </a:r>
          <a:r>
            <a:rPr lang="he-IL" sz="1600" b="0" i="0" baseline="0" dirty="0" err="1"/>
            <a:t>etc</a:t>
          </a:r>
          <a:r>
            <a:rPr lang="he-IL" sz="1600" b="0" i="0" baseline="0" dirty="0"/>
            <a:t>.). </a:t>
          </a:r>
          <a:endParaRPr lang="en-US" sz="1600" dirty="0"/>
        </a:p>
      </dgm:t>
    </dgm:pt>
    <dgm:pt modelId="{D5F89EE3-1D67-4021-9DF8-CDE2534C2A37}" type="parTrans" cxnId="{8BEC9CAE-ED52-44E9-B0E1-50BCE7883E81}">
      <dgm:prSet/>
      <dgm:spPr/>
      <dgm:t>
        <a:bodyPr/>
        <a:lstStyle/>
        <a:p>
          <a:endParaRPr lang="en-US"/>
        </a:p>
      </dgm:t>
    </dgm:pt>
    <dgm:pt modelId="{9EB6AA65-B1E3-4943-8AED-CA743DF592E1}" type="sibTrans" cxnId="{8BEC9CAE-ED52-44E9-B0E1-50BCE7883E81}">
      <dgm:prSet/>
      <dgm:spPr/>
      <dgm:t>
        <a:bodyPr/>
        <a:lstStyle/>
        <a:p>
          <a:endParaRPr lang="en-US"/>
        </a:p>
      </dgm:t>
    </dgm:pt>
    <dgm:pt modelId="{CF0EA5D8-4BA3-4925-B4F0-2484CF8334F9}" type="pres">
      <dgm:prSet presAssocID="{4BA55F74-5A45-48E3-8259-CC6524121449}" presName="root" presStyleCnt="0">
        <dgm:presLayoutVars>
          <dgm:dir/>
          <dgm:resizeHandles val="exact"/>
        </dgm:presLayoutVars>
      </dgm:prSet>
      <dgm:spPr/>
    </dgm:pt>
    <dgm:pt modelId="{2D8139BC-F0EB-4A84-9AA9-B71ED62894A4}" type="pres">
      <dgm:prSet presAssocID="{B15808D3-FCDD-4276-BDEF-5BB37D359E27}" presName="compNode" presStyleCnt="0"/>
      <dgm:spPr/>
    </dgm:pt>
    <dgm:pt modelId="{AF3CA6AF-4CDA-4265-8194-2BC56CFBE929}" type="pres">
      <dgm:prSet presAssocID="{B15808D3-FCDD-4276-BDEF-5BB37D359E27}" presName="iconBgRect" presStyleLbl="bgShp" presStyleIdx="0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792745BD-E0FD-4A82-B5AD-E5E6490B0509}" type="pres">
      <dgm:prSet presAssocID="{B15808D3-FCDD-4276-BDEF-5BB37D359E27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534D7384-3115-4816-98B7-42D192100E20}" type="pres">
      <dgm:prSet presAssocID="{B15808D3-FCDD-4276-BDEF-5BB37D359E27}" presName="spaceRect" presStyleCnt="0"/>
      <dgm:spPr/>
    </dgm:pt>
    <dgm:pt modelId="{D68AFC2A-2A1A-494E-855E-E3492D07278B}" type="pres">
      <dgm:prSet presAssocID="{B15808D3-FCDD-4276-BDEF-5BB37D359E27}" presName="textRect" presStyleLbl="revTx" presStyleIdx="0" presStyleCnt="4">
        <dgm:presLayoutVars>
          <dgm:chMax val="1"/>
          <dgm:chPref val="1"/>
        </dgm:presLayoutVars>
      </dgm:prSet>
      <dgm:spPr/>
    </dgm:pt>
    <dgm:pt modelId="{3F27590F-6C8A-416C-B979-02989048E524}" type="pres">
      <dgm:prSet presAssocID="{4B7A6440-F4EB-450B-97AB-DE8B9C6E5ADE}" presName="sibTrans" presStyleCnt="0"/>
      <dgm:spPr/>
    </dgm:pt>
    <dgm:pt modelId="{4EE218D1-30A1-4A59-8C87-23A648345013}" type="pres">
      <dgm:prSet presAssocID="{8A851740-78B5-4531-B681-6A8DE3E3BF9A}" presName="compNode" presStyleCnt="0"/>
      <dgm:spPr/>
    </dgm:pt>
    <dgm:pt modelId="{4354DF1C-D622-4B76-8CDB-B91B5A3CF532}" type="pres">
      <dgm:prSet presAssocID="{8A851740-78B5-4531-B681-6A8DE3E3BF9A}" presName="iconBgRect" presStyleLbl="bgShp" presStyleIdx="1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249EE11F-D8C8-4955-A85C-81DD5F87EBF0}" type="pres">
      <dgm:prSet presAssocID="{8A851740-78B5-4531-B681-6A8DE3E3BF9A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54561B74-7EAA-461C-8358-724074DED726}" type="pres">
      <dgm:prSet presAssocID="{8A851740-78B5-4531-B681-6A8DE3E3BF9A}" presName="spaceRect" presStyleCnt="0"/>
      <dgm:spPr/>
    </dgm:pt>
    <dgm:pt modelId="{AC9D273A-45D0-47B5-8233-C4EA538E4B95}" type="pres">
      <dgm:prSet presAssocID="{8A851740-78B5-4531-B681-6A8DE3E3BF9A}" presName="textRect" presStyleLbl="revTx" presStyleIdx="1" presStyleCnt="4">
        <dgm:presLayoutVars>
          <dgm:chMax val="1"/>
          <dgm:chPref val="1"/>
        </dgm:presLayoutVars>
      </dgm:prSet>
      <dgm:spPr/>
    </dgm:pt>
    <dgm:pt modelId="{BEE85A14-B626-420D-9022-3EB305708A56}" type="pres">
      <dgm:prSet presAssocID="{D1EBFA6A-AACE-4F1E-8688-82F9B01BD4CC}" presName="sibTrans" presStyleCnt="0"/>
      <dgm:spPr/>
    </dgm:pt>
    <dgm:pt modelId="{75F6D650-F5B0-4FF3-8B00-D81D5020373A}" type="pres">
      <dgm:prSet presAssocID="{234AD7D6-A5B8-417D-8446-74AD957F30AA}" presName="compNode" presStyleCnt="0"/>
      <dgm:spPr/>
    </dgm:pt>
    <dgm:pt modelId="{898A1738-9CAF-40A2-92BE-72D81450C9E1}" type="pres">
      <dgm:prSet presAssocID="{234AD7D6-A5B8-417D-8446-74AD957F30AA}" presName="iconBgRect" presStyleLbl="bgShp" presStyleIdx="2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98AAA7D8-0013-4DC2-A60F-255BF1326CE2}" type="pres">
      <dgm:prSet presAssocID="{234AD7D6-A5B8-417D-8446-74AD957F30AA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580E7818-15C9-4FB6-8CAC-17454131C33C}" type="pres">
      <dgm:prSet presAssocID="{234AD7D6-A5B8-417D-8446-74AD957F30AA}" presName="spaceRect" presStyleCnt="0"/>
      <dgm:spPr/>
    </dgm:pt>
    <dgm:pt modelId="{C9E18147-A01F-439D-B312-D84DFC97D1A5}" type="pres">
      <dgm:prSet presAssocID="{234AD7D6-A5B8-417D-8446-74AD957F30AA}" presName="textRect" presStyleLbl="revTx" presStyleIdx="2" presStyleCnt="4">
        <dgm:presLayoutVars>
          <dgm:chMax val="1"/>
          <dgm:chPref val="1"/>
        </dgm:presLayoutVars>
      </dgm:prSet>
      <dgm:spPr/>
    </dgm:pt>
    <dgm:pt modelId="{0DAA160D-B6FD-49E8-AF65-8C0B8CA09CAC}" type="pres">
      <dgm:prSet presAssocID="{32B9D501-16F7-4484-AC91-D2BB89F357D5}" presName="sibTrans" presStyleCnt="0"/>
      <dgm:spPr/>
    </dgm:pt>
    <dgm:pt modelId="{728BF446-E5F8-437C-81F6-047D5108A906}" type="pres">
      <dgm:prSet presAssocID="{CB74BDA4-CC42-4AAB-8F27-562F87CAF0AD}" presName="compNode" presStyleCnt="0"/>
      <dgm:spPr/>
    </dgm:pt>
    <dgm:pt modelId="{C2EB09EC-93C3-4A08-9BD5-4DEF7AAF8092}" type="pres">
      <dgm:prSet presAssocID="{CB74BDA4-CC42-4AAB-8F27-562F87CAF0AD}" presName="iconBgRect" presStyleLbl="bgShp" presStyleIdx="3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101C62C8-96B2-4FDD-B5C2-39E22219F1BD}" type="pres">
      <dgm:prSet presAssocID="{CB74BDA4-CC42-4AAB-8F27-562F87CAF0AD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canner"/>
        </a:ext>
      </dgm:extLst>
    </dgm:pt>
    <dgm:pt modelId="{EAAD287F-47F9-459C-B9FC-F2015CC45D23}" type="pres">
      <dgm:prSet presAssocID="{CB74BDA4-CC42-4AAB-8F27-562F87CAF0AD}" presName="spaceRect" presStyleCnt="0"/>
      <dgm:spPr/>
    </dgm:pt>
    <dgm:pt modelId="{21D0536A-B534-4B9D-9792-29B7E6DC90F4}" type="pres">
      <dgm:prSet presAssocID="{CB74BDA4-CC42-4AAB-8F27-562F87CAF0AD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8B842A0D-7965-4D36-8994-D228784108AA}" srcId="{4BA55F74-5A45-48E3-8259-CC6524121449}" destId="{B15808D3-FCDD-4276-BDEF-5BB37D359E27}" srcOrd="0" destOrd="0" parTransId="{6CBC9B88-08E3-4B85-8FB3-EF8A0C96AD9C}" sibTransId="{4B7A6440-F4EB-450B-97AB-DE8B9C6E5ADE}"/>
    <dgm:cxn modelId="{F9733E1A-96C7-4A12-9131-C356117A9254}" type="presOf" srcId="{CB74BDA4-CC42-4AAB-8F27-562F87CAF0AD}" destId="{21D0536A-B534-4B9D-9792-29B7E6DC90F4}" srcOrd="0" destOrd="0" presId="urn:microsoft.com/office/officeart/2018/5/layout/IconLeafLabelList"/>
    <dgm:cxn modelId="{46BE0039-7602-428E-8615-FA426314F441}" type="presOf" srcId="{8A851740-78B5-4531-B681-6A8DE3E3BF9A}" destId="{AC9D273A-45D0-47B5-8233-C4EA538E4B95}" srcOrd="0" destOrd="0" presId="urn:microsoft.com/office/officeart/2018/5/layout/IconLeafLabelList"/>
    <dgm:cxn modelId="{2946A742-A2F7-42D1-93CE-E669EAC1A04F}" type="presOf" srcId="{B15808D3-FCDD-4276-BDEF-5BB37D359E27}" destId="{D68AFC2A-2A1A-494E-855E-E3492D07278B}" srcOrd="0" destOrd="0" presId="urn:microsoft.com/office/officeart/2018/5/layout/IconLeafLabelList"/>
    <dgm:cxn modelId="{553EB366-366E-4BEB-9545-6188D974DF2C}" type="presOf" srcId="{234AD7D6-A5B8-417D-8446-74AD957F30AA}" destId="{C9E18147-A01F-439D-B312-D84DFC97D1A5}" srcOrd="0" destOrd="0" presId="urn:microsoft.com/office/officeart/2018/5/layout/IconLeafLabelList"/>
    <dgm:cxn modelId="{88A94387-CC39-4B47-B4BD-E3FA2A586214}" type="presOf" srcId="{4BA55F74-5A45-48E3-8259-CC6524121449}" destId="{CF0EA5D8-4BA3-4925-B4F0-2484CF8334F9}" srcOrd="0" destOrd="0" presId="urn:microsoft.com/office/officeart/2018/5/layout/IconLeafLabelList"/>
    <dgm:cxn modelId="{281EC18B-F360-4C34-9627-AB35A8CBC5C1}" srcId="{4BA55F74-5A45-48E3-8259-CC6524121449}" destId="{8A851740-78B5-4531-B681-6A8DE3E3BF9A}" srcOrd="1" destOrd="0" parTransId="{03A4DC86-B713-42E0-812B-525391E32F5C}" sibTransId="{D1EBFA6A-AACE-4F1E-8688-82F9B01BD4CC}"/>
    <dgm:cxn modelId="{D97E218D-1739-4F54-BA3C-C682C2253324}" srcId="{4BA55F74-5A45-48E3-8259-CC6524121449}" destId="{234AD7D6-A5B8-417D-8446-74AD957F30AA}" srcOrd="2" destOrd="0" parTransId="{42D252E4-B285-41FE-B570-8FE37E089621}" sibTransId="{32B9D501-16F7-4484-AC91-D2BB89F357D5}"/>
    <dgm:cxn modelId="{8BEC9CAE-ED52-44E9-B0E1-50BCE7883E81}" srcId="{4BA55F74-5A45-48E3-8259-CC6524121449}" destId="{CB74BDA4-CC42-4AAB-8F27-562F87CAF0AD}" srcOrd="3" destOrd="0" parTransId="{D5F89EE3-1D67-4021-9DF8-CDE2534C2A37}" sibTransId="{9EB6AA65-B1E3-4943-8AED-CA743DF592E1}"/>
    <dgm:cxn modelId="{135DEFD7-2A69-4C5B-B957-B5188AFA1548}" type="presParOf" srcId="{CF0EA5D8-4BA3-4925-B4F0-2484CF8334F9}" destId="{2D8139BC-F0EB-4A84-9AA9-B71ED62894A4}" srcOrd="0" destOrd="0" presId="urn:microsoft.com/office/officeart/2018/5/layout/IconLeafLabelList"/>
    <dgm:cxn modelId="{9F6F78F4-1B0F-47A9-8CE6-1D75F376F02B}" type="presParOf" srcId="{2D8139BC-F0EB-4A84-9AA9-B71ED62894A4}" destId="{AF3CA6AF-4CDA-4265-8194-2BC56CFBE929}" srcOrd="0" destOrd="0" presId="urn:microsoft.com/office/officeart/2018/5/layout/IconLeafLabelList"/>
    <dgm:cxn modelId="{81781AC2-0311-4D17-AA84-9523444C117F}" type="presParOf" srcId="{2D8139BC-F0EB-4A84-9AA9-B71ED62894A4}" destId="{792745BD-E0FD-4A82-B5AD-E5E6490B0509}" srcOrd="1" destOrd="0" presId="urn:microsoft.com/office/officeart/2018/5/layout/IconLeafLabelList"/>
    <dgm:cxn modelId="{3E96E9FA-2D97-4F56-B345-47F89C58E92C}" type="presParOf" srcId="{2D8139BC-F0EB-4A84-9AA9-B71ED62894A4}" destId="{534D7384-3115-4816-98B7-42D192100E20}" srcOrd="2" destOrd="0" presId="urn:microsoft.com/office/officeart/2018/5/layout/IconLeafLabelList"/>
    <dgm:cxn modelId="{D46432B5-F843-4ACA-9D7C-D81E6B713524}" type="presParOf" srcId="{2D8139BC-F0EB-4A84-9AA9-B71ED62894A4}" destId="{D68AFC2A-2A1A-494E-855E-E3492D07278B}" srcOrd="3" destOrd="0" presId="urn:microsoft.com/office/officeart/2018/5/layout/IconLeafLabelList"/>
    <dgm:cxn modelId="{28DD554F-FE1C-4795-8CE3-954261A8287D}" type="presParOf" srcId="{CF0EA5D8-4BA3-4925-B4F0-2484CF8334F9}" destId="{3F27590F-6C8A-416C-B979-02989048E524}" srcOrd="1" destOrd="0" presId="urn:microsoft.com/office/officeart/2018/5/layout/IconLeafLabelList"/>
    <dgm:cxn modelId="{64BA3C2F-DB93-40D0-9520-9C09E518BFC4}" type="presParOf" srcId="{CF0EA5D8-4BA3-4925-B4F0-2484CF8334F9}" destId="{4EE218D1-30A1-4A59-8C87-23A648345013}" srcOrd="2" destOrd="0" presId="urn:microsoft.com/office/officeart/2018/5/layout/IconLeafLabelList"/>
    <dgm:cxn modelId="{E082A988-8896-4D76-BE57-80D7721B9CA9}" type="presParOf" srcId="{4EE218D1-30A1-4A59-8C87-23A648345013}" destId="{4354DF1C-D622-4B76-8CDB-B91B5A3CF532}" srcOrd="0" destOrd="0" presId="urn:microsoft.com/office/officeart/2018/5/layout/IconLeafLabelList"/>
    <dgm:cxn modelId="{264C70D1-5441-43E1-8E7D-DDA12704843C}" type="presParOf" srcId="{4EE218D1-30A1-4A59-8C87-23A648345013}" destId="{249EE11F-D8C8-4955-A85C-81DD5F87EBF0}" srcOrd="1" destOrd="0" presId="urn:microsoft.com/office/officeart/2018/5/layout/IconLeafLabelList"/>
    <dgm:cxn modelId="{8AEA2D6E-44A0-488D-B2C3-116E9AFF7449}" type="presParOf" srcId="{4EE218D1-30A1-4A59-8C87-23A648345013}" destId="{54561B74-7EAA-461C-8358-724074DED726}" srcOrd="2" destOrd="0" presId="urn:microsoft.com/office/officeart/2018/5/layout/IconLeafLabelList"/>
    <dgm:cxn modelId="{8FAEF53F-97EB-43B8-BDC1-D576E38F35CF}" type="presParOf" srcId="{4EE218D1-30A1-4A59-8C87-23A648345013}" destId="{AC9D273A-45D0-47B5-8233-C4EA538E4B95}" srcOrd="3" destOrd="0" presId="urn:microsoft.com/office/officeart/2018/5/layout/IconLeafLabelList"/>
    <dgm:cxn modelId="{24579ABE-598A-4800-81FE-4F021EDC27C1}" type="presParOf" srcId="{CF0EA5D8-4BA3-4925-B4F0-2484CF8334F9}" destId="{BEE85A14-B626-420D-9022-3EB305708A56}" srcOrd="3" destOrd="0" presId="urn:microsoft.com/office/officeart/2018/5/layout/IconLeafLabelList"/>
    <dgm:cxn modelId="{63110430-257B-401C-8952-43D45F1D4FAC}" type="presParOf" srcId="{CF0EA5D8-4BA3-4925-B4F0-2484CF8334F9}" destId="{75F6D650-F5B0-4FF3-8B00-D81D5020373A}" srcOrd="4" destOrd="0" presId="urn:microsoft.com/office/officeart/2018/5/layout/IconLeafLabelList"/>
    <dgm:cxn modelId="{D2AC227B-FB25-40BC-88DF-018940EFEC1E}" type="presParOf" srcId="{75F6D650-F5B0-4FF3-8B00-D81D5020373A}" destId="{898A1738-9CAF-40A2-92BE-72D81450C9E1}" srcOrd="0" destOrd="0" presId="urn:microsoft.com/office/officeart/2018/5/layout/IconLeafLabelList"/>
    <dgm:cxn modelId="{BFE49B24-328D-4B7C-91F5-3F7E7480FBD6}" type="presParOf" srcId="{75F6D650-F5B0-4FF3-8B00-D81D5020373A}" destId="{98AAA7D8-0013-4DC2-A60F-255BF1326CE2}" srcOrd="1" destOrd="0" presId="urn:microsoft.com/office/officeart/2018/5/layout/IconLeafLabelList"/>
    <dgm:cxn modelId="{93B186D0-32B9-46A3-806C-BBFDE3BAB931}" type="presParOf" srcId="{75F6D650-F5B0-4FF3-8B00-D81D5020373A}" destId="{580E7818-15C9-4FB6-8CAC-17454131C33C}" srcOrd="2" destOrd="0" presId="urn:microsoft.com/office/officeart/2018/5/layout/IconLeafLabelList"/>
    <dgm:cxn modelId="{CBFE453C-601D-4A8E-8AB3-53A95A45D579}" type="presParOf" srcId="{75F6D650-F5B0-4FF3-8B00-D81D5020373A}" destId="{C9E18147-A01F-439D-B312-D84DFC97D1A5}" srcOrd="3" destOrd="0" presId="urn:microsoft.com/office/officeart/2018/5/layout/IconLeafLabelList"/>
    <dgm:cxn modelId="{E456857D-F1FF-4F66-A9FF-D55E151B60C7}" type="presParOf" srcId="{CF0EA5D8-4BA3-4925-B4F0-2484CF8334F9}" destId="{0DAA160D-B6FD-49E8-AF65-8C0B8CA09CAC}" srcOrd="5" destOrd="0" presId="urn:microsoft.com/office/officeart/2018/5/layout/IconLeafLabelList"/>
    <dgm:cxn modelId="{38954171-FB27-4863-8C4C-947591742DA1}" type="presParOf" srcId="{CF0EA5D8-4BA3-4925-B4F0-2484CF8334F9}" destId="{728BF446-E5F8-437C-81F6-047D5108A906}" srcOrd="6" destOrd="0" presId="urn:microsoft.com/office/officeart/2018/5/layout/IconLeafLabelList"/>
    <dgm:cxn modelId="{2D0454BC-EEEB-42DE-9D21-983C8A3ACD6F}" type="presParOf" srcId="{728BF446-E5F8-437C-81F6-047D5108A906}" destId="{C2EB09EC-93C3-4A08-9BD5-4DEF7AAF8092}" srcOrd="0" destOrd="0" presId="urn:microsoft.com/office/officeart/2018/5/layout/IconLeafLabelList"/>
    <dgm:cxn modelId="{F585B395-5960-4ACA-9637-1E7FF56CAB95}" type="presParOf" srcId="{728BF446-E5F8-437C-81F6-047D5108A906}" destId="{101C62C8-96B2-4FDD-B5C2-39E22219F1BD}" srcOrd="1" destOrd="0" presId="urn:microsoft.com/office/officeart/2018/5/layout/IconLeafLabelList"/>
    <dgm:cxn modelId="{088FF2B6-0B3A-49AA-94B9-9302DD50F1B4}" type="presParOf" srcId="{728BF446-E5F8-437C-81F6-047D5108A906}" destId="{EAAD287F-47F9-459C-B9FC-F2015CC45D23}" srcOrd="2" destOrd="0" presId="urn:microsoft.com/office/officeart/2018/5/layout/IconLeafLabelList"/>
    <dgm:cxn modelId="{3E43D84F-3B7F-4D81-8F2F-48325CFA6BE3}" type="presParOf" srcId="{728BF446-E5F8-437C-81F6-047D5108A906}" destId="{21D0536A-B534-4B9D-9792-29B7E6DC90F4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C4E077DB-29B6-4285-BDFE-A358956C0E8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7484F3B-D96C-4469-AEFF-D9D8669841E7}">
      <dgm:prSet/>
      <dgm:spPr/>
      <dgm:t>
        <a:bodyPr/>
        <a:lstStyle/>
        <a:p>
          <a:pPr>
            <a:lnSpc>
              <a:spcPct val="100000"/>
            </a:lnSpc>
          </a:pPr>
          <a:r>
            <a:rPr lang="he-IL" b="1" i="0" baseline="0"/>
            <a:t>Thank</a:t>
          </a:r>
          <a:r>
            <a:rPr lang="en-US" b="1" i="0" baseline="0"/>
            <a:t>s</a:t>
          </a:r>
          <a:r>
            <a:rPr lang="he-IL" b="1" i="0" baseline="0"/>
            <a:t> for your attention.</a:t>
          </a:r>
          <a:endParaRPr lang="en-US"/>
        </a:p>
      </dgm:t>
    </dgm:pt>
    <dgm:pt modelId="{121AB227-EC36-42F2-B342-65A78C6275F7}" type="parTrans" cxnId="{BFE816E6-C923-4B46-84F8-DD5C9290B477}">
      <dgm:prSet/>
      <dgm:spPr/>
      <dgm:t>
        <a:bodyPr/>
        <a:lstStyle/>
        <a:p>
          <a:endParaRPr lang="en-US"/>
        </a:p>
      </dgm:t>
    </dgm:pt>
    <dgm:pt modelId="{2B5FBC3D-FBCA-4A48-8E96-C62BC2D745DE}" type="sibTrans" cxnId="{BFE816E6-C923-4B46-84F8-DD5C9290B477}">
      <dgm:prSet/>
      <dgm:spPr/>
      <dgm:t>
        <a:bodyPr/>
        <a:lstStyle/>
        <a:p>
          <a:endParaRPr lang="en-US"/>
        </a:p>
      </dgm:t>
    </dgm:pt>
    <dgm:pt modelId="{7FBEA04E-2A30-4828-866B-4848BE466668}">
      <dgm:prSet/>
      <dgm:spPr/>
      <dgm:t>
        <a:bodyPr/>
        <a:lstStyle/>
        <a:p>
          <a:pPr>
            <a:lnSpc>
              <a:spcPct val="100000"/>
            </a:lnSpc>
          </a:pPr>
          <a:r>
            <a:rPr lang="he-IL" b="1" i="0" baseline="0"/>
            <a:t>Questions</a:t>
          </a:r>
          <a:r>
            <a:rPr lang="en-US" b="1" i="0" baseline="0"/>
            <a:t>?</a:t>
          </a:r>
          <a:r>
            <a:rPr lang="he-IL" b="0" i="0" baseline="0"/>
            <a:t> </a:t>
          </a:r>
          <a:endParaRPr lang="en-US"/>
        </a:p>
      </dgm:t>
    </dgm:pt>
    <dgm:pt modelId="{90EC3B10-BA42-4289-82E6-559E60032901}" type="parTrans" cxnId="{CED049DD-50DF-4D23-9B49-33ED50E4B963}">
      <dgm:prSet/>
      <dgm:spPr/>
      <dgm:t>
        <a:bodyPr/>
        <a:lstStyle/>
        <a:p>
          <a:endParaRPr lang="en-US"/>
        </a:p>
      </dgm:t>
    </dgm:pt>
    <dgm:pt modelId="{69090B69-B327-4C6F-A674-AF670E0C797E}" type="sibTrans" cxnId="{CED049DD-50DF-4D23-9B49-33ED50E4B963}">
      <dgm:prSet/>
      <dgm:spPr/>
      <dgm:t>
        <a:bodyPr/>
        <a:lstStyle/>
        <a:p>
          <a:endParaRPr lang="en-US"/>
        </a:p>
      </dgm:t>
    </dgm:pt>
    <dgm:pt modelId="{D7BEDA9A-2909-41D9-8CBE-60D8C95E802E}" type="pres">
      <dgm:prSet presAssocID="{C4E077DB-29B6-4285-BDFE-A358956C0E8A}" presName="root" presStyleCnt="0">
        <dgm:presLayoutVars>
          <dgm:dir/>
          <dgm:resizeHandles val="exact"/>
        </dgm:presLayoutVars>
      </dgm:prSet>
      <dgm:spPr/>
    </dgm:pt>
    <dgm:pt modelId="{06F5A2D8-ED1B-40B8-868B-1BF5C467BD87}" type="pres">
      <dgm:prSet presAssocID="{B7484F3B-D96C-4469-AEFF-D9D8669841E7}" presName="compNode" presStyleCnt="0"/>
      <dgm:spPr/>
    </dgm:pt>
    <dgm:pt modelId="{49D3EFB5-9EAB-4E47-AF8E-17A36D02C7B6}" type="pres">
      <dgm:prSet presAssocID="{B7484F3B-D96C-4469-AEFF-D9D8669841E7}" presName="bgRect" presStyleLbl="bgShp" presStyleIdx="0" presStyleCnt="2"/>
      <dgm:spPr/>
    </dgm:pt>
    <dgm:pt modelId="{603B1D40-1B2E-4C0A-B18F-3596F32C8A7A}" type="pres">
      <dgm:prSet presAssocID="{B7484F3B-D96C-4469-AEFF-D9D8669841E7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miling Face with No Fill"/>
        </a:ext>
      </dgm:extLst>
    </dgm:pt>
    <dgm:pt modelId="{6DAFCA84-8201-4714-8249-F26466EC89A3}" type="pres">
      <dgm:prSet presAssocID="{B7484F3B-D96C-4469-AEFF-D9D8669841E7}" presName="spaceRect" presStyleCnt="0"/>
      <dgm:spPr/>
    </dgm:pt>
    <dgm:pt modelId="{B659249B-AEE5-49A3-89EA-0B556DE82214}" type="pres">
      <dgm:prSet presAssocID="{B7484F3B-D96C-4469-AEFF-D9D8669841E7}" presName="parTx" presStyleLbl="revTx" presStyleIdx="0" presStyleCnt="2">
        <dgm:presLayoutVars>
          <dgm:chMax val="0"/>
          <dgm:chPref val="0"/>
        </dgm:presLayoutVars>
      </dgm:prSet>
      <dgm:spPr/>
    </dgm:pt>
    <dgm:pt modelId="{66345C4E-2A1A-4F1C-A9E3-47B8C88C4B0E}" type="pres">
      <dgm:prSet presAssocID="{2B5FBC3D-FBCA-4A48-8E96-C62BC2D745DE}" presName="sibTrans" presStyleCnt="0"/>
      <dgm:spPr/>
    </dgm:pt>
    <dgm:pt modelId="{D7257FB7-C2F6-4401-ACC3-E1D558191243}" type="pres">
      <dgm:prSet presAssocID="{7FBEA04E-2A30-4828-866B-4848BE466668}" presName="compNode" presStyleCnt="0"/>
      <dgm:spPr/>
    </dgm:pt>
    <dgm:pt modelId="{EFC6BE6C-C996-48F8-9828-37A1680EDD05}" type="pres">
      <dgm:prSet presAssocID="{7FBEA04E-2A30-4828-866B-4848BE466668}" presName="bgRect" presStyleLbl="bgShp" presStyleIdx="1" presStyleCnt="2"/>
      <dgm:spPr/>
    </dgm:pt>
    <dgm:pt modelId="{E7CF3170-B34B-4D29-AE3D-4F0F885739D4}" type="pres">
      <dgm:prSet presAssocID="{7FBEA04E-2A30-4828-866B-4848BE466668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Question mark"/>
        </a:ext>
      </dgm:extLst>
    </dgm:pt>
    <dgm:pt modelId="{BCFF54EC-546D-4539-9028-531F15A21825}" type="pres">
      <dgm:prSet presAssocID="{7FBEA04E-2A30-4828-866B-4848BE466668}" presName="spaceRect" presStyleCnt="0"/>
      <dgm:spPr/>
    </dgm:pt>
    <dgm:pt modelId="{211E0F8E-8663-4358-A875-6508064B67E8}" type="pres">
      <dgm:prSet presAssocID="{7FBEA04E-2A30-4828-866B-4848BE466668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A7A82A6B-6BA6-4101-BD1A-AE06C60E6CE6}" type="presOf" srcId="{B7484F3B-D96C-4469-AEFF-D9D8669841E7}" destId="{B659249B-AEE5-49A3-89EA-0B556DE82214}" srcOrd="0" destOrd="0" presId="urn:microsoft.com/office/officeart/2018/2/layout/IconVerticalSolidList"/>
    <dgm:cxn modelId="{30A16F99-8F6F-48C7-8B4A-E81745CFF38D}" type="presOf" srcId="{C4E077DB-29B6-4285-BDFE-A358956C0E8A}" destId="{D7BEDA9A-2909-41D9-8CBE-60D8C95E802E}" srcOrd="0" destOrd="0" presId="urn:microsoft.com/office/officeart/2018/2/layout/IconVerticalSolidList"/>
    <dgm:cxn modelId="{CED049DD-50DF-4D23-9B49-33ED50E4B963}" srcId="{C4E077DB-29B6-4285-BDFE-A358956C0E8A}" destId="{7FBEA04E-2A30-4828-866B-4848BE466668}" srcOrd="1" destOrd="0" parTransId="{90EC3B10-BA42-4289-82E6-559E60032901}" sibTransId="{69090B69-B327-4C6F-A674-AF670E0C797E}"/>
    <dgm:cxn modelId="{BFE816E6-C923-4B46-84F8-DD5C9290B477}" srcId="{C4E077DB-29B6-4285-BDFE-A358956C0E8A}" destId="{B7484F3B-D96C-4469-AEFF-D9D8669841E7}" srcOrd="0" destOrd="0" parTransId="{121AB227-EC36-42F2-B342-65A78C6275F7}" sibTransId="{2B5FBC3D-FBCA-4A48-8E96-C62BC2D745DE}"/>
    <dgm:cxn modelId="{FC5B3FFF-AC3A-444B-A262-4461660BEE4B}" type="presOf" srcId="{7FBEA04E-2A30-4828-866B-4848BE466668}" destId="{211E0F8E-8663-4358-A875-6508064B67E8}" srcOrd="0" destOrd="0" presId="urn:microsoft.com/office/officeart/2018/2/layout/IconVerticalSolidList"/>
    <dgm:cxn modelId="{6CD52B5D-392E-4870-AF66-CAA8E8A2FABD}" type="presParOf" srcId="{D7BEDA9A-2909-41D9-8CBE-60D8C95E802E}" destId="{06F5A2D8-ED1B-40B8-868B-1BF5C467BD87}" srcOrd="0" destOrd="0" presId="urn:microsoft.com/office/officeart/2018/2/layout/IconVerticalSolidList"/>
    <dgm:cxn modelId="{960BE166-1AAE-4AF4-9FE6-D254E91E68B2}" type="presParOf" srcId="{06F5A2D8-ED1B-40B8-868B-1BF5C467BD87}" destId="{49D3EFB5-9EAB-4E47-AF8E-17A36D02C7B6}" srcOrd="0" destOrd="0" presId="urn:microsoft.com/office/officeart/2018/2/layout/IconVerticalSolidList"/>
    <dgm:cxn modelId="{90C11530-3AF9-4870-8067-46E52676DFAD}" type="presParOf" srcId="{06F5A2D8-ED1B-40B8-868B-1BF5C467BD87}" destId="{603B1D40-1B2E-4C0A-B18F-3596F32C8A7A}" srcOrd="1" destOrd="0" presId="urn:microsoft.com/office/officeart/2018/2/layout/IconVerticalSolidList"/>
    <dgm:cxn modelId="{5D68EC44-B4F2-46BC-8919-F66E40CA2900}" type="presParOf" srcId="{06F5A2D8-ED1B-40B8-868B-1BF5C467BD87}" destId="{6DAFCA84-8201-4714-8249-F26466EC89A3}" srcOrd="2" destOrd="0" presId="urn:microsoft.com/office/officeart/2018/2/layout/IconVerticalSolidList"/>
    <dgm:cxn modelId="{6BFC69E1-4CD6-4CD0-92B2-DDD84DA6B040}" type="presParOf" srcId="{06F5A2D8-ED1B-40B8-868B-1BF5C467BD87}" destId="{B659249B-AEE5-49A3-89EA-0B556DE82214}" srcOrd="3" destOrd="0" presId="urn:microsoft.com/office/officeart/2018/2/layout/IconVerticalSolidList"/>
    <dgm:cxn modelId="{29866B9C-AA08-4823-AD0D-FD827A71C262}" type="presParOf" srcId="{D7BEDA9A-2909-41D9-8CBE-60D8C95E802E}" destId="{66345C4E-2A1A-4F1C-A9E3-47B8C88C4B0E}" srcOrd="1" destOrd="0" presId="urn:microsoft.com/office/officeart/2018/2/layout/IconVerticalSolidList"/>
    <dgm:cxn modelId="{C05718C5-44FC-4FBD-B001-95150BAD788F}" type="presParOf" srcId="{D7BEDA9A-2909-41D9-8CBE-60D8C95E802E}" destId="{D7257FB7-C2F6-4401-ACC3-E1D558191243}" srcOrd="2" destOrd="0" presId="urn:microsoft.com/office/officeart/2018/2/layout/IconVerticalSolidList"/>
    <dgm:cxn modelId="{6E0B988D-8E47-4D2C-8DC8-2E44B431B68A}" type="presParOf" srcId="{D7257FB7-C2F6-4401-ACC3-E1D558191243}" destId="{EFC6BE6C-C996-48F8-9828-37A1680EDD05}" srcOrd="0" destOrd="0" presId="urn:microsoft.com/office/officeart/2018/2/layout/IconVerticalSolidList"/>
    <dgm:cxn modelId="{C320DB24-10B6-407C-9884-89F64F939130}" type="presParOf" srcId="{D7257FB7-C2F6-4401-ACC3-E1D558191243}" destId="{E7CF3170-B34B-4D29-AE3D-4F0F885739D4}" srcOrd="1" destOrd="0" presId="urn:microsoft.com/office/officeart/2018/2/layout/IconVerticalSolidList"/>
    <dgm:cxn modelId="{D010AD1A-253B-4992-B985-48702A188EFE}" type="presParOf" srcId="{D7257FB7-C2F6-4401-ACC3-E1D558191243}" destId="{BCFF54EC-546D-4539-9028-531F15A21825}" srcOrd="2" destOrd="0" presId="urn:microsoft.com/office/officeart/2018/2/layout/IconVerticalSolidList"/>
    <dgm:cxn modelId="{96521057-B498-439F-8311-6A237B30E715}" type="presParOf" srcId="{D7257FB7-C2F6-4401-ACC3-E1D558191243}" destId="{211E0F8E-8663-4358-A875-6508064B67E8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E191DC0-CA2A-48E9-9013-C0EE0DD3CCA0}">
      <dsp:nvSpPr>
        <dsp:cNvPr id="0" name=""/>
        <dsp:cNvSpPr/>
      </dsp:nvSpPr>
      <dsp:spPr>
        <a:xfrm>
          <a:off x="846100" y="90164"/>
          <a:ext cx="1766981" cy="168411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0EB011F-570A-499C-ADD1-7AD8468FABF0}">
      <dsp:nvSpPr>
        <dsp:cNvPr id="0" name=""/>
        <dsp:cNvSpPr/>
      </dsp:nvSpPr>
      <dsp:spPr>
        <a:xfrm>
          <a:off x="618573" y="1998981"/>
          <a:ext cx="2075965" cy="135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e-IL" sz="1600" b="0" i="0" kern="1200" baseline="0" dirty="0"/>
            <a:t>OptiVision </a:t>
          </a:r>
          <a:r>
            <a:rPr lang="he-IL" sz="1600" b="0" i="0" kern="1200" baseline="0" dirty="0" err="1"/>
            <a:t>is</a:t>
          </a:r>
          <a:r>
            <a:rPr lang="he-IL" sz="1600" b="0" i="0" kern="1200" baseline="0" dirty="0"/>
            <a:t> a </a:t>
          </a:r>
          <a:r>
            <a:rPr lang="he-IL" sz="1600" b="0" i="0" kern="1200" baseline="0" dirty="0" err="1"/>
            <a:t>desktop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application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designed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for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early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detection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of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vision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impairments</a:t>
          </a:r>
          <a:r>
            <a:rPr lang="he-IL" sz="1600" b="0" i="0" kern="1200" baseline="0" dirty="0"/>
            <a:t>.</a:t>
          </a:r>
          <a:endParaRPr lang="en-US" sz="1600" kern="1200" dirty="0"/>
        </a:p>
      </dsp:txBody>
      <dsp:txXfrm>
        <a:off x="618573" y="1998981"/>
        <a:ext cx="2075965" cy="1350000"/>
      </dsp:txXfrm>
    </dsp:sp>
    <dsp:sp modelId="{8C823A29-B14D-4D5F-90F4-A805F4F1BC8B}">
      <dsp:nvSpPr>
        <dsp:cNvPr id="0" name=""/>
        <dsp:cNvSpPr/>
      </dsp:nvSpPr>
      <dsp:spPr>
        <a:xfrm>
          <a:off x="3285359" y="90164"/>
          <a:ext cx="1766981" cy="168411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BB617E0-8AF7-4C25-8BEC-37117552E445}">
      <dsp:nvSpPr>
        <dsp:cNvPr id="0" name=""/>
        <dsp:cNvSpPr/>
      </dsp:nvSpPr>
      <dsp:spPr>
        <a:xfrm>
          <a:off x="3057833" y="1998981"/>
          <a:ext cx="2075965" cy="135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e-IL" sz="1600" b="0" i="0" kern="1200" baseline="0" dirty="0" err="1"/>
            <a:t>Millions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of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people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worldwide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suffer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from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undiagnosed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vision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problems</a:t>
          </a:r>
          <a:r>
            <a:rPr lang="he-IL" sz="1600" b="0" i="0" kern="1200" baseline="0" dirty="0"/>
            <a:t>.</a:t>
          </a:r>
          <a:endParaRPr lang="en-US" sz="1600" kern="1200" dirty="0"/>
        </a:p>
      </dsp:txBody>
      <dsp:txXfrm>
        <a:off x="3057833" y="1998981"/>
        <a:ext cx="2075965" cy="1350000"/>
      </dsp:txXfrm>
    </dsp:sp>
    <dsp:sp modelId="{00687857-4076-4473-9F06-BF401AB7D0A4}">
      <dsp:nvSpPr>
        <dsp:cNvPr id="0" name=""/>
        <dsp:cNvSpPr/>
      </dsp:nvSpPr>
      <dsp:spPr>
        <a:xfrm>
          <a:off x="5724618" y="90164"/>
          <a:ext cx="1766981" cy="168411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85FEEB-BE07-4AC2-A4EB-5C431DB25843}">
      <dsp:nvSpPr>
        <dsp:cNvPr id="0" name=""/>
        <dsp:cNvSpPr/>
      </dsp:nvSpPr>
      <dsp:spPr>
        <a:xfrm>
          <a:off x="5497092" y="1998981"/>
          <a:ext cx="2075965" cy="135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e-IL" sz="1600" b="0" i="0" kern="1200" baseline="0" dirty="0" err="1"/>
            <a:t>The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project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provides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an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easy-to-use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solution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for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home-based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vision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screening</a:t>
          </a:r>
          <a:r>
            <a:rPr lang="he-IL" sz="1600" b="0" i="0" kern="1200" baseline="0" dirty="0"/>
            <a:t>.</a:t>
          </a:r>
          <a:endParaRPr lang="en-US" sz="1600" kern="1200" dirty="0"/>
        </a:p>
      </dsp:txBody>
      <dsp:txXfrm>
        <a:off x="5497092" y="1998981"/>
        <a:ext cx="2075965" cy="1350000"/>
      </dsp:txXfrm>
    </dsp:sp>
    <dsp:sp modelId="{FED91E0E-3F32-481D-9C7F-B0E2661EBCAC}">
      <dsp:nvSpPr>
        <dsp:cNvPr id="0" name=""/>
        <dsp:cNvSpPr/>
      </dsp:nvSpPr>
      <dsp:spPr>
        <a:xfrm>
          <a:off x="8163878" y="90164"/>
          <a:ext cx="1766981" cy="168411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B52B644-3171-49D8-B9A3-D0B973DCECF9}">
      <dsp:nvSpPr>
        <dsp:cNvPr id="0" name=""/>
        <dsp:cNvSpPr/>
      </dsp:nvSpPr>
      <dsp:spPr>
        <a:xfrm>
          <a:off x="7936351" y="1998981"/>
          <a:ext cx="2075965" cy="135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e-IL" sz="1600" b="0" i="0" kern="1200" baseline="0" dirty="0"/>
            <a:t>OptiVision </a:t>
          </a:r>
          <a:r>
            <a:rPr lang="he-IL" sz="1600" b="0" i="0" kern="1200" baseline="0" dirty="0" err="1"/>
            <a:t>includes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multiple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vision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tests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that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can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help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users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detect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vision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issues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early</a:t>
          </a:r>
          <a:r>
            <a:rPr lang="he-IL" sz="1600" b="0" i="0" kern="1200" baseline="0" dirty="0"/>
            <a:t>, </a:t>
          </a:r>
          <a:r>
            <a:rPr lang="he-IL" sz="1600" b="0" i="0" kern="1200" baseline="0" dirty="0" err="1"/>
            <a:t>before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they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worsen</a:t>
          </a:r>
          <a:r>
            <a:rPr lang="he-IL" sz="1600" b="0" i="0" kern="1200" baseline="0" dirty="0"/>
            <a:t>. </a:t>
          </a:r>
          <a:endParaRPr lang="en-US" sz="1600" kern="1200" dirty="0"/>
        </a:p>
      </dsp:txBody>
      <dsp:txXfrm>
        <a:off x="7936351" y="1998981"/>
        <a:ext cx="2075965" cy="135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46C9F35-6D9C-4311-B2C9-2C3328631B26}">
      <dsp:nvSpPr>
        <dsp:cNvPr id="0" name=""/>
        <dsp:cNvSpPr/>
      </dsp:nvSpPr>
      <dsp:spPr>
        <a:xfrm>
          <a:off x="2103120" y="1300"/>
          <a:ext cx="8412480" cy="1332768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225" tIns="338523" rIns="163225" bIns="338523" numCol="1" spcCol="1270" anchor="ctr" anchorCtr="0">
          <a:noAutofit/>
        </a:bodyPr>
        <a:lstStyle/>
        <a:p>
          <a:pPr marL="0" lvl="0" indent="0" algn="l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600" kern="1200" dirty="0"/>
            <a:t>-Conducted by optometrists or ophthalmologists.</a:t>
          </a:r>
        </a:p>
        <a:p>
          <a:pPr marL="0" lvl="0" indent="0" algn="l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600" kern="1200" dirty="0"/>
            <a:t>-Involves a series of tests to assess visual acuity, detect refractive errors, and evaluate overall eye health.</a:t>
          </a:r>
        </a:p>
        <a:p>
          <a:pPr marL="0" lvl="0" indent="0" algn="l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Limitations:</a:t>
          </a:r>
          <a:r>
            <a:rPr lang="en-US" sz="1600" kern="1200" dirty="0"/>
            <a:t> Requires in-person visits, time-consuming, and costly.</a:t>
          </a:r>
        </a:p>
      </dsp:txBody>
      <dsp:txXfrm>
        <a:off x="2103120" y="1300"/>
        <a:ext cx="8412480" cy="1332768"/>
      </dsp:txXfrm>
    </dsp:sp>
    <dsp:sp modelId="{9F1DE973-CCF4-4DA7-9F9A-D718BA654992}">
      <dsp:nvSpPr>
        <dsp:cNvPr id="0" name=""/>
        <dsp:cNvSpPr/>
      </dsp:nvSpPr>
      <dsp:spPr>
        <a:xfrm>
          <a:off x="0" y="1300"/>
          <a:ext cx="2103120" cy="1332768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1290" tIns="131648" rIns="111290" bIns="131648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/>
            <a:t>Comprehensive Eye Examination:</a:t>
          </a:r>
          <a:endParaRPr lang="en-US" sz="2000" kern="1200"/>
        </a:p>
      </dsp:txBody>
      <dsp:txXfrm>
        <a:off x="0" y="1300"/>
        <a:ext cx="2103120" cy="1332768"/>
      </dsp:txXfrm>
    </dsp:sp>
    <dsp:sp modelId="{285B816F-1F96-42BC-8BEA-F3DA4E888887}">
      <dsp:nvSpPr>
        <dsp:cNvPr id="0" name=""/>
        <dsp:cNvSpPr/>
      </dsp:nvSpPr>
      <dsp:spPr>
        <a:xfrm>
          <a:off x="2103120" y="1414034"/>
          <a:ext cx="8412480" cy="1332768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225" tIns="338523" rIns="163225" bIns="338523" numCol="1" spcCol="1270" anchor="ctr" anchorCtr="0">
          <a:noAutofit/>
        </a:bodyPr>
        <a:lstStyle/>
        <a:p>
          <a:pPr marL="0" lvl="0" indent="0" algn="l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-Basic tests by teachers or school nurses.</a:t>
          </a:r>
        </a:p>
        <a:p>
          <a:pPr marL="0" lvl="0" indent="0" algn="l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-Basic eye tests to identify students who may have vision problems.</a:t>
          </a:r>
        </a:p>
        <a:p>
          <a:pPr marL="0" lvl="0" indent="0" algn="l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Limitations:</a:t>
          </a:r>
          <a:r>
            <a:rPr lang="en-US" sz="1600" kern="1200" dirty="0"/>
            <a:t> Limited tests, not comprehensive.</a:t>
          </a:r>
        </a:p>
      </dsp:txBody>
      <dsp:txXfrm>
        <a:off x="2103120" y="1414034"/>
        <a:ext cx="8412480" cy="1332768"/>
      </dsp:txXfrm>
    </dsp:sp>
    <dsp:sp modelId="{9AA57EDA-D86E-47D4-B05D-5397B0B1CA35}">
      <dsp:nvSpPr>
        <dsp:cNvPr id="0" name=""/>
        <dsp:cNvSpPr/>
      </dsp:nvSpPr>
      <dsp:spPr>
        <a:xfrm>
          <a:off x="0" y="1414034"/>
          <a:ext cx="2103120" cy="1332768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1290" tIns="131648" rIns="111290" bIns="131648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/>
            <a:t>School-Based Vision Screenings:</a:t>
          </a:r>
          <a:endParaRPr lang="en-US" sz="2000" kern="1200"/>
        </a:p>
      </dsp:txBody>
      <dsp:txXfrm>
        <a:off x="0" y="1414034"/>
        <a:ext cx="2103120" cy="1332768"/>
      </dsp:txXfrm>
    </dsp:sp>
    <dsp:sp modelId="{78461CA4-2C61-40FB-AFA7-CAC8A707306F}">
      <dsp:nvSpPr>
        <dsp:cNvPr id="0" name=""/>
        <dsp:cNvSpPr/>
      </dsp:nvSpPr>
      <dsp:spPr>
        <a:xfrm>
          <a:off x="2103120" y="2826768"/>
          <a:ext cx="8412480" cy="1332768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225" tIns="338523" rIns="163225" bIns="338523" numCol="1" spcCol="1270" anchor="ctr" anchorCtr="0">
          <a:noAutofit/>
        </a:bodyPr>
        <a:lstStyle/>
        <a:p>
          <a:pPr marL="0" lvl="0" indent="0" algn="l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-Preliminary at-home vision screening tools.</a:t>
          </a:r>
        </a:p>
        <a:p>
          <a:pPr marL="0" lvl="0" indent="0" algn="l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Limitations:</a:t>
          </a:r>
          <a:r>
            <a:rPr lang="en-US" sz="1600" kern="1200" dirty="0"/>
            <a:t> Limited accuracy, lack of professional calibration, and reliable data storage.</a:t>
          </a:r>
        </a:p>
      </dsp:txBody>
      <dsp:txXfrm>
        <a:off x="2103120" y="2826768"/>
        <a:ext cx="8412480" cy="1332768"/>
      </dsp:txXfrm>
    </dsp:sp>
    <dsp:sp modelId="{18129C92-BE8D-400F-A33A-B40E87CD9CAA}">
      <dsp:nvSpPr>
        <dsp:cNvPr id="0" name=""/>
        <dsp:cNvSpPr/>
      </dsp:nvSpPr>
      <dsp:spPr>
        <a:xfrm>
          <a:off x="0" y="2826768"/>
          <a:ext cx="2103120" cy="1332768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1290" tIns="131648" rIns="111290" bIns="131648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/>
            <a:t>Digital Tools and Apps:</a:t>
          </a:r>
          <a:endParaRPr lang="en-US" sz="2000" kern="1200"/>
        </a:p>
      </dsp:txBody>
      <dsp:txXfrm>
        <a:off x="0" y="2826768"/>
        <a:ext cx="2103120" cy="133276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06662CC-1FAE-4E2C-9D7E-21C3BF65521D}">
      <dsp:nvSpPr>
        <dsp:cNvPr id="0" name=""/>
        <dsp:cNvSpPr/>
      </dsp:nvSpPr>
      <dsp:spPr>
        <a:xfrm>
          <a:off x="386036" y="833672"/>
          <a:ext cx="981832" cy="97213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57748D0-BB67-4A59-96DD-CCB4C636B8F5}">
      <dsp:nvSpPr>
        <dsp:cNvPr id="0" name=""/>
        <dsp:cNvSpPr/>
      </dsp:nvSpPr>
      <dsp:spPr>
        <a:xfrm>
          <a:off x="637953" y="1080739"/>
          <a:ext cx="477998" cy="47799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1AA3EB1-7C06-49D0-BA97-6E4104D2ADC1}">
      <dsp:nvSpPr>
        <dsp:cNvPr id="0" name=""/>
        <dsp:cNvSpPr/>
      </dsp:nvSpPr>
      <dsp:spPr>
        <a:xfrm>
          <a:off x="1465620" y="907671"/>
          <a:ext cx="1942602" cy="8241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e-IL" sz="1600" b="1" i="0" kern="1200" baseline="0" dirty="0" err="1"/>
            <a:t>Visual</a:t>
          </a:r>
          <a:r>
            <a:rPr lang="he-IL" sz="1600" b="1" i="0" kern="1200" baseline="0" dirty="0"/>
            <a:t> </a:t>
          </a:r>
          <a:r>
            <a:rPr lang="he-IL" sz="1600" b="1" i="0" kern="1200" baseline="0" dirty="0" err="1"/>
            <a:t>Acuity</a:t>
          </a:r>
          <a:r>
            <a:rPr lang="he-IL" sz="1600" b="1" i="0" kern="1200" baseline="0" dirty="0"/>
            <a:t> </a:t>
          </a:r>
          <a:r>
            <a:rPr lang="he-IL" sz="1600" b="1" i="0" kern="1200" baseline="0" dirty="0" err="1"/>
            <a:t>Test</a:t>
          </a:r>
          <a:r>
            <a:rPr lang="he-IL" sz="1600" b="1" i="0" kern="1200" baseline="0" dirty="0"/>
            <a:t>: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Measures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sharpness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of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vision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by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determining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the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smallest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letters</a:t>
          </a:r>
          <a:r>
            <a:rPr lang="he-IL" sz="1600" b="0" i="0" kern="1200" baseline="0" dirty="0"/>
            <a:t> a </a:t>
          </a:r>
          <a:r>
            <a:rPr lang="he-IL" sz="1600" b="0" i="0" kern="1200" baseline="0" dirty="0" err="1"/>
            <a:t>user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can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see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at</a:t>
          </a:r>
          <a:r>
            <a:rPr lang="he-IL" sz="1600" b="0" i="0" kern="1200" baseline="0" dirty="0"/>
            <a:t> a </a:t>
          </a:r>
          <a:r>
            <a:rPr lang="he-IL" sz="1600" b="0" i="0" kern="1200" baseline="0" dirty="0" err="1"/>
            <a:t>specific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distance</a:t>
          </a:r>
          <a:r>
            <a:rPr lang="he-IL" sz="1600" b="0" i="0" kern="1200" baseline="0" dirty="0"/>
            <a:t>.</a:t>
          </a:r>
          <a:endParaRPr lang="en-US" sz="1600" kern="1200" dirty="0"/>
        </a:p>
      </dsp:txBody>
      <dsp:txXfrm>
        <a:off x="1465620" y="907671"/>
        <a:ext cx="1942602" cy="824134"/>
      </dsp:txXfrm>
    </dsp:sp>
    <dsp:sp modelId="{DF682116-1BCE-4B8B-96BD-A7729C8354DB}">
      <dsp:nvSpPr>
        <dsp:cNvPr id="0" name=""/>
        <dsp:cNvSpPr/>
      </dsp:nvSpPr>
      <dsp:spPr>
        <a:xfrm>
          <a:off x="3746706" y="833672"/>
          <a:ext cx="981832" cy="97213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EF20898-2910-4D15-8ED8-BAC5058062BD}">
      <dsp:nvSpPr>
        <dsp:cNvPr id="0" name=""/>
        <dsp:cNvSpPr/>
      </dsp:nvSpPr>
      <dsp:spPr>
        <a:xfrm>
          <a:off x="3998624" y="1080739"/>
          <a:ext cx="477998" cy="47799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7B9819-1B7F-4730-BACD-C664C66FA509}">
      <dsp:nvSpPr>
        <dsp:cNvPr id="0" name=""/>
        <dsp:cNvSpPr/>
      </dsp:nvSpPr>
      <dsp:spPr>
        <a:xfrm>
          <a:off x="4826290" y="907671"/>
          <a:ext cx="1942602" cy="8241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e-IL" sz="1600" b="1" i="0" kern="1200" baseline="0" dirty="0" err="1"/>
            <a:t>Color</a:t>
          </a:r>
          <a:r>
            <a:rPr lang="he-IL" sz="1600" b="1" i="0" kern="1200" baseline="0" dirty="0"/>
            <a:t> </a:t>
          </a:r>
          <a:r>
            <a:rPr lang="he-IL" sz="1600" b="1" i="0" kern="1200" baseline="0" dirty="0" err="1"/>
            <a:t>Vision</a:t>
          </a:r>
          <a:r>
            <a:rPr lang="he-IL" sz="1600" b="1" i="0" kern="1200" baseline="0" dirty="0"/>
            <a:t> </a:t>
          </a:r>
          <a:r>
            <a:rPr lang="he-IL" sz="1600" b="1" i="0" kern="1200" baseline="0" dirty="0" err="1"/>
            <a:t>Test</a:t>
          </a:r>
          <a:r>
            <a:rPr lang="he-IL" sz="1600" b="1" i="0" kern="1200" baseline="0" dirty="0"/>
            <a:t>: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Identifies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color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blindness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by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testing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the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user's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ability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to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distinguish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between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different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colors</a:t>
          </a:r>
          <a:r>
            <a:rPr lang="he-IL" sz="1600" b="0" i="0" kern="1200" baseline="0" dirty="0"/>
            <a:t>.</a:t>
          </a:r>
          <a:endParaRPr lang="en-US" sz="1600" kern="1200" dirty="0"/>
        </a:p>
      </dsp:txBody>
      <dsp:txXfrm>
        <a:off x="4826290" y="907671"/>
        <a:ext cx="1942602" cy="824134"/>
      </dsp:txXfrm>
    </dsp:sp>
    <dsp:sp modelId="{BFF8A137-D394-4C50-91A8-9C73BC02C3C3}">
      <dsp:nvSpPr>
        <dsp:cNvPr id="0" name=""/>
        <dsp:cNvSpPr/>
      </dsp:nvSpPr>
      <dsp:spPr>
        <a:xfrm>
          <a:off x="7107377" y="833672"/>
          <a:ext cx="981832" cy="97213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77CBF75-DEDD-4BBE-8D1E-B3729C7F5A6C}">
      <dsp:nvSpPr>
        <dsp:cNvPr id="0" name=""/>
        <dsp:cNvSpPr/>
      </dsp:nvSpPr>
      <dsp:spPr>
        <a:xfrm>
          <a:off x="7359294" y="1080739"/>
          <a:ext cx="477998" cy="47799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7416B1B-7052-4775-B8B3-81DBEA01DCB5}">
      <dsp:nvSpPr>
        <dsp:cNvPr id="0" name=""/>
        <dsp:cNvSpPr/>
      </dsp:nvSpPr>
      <dsp:spPr>
        <a:xfrm>
          <a:off x="8186960" y="907671"/>
          <a:ext cx="1942602" cy="8241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e-IL" sz="1600" b="1" i="0" kern="1200" baseline="0" dirty="0" err="1"/>
            <a:t>Contrast</a:t>
          </a:r>
          <a:r>
            <a:rPr lang="he-IL" sz="1600" b="1" i="0" kern="1200" baseline="0" dirty="0"/>
            <a:t> </a:t>
          </a:r>
          <a:r>
            <a:rPr lang="he-IL" sz="1600" b="1" i="0" kern="1200" baseline="0" dirty="0" err="1"/>
            <a:t>Sensitivity</a:t>
          </a:r>
          <a:r>
            <a:rPr lang="he-IL" sz="1600" b="1" i="0" kern="1200" baseline="0" dirty="0"/>
            <a:t> </a:t>
          </a:r>
          <a:r>
            <a:rPr lang="he-IL" sz="1600" b="1" i="0" kern="1200" baseline="0" dirty="0" err="1"/>
            <a:t>Test</a:t>
          </a:r>
          <a:r>
            <a:rPr lang="he-IL" sz="1600" b="1" i="0" kern="1200" baseline="0" dirty="0"/>
            <a:t>: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Measures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the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ability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to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differentiate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between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varying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levels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of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contrast</a:t>
          </a:r>
          <a:r>
            <a:rPr lang="he-IL" sz="1600" b="0" i="0" kern="1200" baseline="0" dirty="0"/>
            <a:t>, </a:t>
          </a:r>
          <a:r>
            <a:rPr lang="he-IL" sz="1600" b="0" i="0" kern="1200" baseline="0" dirty="0" err="1"/>
            <a:t>critical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for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night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vision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or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low-light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conditions</a:t>
          </a:r>
          <a:r>
            <a:rPr lang="he-IL" sz="1600" b="0" i="0" kern="1200" baseline="0" dirty="0"/>
            <a:t>.</a:t>
          </a:r>
          <a:endParaRPr lang="en-US" sz="1600" kern="1200" dirty="0"/>
        </a:p>
      </dsp:txBody>
      <dsp:txXfrm>
        <a:off x="8186960" y="907671"/>
        <a:ext cx="1942602" cy="824134"/>
      </dsp:txXfrm>
    </dsp:sp>
    <dsp:sp modelId="{A158C42D-97BA-46E1-AAB7-39CF6F5974DA}">
      <dsp:nvSpPr>
        <dsp:cNvPr id="0" name=""/>
        <dsp:cNvSpPr/>
      </dsp:nvSpPr>
      <dsp:spPr>
        <a:xfrm>
          <a:off x="386036" y="2545532"/>
          <a:ext cx="981832" cy="972132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2E343F-F264-4A47-9AC7-0A79FFEAED57}">
      <dsp:nvSpPr>
        <dsp:cNvPr id="0" name=""/>
        <dsp:cNvSpPr/>
      </dsp:nvSpPr>
      <dsp:spPr>
        <a:xfrm>
          <a:off x="637953" y="2792600"/>
          <a:ext cx="477998" cy="477998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EDF5FF-0CCA-4D9C-AB5E-0BA096367D2A}">
      <dsp:nvSpPr>
        <dsp:cNvPr id="0" name=""/>
        <dsp:cNvSpPr/>
      </dsp:nvSpPr>
      <dsp:spPr>
        <a:xfrm>
          <a:off x="1465620" y="2619531"/>
          <a:ext cx="1942602" cy="8241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e-IL" sz="1600" b="1" i="0" kern="1200" baseline="0" dirty="0" err="1"/>
            <a:t>Blur</a:t>
          </a:r>
          <a:r>
            <a:rPr lang="he-IL" sz="1600" b="1" i="0" kern="1200" baseline="0" dirty="0"/>
            <a:t> </a:t>
          </a:r>
          <a:r>
            <a:rPr lang="he-IL" sz="1600" b="1" i="0" kern="1200" baseline="0" dirty="0" err="1"/>
            <a:t>Detection</a:t>
          </a:r>
          <a:r>
            <a:rPr lang="he-IL" sz="1600" b="1" i="0" kern="1200" baseline="0" dirty="0"/>
            <a:t> </a:t>
          </a:r>
          <a:r>
            <a:rPr lang="he-IL" sz="1600" b="1" i="0" kern="1200" baseline="0" dirty="0" err="1"/>
            <a:t>Test</a:t>
          </a:r>
          <a:r>
            <a:rPr lang="he-IL" sz="1600" b="1" i="0" kern="1200" baseline="0" dirty="0"/>
            <a:t>: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Detects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problems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with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visual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clarity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and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sharpness</a:t>
          </a:r>
          <a:r>
            <a:rPr lang="he-IL" sz="1600" b="0" i="0" kern="1200" baseline="0" dirty="0"/>
            <a:t>, </a:t>
          </a:r>
          <a:r>
            <a:rPr lang="he-IL" sz="1600" b="0" i="0" kern="1200" baseline="0" dirty="0" err="1"/>
            <a:t>potentially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identifying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refractive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errors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like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myopia</a:t>
          </a:r>
          <a:r>
            <a:rPr lang="he-IL" sz="1600" b="0" i="0" kern="1200" baseline="0" dirty="0"/>
            <a:t>.</a:t>
          </a:r>
          <a:endParaRPr lang="en-US" sz="1600" kern="1200" dirty="0"/>
        </a:p>
      </dsp:txBody>
      <dsp:txXfrm>
        <a:off x="1465620" y="2619531"/>
        <a:ext cx="1942602" cy="824134"/>
      </dsp:txXfrm>
    </dsp:sp>
    <dsp:sp modelId="{BC703A89-AF0C-467B-899B-4F4654AF6FCD}">
      <dsp:nvSpPr>
        <dsp:cNvPr id="0" name=""/>
        <dsp:cNvSpPr/>
      </dsp:nvSpPr>
      <dsp:spPr>
        <a:xfrm>
          <a:off x="3746706" y="2545532"/>
          <a:ext cx="981832" cy="972132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BFF26AF-0DEE-4EBA-980C-3E197062C2F7}">
      <dsp:nvSpPr>
        <dsp:cNvPr id="0" name=""/>
        <dsp:cNvSpPr/>
      </dsp:nvSpPr>
      <dsp:spPr>
        <a:xfrm>
          <a:off x="3998624" y="2792600"/>
          <a:ext cx="477998" cy="477998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E499133-F158-4C46-B570-9380363C88C6}">
      <dsp:nvSpPr>
        <dsp:cNvPr id="0" name=""/>
        <dsp:cNvSpPr/>
      </dsp:nvSpPr>
      <dsp:spPr>
        <a:xfrm>
          <a:off x="4826290" y="2619531"/>
          <a:ext cx="1942602" cy="8241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e-IL" sz="1600" b="1" i="0" kern="1200" baseline="0" dirty="0" err="1"/>
            <a:t>Field</a:t>
          </a:r>
          <a:r>
            <a:rPr lang="he-IL" sz="1600" b="1" i="0" kern="1200" baseline="0" dirty="0"/>
            <a:t> </a:t>
          </a:r>
          <a:r>
            <a:rPr lang="he-IL" sz="1600" b="1" i="0" kern="1200" baseline="0" dirty="0" err="1"/>
            <a:t>of</a:t>
          </a:r>
          <a:r>
            <a:rPr lang="he-IL" sz="1600" b="1" i="0" kern="1200" baseline="0" dirty="0"/>
            <a:t> </a:t>
          </a:r>
          <a:r>
            <a:rPr lang="he-IL" sz="1600" b="1" i="0" kern="1200" baseline="0" dirty="0" err="1"/>
            <a:t>Vision</a:t>
          </a:r>
          <a:r>
            <a:rPr lang="he-IL" sz="1600" b="1" i="0" kern="1200" baseline="0" dirty="0"/>
            <a:t> </a:t>
          </a:r>
          <a:r>
            <a:rPr lang="he-IL" sz="1600" b="1" i="0" kern="1200" baseline="0" dirty="0" err="1"/>
            <a:t>Test</a:t>
          </a:r>
          <a:r>
            <a:rPr lang="he-IL" sz="1600" b="1" i="0" kern="1200" baseline="0" dirty="0"/>
            <a:t>: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Assesses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the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user's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peripheral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vision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to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detect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conditions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like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glaucoma</a:t>
          </a:r>
          <a:r>
            <a:rPr lang="he-IL" sz="1600" b="0" i="0" kern="1200" baseline="0" dirty="0"/>
            <a:t>. </a:t>
          </a:r>
          <a:endParaRPr lang="en-US" sz="1600" kern="1200" dirty="0"/>
        </a:p>
      </dsp:txBody>
      <dsp:txXfrm>
        <a:off x="4826290" y="2619531"/>
        <a:ext cx="1942602" cy="82413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F3CA6AF-4CDA-4265-8194-2BC56CFBE929}">
      <dsp:nvSpPr>
        <dsp:cNvPr id="0" name=""/>
        <dsp:cNvSpPr/>
      </dsp:nvSpPr>
      <dsp:spPr>
        <a:xfrm>
          <a:off x="761365" y="186016"/>
          <a:ext cx="1254866" cy="1254866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2745BD-E0FD-4A82-B5AD-E5E6490B0509}">
      <dsp:nvSpPr>
        <dsp:cNvPr id="0" name=""/>
        <dsp:cNvSpPr/>
      </dsp:nvSpPr>
      <dsp:spPr>
        <a:xfrm>
          <a:off x="1028795" y="453446"/>
          <a:ext cx="720005" cy="72000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8AFC2A-2A1A-494E-855E-E3492D07278B}">
      <dsp:nvSpPr>
        <dsp:cNvPr id="0" name=""/>
        <dsp:cNvSpPr/>
      </dsp:nvSpPr>
      <dsp:spPr>
        <a:xfrm>
          <a:off x="360219" y="1831743"/>
          <a:ext cx="2057158" cy="15714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he-IL" sz="1600" b="1" i="0" kern="1200" baseline="0" dirty="0" err="1"/>
            <a:t>Screen</a:t>
          </a:r>
          <a:r>
            <a:rPr lang="he-IL" sz="1600" b="1" i="0" kern="1200" baseline="0" dirty="0"/>
            <a:t> </a:t>
          </a:r>
          <a:r>
            <a:rPr lang="he-IL" sz="1600" b="1" i="0" kern="1200" baseline="0" dirty="0" err="1"/>
            <a:t>Calibration</a:t>
          </a:r>
          <a:r>
            <a:rPr lang="he-IL" sz="1600" b="1" i="0" kern="1200" baseline="0" dirty="0"/>
            <a:t>: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Ensuring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accurate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calibration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across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various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monitor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sizes</a:t>
          </a:r>
          <a:r>
            <a:rPr lang="he-IL" sz="1600" b="0" i="0" kern="1200" baseline="0" dirty="0"/>
            <a:t>.</a:t>
          </a:r>
          <a:endParaRPr lang="en-US" sz="1600" kern="1200" dirty="0"/>
        </a:p>
      </dsp:txBody>
      <dsp:txXfrm>
        <a:off x="360219" y="1831743"/>
        <a:ext cx="2057158" cy="1571484"/>
      </dsp:txXfrm>
    </dsp:sp>
    <dsp:sp modelId="{4354DF1C-D622-4B76-8CDB-B91B5A3CF532}">
      <dsp:nvSpPr>
        <dsp:cNvPr id="0" name=""/>
        <dsp:cNvSpPr/>
      </dsp:nvSpPr>
      <dsp:spPr>
        <a:xfrm>
          <a:off x="3178526" y="186016"/>
          <a:ext cx="1254866" cy="1254866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49EE11F-D8C8-4955-A85C-81DD5F87EBF0}">
      <dsp:nvSpPr>
        <dsp:cNvPr id="0" name=""/>
        <dsp:cNvSpPr/>
      </dsp:nvSpPr>
      <dsp:spPr>
        <a:xfrm>
          <a:off x="3445957" y="453446"/>
          <a:ext cx="720005" cy="72000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9D273A-45D0-47B5-8233-C4EA538E4B95}">
      <dsp:nvSpPr>
        <dsp:cNvPr id="0" name=""/>
        <dsp:cNvSpPr/>
      </dsp:nvSpPr>
      <dsp:spPr>
        <a:xfrm>
          <a:off x="2777380" y="1831743"/>
          <a:ext cx="2057158" cy="15714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he-IL" sz="1600" b="1" i="0" kern="1200" baseline="0" dirty="0" err="1"/>
            <a:t>Test</a:t>
          </a:r>
          <a:r>
            <a:rPr lang="he-IL" sz="1600" b="1" i="0" kern="1200" baseline="0" dirty="0"/>
            <a:t> </a:t>
          </a:r>
          <a:r>
            <a:rPr lang="he-IL" sz="1600" b="1" i="0" kern="1200" baseline="0" dirty="0" err="1"/>
            <a:t>Accuracy</a:t>
          </a:r>
          <a:r>
            <a:rPr lang="he-IL" sz="1600" b="1" i="0" kern="1200" baseline="0" dirty="0"/>
            <a:t>: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Developing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tests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that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consistently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produce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valid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results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comparable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to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clinical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tests</a:t>
          </a:r>
          <a:r>
            <a:rPr lang="he-IL" sz="1600" b="0" i="0" kern="1200" baseline="0" dirty="0"/>
            <a:t>.</a:t>
          </a:r>
          <a:endParaRPr lang="en-US" sz="1600" kern="1200" dirty="0"/>
        </a:p>
      </dsp:txBody>
      <dsp:txXfrm>
        <a:off x="2777380" y="1831743"/>
        <a:ext cx="2057158" cy="1571484"/>
      </dsp:txXfrm>
    </dsp:sp>
    <dsp:sp modelId="{898A1738-9CAF-40A2-92BE-72D81450C9E1}">
      <dsp:nvSpPr>
        <dsp:cNvPr id="0" name=""/>
        <dsp:cNvSpPr/>
      </dsp:nvSpPr>
      <dsp:spPr>
        <a:xfrm>
          <a:off x="5595688" y="186016"/>
          <a:ext cx="1254866" cy="1254866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8AAA7D8-0013-4DC2-A60F-255BF1326CE2}">
      <dsp:nvSpPr>
        <dsp:cNvPr id="0" name=""/>
        <dsp:cNvSpPr/>
      </dsp:nvSpPr>
      <dsp:spPr>
        <a:xfrm>
          <a:off x="5863119" y="453446"/>
          <a:ext cx="720005" cy="72000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E18147-A01F-439D-B312-D84DFC97D1A5}">
      <dsp:nvSpPr>
        <dsp:cNvPr id="0" name=""/>
        <dsp:cNvSpPr/>
      </dsp:nvSpPr>
      <dsp:spPr>
        <a:xfrm>
          <a:off x="5194542" y="1831743"/>
          <a:ext cx="2057158" cy="15714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he-IL" sz="1600" b="1" i="0" kern="1200" baseline="0" dirty="0" err="1"/>
            <a:t>Secure</a:t>
          </a:r>
          <a:r>
            <a:rPr lang="he-IL" sz="1600" b="1" i="0" kern="1200" baseline="0" dirty="0"/>
            <a:t> </a:t>
          </a:r>
          <a:r>
            <a:rPr lang="he-IL" sz="1600" b="1" i="0" kern="1200" baseline="0" dirty="0" err="1"/>
            <a:t>Data</a:t>
          </a:r>
          <a:r>
            <a:rPr lang="he-IL" sz="1600" b="1" i="0" kern="1200" baseline="0" dirty="0"/>
            <a:t> </a:t>
          </a:r>
          <a:r>
            <a:rPr lang="he-IL" sz="1600" b="1" i="0" kern="1200" baseline="0" dirty="0" err="1"/>
            <a:t>Storage</a:t>
          </a:r>
          <a:r>
            <a:rPr lang="he-IL" sz="1600" b="1" i="0" kern="1200" baseline="0" dirty="0"/>
            <a:t>: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Implementing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secure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methods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for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storing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and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protecting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sensitive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user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data</a:t>
          </a:r>
          <a:r>
            <a:rPr lang="he-IL" sz="1600" b="0" i="0" kern="1200" baseline="0" dirty="0"/>
            <a:t>.</a:t>
          </a:r>
          <a:endParaRPr lang="en-US" sz="1600" kern="1200" dirty="0"/>
        </a:p>
      </dsp:txBody>
      <dsp:txXfrm>
        <a:off x="5194542" y="1831743"/>
        <a:ext cx="2057158" cy="1571484"/>
      </dsp:txXfrm>
    </dsp:sp>
    <dsp:sp modelId="{C2EB09EC-93C3-4A08-9BD5-4DEF7AAF8092}">
      <dsp:nvSpPr>
        <dsp:cNvPr id="0" name=""/>
        <dsp:cNvSpPr/>
      </dsp:nvSpPr>
      <dsp:spPr>
        <a:xfrm>
          <a:off x="8012849" y="186016"/>
          <a:ext cx="1254866" cy="1254866"/>
        </a:xfrm>
        <a:prstGeom prst="round2DiagRect">
          <a:avLst>
            <a:gd name="adj1" fmla="val 29727"/>
            <a:gd name="adj2" fmla="val 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01C62C8-96B2-4FDD-B5C2-39E22219F1BD}">
      <dsp:nvSpPr>
        <dsp:cNvPr id="0" name=""/>
        <dsp:cNvSpPr/>
      </dsp:nvSpPr>
      <dsp:spPr>
        <a:xfrm>
          <a:off x="8280280" y="453446"/>
          <a:ext cx="720005" cy="720005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1D0536A-B534-4B9D-9792-29B7E6DC90F4}">
      <dsp:nvSpPr>
        <dsp:cNvPr id="0" name=""/>
        <dsp:cNvSpPr/>
      </dsp:nvSpPr>
      <dsp:spPr>
        <a:xfrm>
          <a:off x="7611704" y="1831743"/>
          <a:ext cx="2057158" cy="15714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he-IL" sz="1600" b="1" i="0" kern="1200" baseline="0" dirty="0" err="1"/>
            <a:t>Input</a:t>
          </a:r>
          <a:r>
            <a:rPr lang="he-IL" sz="1600" b="1" i="0" kern="1200" baseline="0" dirty="0"/>
            <a:t> </a:t>
          </a:r>
          <a:r>
            <a:rPr lang="he-IL" sz="1600" b="1" i="0" kern="1200" baseline="0" dirty="0" err="1"/>
            <a:t>Handling</a:t>
          </a:r>
          <a:r>
            <a:rPr lang="he-IL" sz="1600" b="1" i="0" kern="1200" baseline="0" dirty="0"/>
            <a:t>: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Ensuring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compatibility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with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different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hardware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inputs</a:t>
          </a:r>
          <a:r>
            <a:rPr lang="he-IL" sz="1600" b="0" i="0" kern="1200" baseline="0" dirty="0"/>
            <a:t> (</a:t>
          </a:r>
          <a:r>
            <a:rPr lang="he-IL" sz="1600" b="0" i="0" kern="1200" baseline="0" dirty="0" err="1"/>
            <a:t>monitors</a:t>
          </a:r>
          <a:r>
            <a:rPr lang="he-IL" sz="1600" b="0" i="0" kern="1200" baseline="0" dirty="0"/>
            <a:t>, </a:t>
          </a:r>
          <a:r>
            <a:rPr lang="he-IL" sz="1600" b="0" i="0" kern="1200" baseline="0" dirty="0" err="1"/>
            <a:t>keyboards</a:t>
          </a:r>
          <a:r>
            <a:rPr lang="he-IL" sz="1600" b="0" i="0" kern="1200" baseline="0" dirty="0"/>
            <a:t>, </a:t>
          </a:r>
          <a:r>
            <a:rPr lang="he-IL" sz="1600" b="0" i="0" kern="1200" baseline="0" dirty="0" err="1"/>
            <a:t>etc</a:t>
          </a:r>
          <a:r>
            <a:rPr lang="he-IL" sz="1600" b="0" i="0" kern="1200" baseline="0" dirty="0"/>
            <a:t>.). </a:t>
          </a:r>
          <a:endParaRPr lang="en-US" sz="1600" kern="1200" dirty="0"/>
        </a:p>
      </dsp:txBody>
      <dsp:txXfrm>
        <a:off x="7611704" y="1831743"/>
        <a:ext cx="2057158" cy="157148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D3EFB5-9EAB-4E47-AF8E-17A36D02C7B6}">
      <dsp:nvSpPr>
        <dsp:cNvPr id="0" name=""/>
        <dsp:cNvSpPr/>
      </dsp:nvSpPr>
      <dsp:spPr>
        <a:xfrm>
          <a:off x="0" y="908268"/>
          <a:ext cx="6245265" cy="167680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03B1D40-1B2E-4C0A-B18F-3596F32C8A7A}">
      <dsp:nvSpPr>
        <dsp:cNvPr id="0" name=""/>
        <dsp:cNvSpPr/>
      </dsp:nvSpPr>
      <dsp:spPr>
        <a:xfrm>
          <a:off x="507233" y="1285549"/>
          <a:ext cx="922242" cy="92224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659249B-AEE5-49A3-89EA-0B556DE82214}">
      <dsp:nvSpPr>
        <dsp:cNvPr id="0" name=""/>
        <dsp:cNvSpPr/>
      </dsp:nvSpPr>
      <dsp:spPr>
        <a:xfrm>
          <a:off x="1936708" y="908268"/>
          <a:ext cx="4308556" cy="16768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462" tIns="177462" rIns="177462" bIns="177462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e-IL" sz="2500" b="1" i="0" kern="1200" baseline="0"/>
            <a:t>Thank</a:t>
          </a:r>
          <a:r>
            <a:rPr lang="en-US" sz="2500" b="1" i="0" kern="1200" baseline="0"/>
            <a:t>s</a:t>
          </a:r>
          <a:r>
            <a:rPr lang="he-IL" sz="2500" b="1" i="0" kern="1200" baseline="0"/>
            <a:t> for your attention.</a:t>
          </a:r>
          <a:endParaRPr lang="en-US" sz="2500" kern="1200"/>
        </a:p>
      </dsp:txBody>
      <dsp:txXfrm>
        <a:off x="1936708" y="908268"/>
        <a:ext cx="4308556" cy="1676804"/>
      </dsp:txXfrm>
    </dsp:sp>
    <dsp:sp modelId="{EFC6BE6C-C996-48F8-9828-37A1680EDD05}">
      <dsp:nvSpPr>
        <dsp:cNvPr id="0" name=""/>
        <dsp:cNvSpPr/>
      </dsp:nvSpPr>
      <dsp:spPr>
        <a:xfrm>
          <a:off x="0" y="3004274"/>
          <a:ext cx="6245265" cy="167680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7CF3170-B34B-4D29-AE3D-4F0F885739D4}">
      <dsp:nvSpPr>
        <dsp:cNvPr id="0" name=""/>
        <dsp:cNvSpPr/>
      </dsp:nvSpPr>
      <dsp:spPr>
        <a:xfrm>
          <a:off x="507233" y="3381554"/>
          <a:ext cx="922242" cy="92224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11E0F8E-8663-4358-A875-6508064B67E8}">
      <dsp:nvSpPr>
        <dsp:cNvPr id="0" name=""/>
        <dsp:cNvSpPr/>
      </dsp:nvSpPr>
      <dsp:spPr>
        <a:xfrm>
          <a:off x="1936708" y="3004274"/>
          <a:ext cx="4308556" cy="16768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462" tIns="177462" rIns="177462" bIns="177462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e-IL" sz="2500" b="1" i="0" kern="1200" baseline="0"/>
            <a:t>Questions</a:t>
          </a:r>
          <a:r>
            <a:rPr lang="en-US" sz="2500" b="1" i="0" kern="1200" baseline="0"/>
            <a:t>?</a:t>
          </a:r>
          <a:r>
            <a:rPr lang="he-IL" sz="2500" b="0" i="0" kern="1200" baseline="0"/>
            <a:t> </a:t>
          </a:r>
          <a:endParaRPr lang="en-US" sz="2500" kern="1200"/>
        </a:p>
      </dsp:txBody>
      <dsp:txXfrm>
        <a:off x="1936708" y="3004274"/>
        <a:ext cx="4308556" cy="167680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VerticalSolidActionList">
  <dgm:title val="Vertical Solid Action List"/>
  <dgm:desc val="Use to show non-sequential or grouped lists of information. Works well with large amounts of text. All text has the same level of emphasis, and direction is not implied."/>
  <dgm:catLst>
    <dgm:cat type="list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  <dgm:pt modelId="5">
          <dgm:prSet phldr="1"/>
        </dgm:pt>
        <dgm:pt modelId="5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7" srcId="0" destId="4" srcOrd="3" destOrd="0"/>
        <dgm:cxn modelId="8" srcId="0" destId="5" srcOrd="4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  <dgm:cxn modelId="53" srcId="5" destId="5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6"/>
      <dgm:constr type="primFontSz" for="des" forName="parentText" op="equ" val="28"/>
      <dgm:constr type="primFontSz" for="des" forName="descendantText" refType="primFontSz" refFor="des" refForName="parentText" op="lte" fact="0.82"/>
      <dgm:constr type="primFontSz" for="des" forName="parentText" refType="primFontSz" refFor="des" refForName="descendantText" op="lte" fact="1.25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2"/>
          <dgm:constr type="w" for="ch" forName="descendantText" refType="w" fact="0.8"/>
          <dgm:constr type="h" for="ch" forName="parentText" refType="h"/>
          <dgm:constr type="h" for="ch" forName="descendantText" refType="h" refFor="ch" refForName="parentText"/>
        </dgm:constrLst>
        <dgm:ruleLst/>
        <dgm:layoutNode name="parentText" styleLbl="alignNode1">
          <dgm:varLst>
            <dgm:chMax val="1"/>
            <dgm:bulletEnabled/>
          </dgm:varLst>
          <dgm:alg type="tx"/>
          <dgm:shape xmlns:r="http://schemas.openxmlformats.org/officeDocument/2006/relationships" type="rect" r:blip="" zOrderOff="3">
            <dgm:adjLst/>
          </dgm:shape>
          <dgm:presOf axis="self" ptType="node"/>
          <dgm:constrLst>
            <dgm:constr type="tMarg" refType="h" fact="0.28"/>
            <dgm:constr type="bMarg" refType="h" fact="0.28"/>
            <dgm:constr type="lMarg" refType="w" fact="0.15"/>
            <dgm:constr type="rMarg" refType="w" fact="0.15"/>
          </dgm:constrLst>
          <dgm:ruleLst>
            <dgm:rule type="primFontSz" val="15" fact="NaN" max="NaN"/>
          </dgm:ruleLst>
        </dgm:layoutNode>
        <dgm:layoutNode name="descendantText" styleLbl="alignAccFollowNode1">
          <dgm:varLst>
            <dgm:bulletEnabled/>
          </dgm:varLst>
          <dgm:alg type="tx">
            <dgm:param type="stBulletLvl" val="0"/>
            <dgm:param type="parTxLTRAlign" val="l"/>
            <dgm:param type="shpTxLTRAlignCh" val="l"/>
            <dgm:param type="parTxRTLAlign" val="r"/>
            <dgm:param type="shpTxRTLAlignCh" val="r"/>
          </dgm:alg>
          <dgm:choose name="Name10">
            <dgm:if name="Name11" func="var" arg="dir" op="equ" val="norm">
              <dgm:shape xmlns:r="http://schemas.openxmlformats.org/officeDocument/2006/relationships" type="rect" r:blip="">
                <dgm:adjLst/>
              </dgm:shape>
            </dgm:if>
            <dgm:else name="Name12">
              <dgm:shape xmlns:r="http://schemas.openxmlformats.org/officeDocument/2006/relationships" type="rect" r:blip="">
                <dgm:adjLst/>
              </dgm:shape>
            </dgm:else>
          </dgm:choose>
          <dgm:presOf axis="des" ptType="node"/>
          <dgm:constrLst>
            <dgm:constr type="primFontSz" val="24"/>
            <dgm:constr type="lMarg" refType="w" fact="0.055"/>
            <dgm:constr type="rMarg" refType="w" fact="0.055"/>
            <dgm:constr type="tMarg" refType="h" fact="0.72"/>
            <dgm:constr type="bMarg" refType="h" fact="0.72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44C70AA0-0986-45AA-9175-FB7822F4C1FA}" type="datetimeFigureOut">
              <a:rPr lang="he-IL" smtClean="0"/>
              <a:t>י"א/אלול/תשפ"ד</a:t>
            </a:fld>
            <a:endParaRPr lang="he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e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F4DEBB96-B8AD-4D11-BEF1-BA48E3147300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985824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DEBB96-B8AD-4D11-BEF1-BA48E3147300}" type="slidenum">
              <a:rPr lang="he-IL" smtClean="0"/>
              <a:t>10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371015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1A840-D1B9-4A65-EDB4-9ECBEDD5C9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44EE17-199C-D0A9-3D19-922D2015F8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9D1168-3647-5824-7F25-4668BACD5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5F857-1253-4F88-9F0F-07B98092009A}" type="datetimeFigureOut">
              <a:rPr lang="he-IL" smtClean="0"/>
              <a:t>י"א/אלול/תשפ"ד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0AA342-3404-F738-336A-8C8FF24A5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E6C8E-92DC-174F-AF1F-8A314E443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22128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49CF9-4A29-F07B-528A-F431DFF47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5A53EF-C0CB-C93E-F277-8769A03C63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0F0166-0893-D2FA-DFCB-C78F10C91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5F857-1253-4F88-9F0F-07B98092009A}" type="datetimeFigureOut">
              <a:rPr lang="he-IL" smtClean="0"/>
              <a:t>י"א/אלול/תשפ"ד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BEF1F3-848B-8B54-EFB0-53A74BFC11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BCE2CE-4039-231A-E0EC-5938BDFA6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30639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77F96-E7ED-0790-3B2B-8957279C7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239A33-632F-2E6C-9355-150D59069E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4C95BF-3AC4-6FB5-443A-B8C0CA67E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5F857-1253-4F88-9F0F-07B98092009A}" type="datetimeFigureOut">
              <a:rPr lang="he-IL" smtClean="0"/>
              <a:t>י"א/אלול/תשפ"ד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AA627A-D3BC-D985-C323-C3BD327E9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5E0B55-E994-D1AB-0F0A-B68E93199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474707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C6792-4EAC-9C06-32AD-F2F124171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DC375E-0146-074B-9485-89B41B0F64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A33BA4-2A94-B4FC-9ACC-E585B73F03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0D495F-6C55-1D11-129D-ECB03F3F1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5F857-1253-4F88-9F0F-07B98092009A}" type="datetimeFigureOut">
              <a:rPr lang="he-IL" smtClean="0"/>
              <a:t>י"א/אלול/תשפ"ד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5914C-0163-27FB-E7FC-3276EFC1D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24CFDE-AAC2-8B0D-7182-6C83C3314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7545640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382A7-35C7-BB51-5488-2E154A026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1DCAFF-5EA7-8D9F-6A42-F82D63E038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B06169-377B-89EE-FF21-6C40DE9AC0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5EBCC5-275A-1234-4FA3-B233C9B5DC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289B3F-1DBA-C6F7-9E90-1371912498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D16427E-3930-5C03-65DF-010A8D959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5F857-1253-4F88-9F0F-07B98092009A}" type="datetimeFigureOut">
              <a:rPr lang="he-IL" smtClean="0"/>
              <a:t>י"א/אלול/תשפ"ד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A050B7-2C27-7509-2A5F-A371CA51A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827D02-533A-6BE8-30CA-18F91CC8D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0356950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065F3-3871-3D6A-26A7-7E44B7F67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AC8BDD-3178-3891-A8CA-3F83C915B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5F857-1253-4F88-9F0F-07B98092009A}" type="datetimeFigureOut">
              <a:rPr lang="he-IL" smtClean="0"/>
              <a:t>י"א/אלול/תשפ"ד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B52581-F019-3331-5662-5155A0544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B9501D-D40A-39B6-7C49-493F58897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8031162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2495EAB-F284-4324-B494-DB5F68CDD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5F857-1253-4F88-9F0F-07B98092009A}" type="datetimeFigureOut">
              <a:rPr lang="he-IL" smtClean="0"/>
              <a:t>י"א/אלול/תשפ"ד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B96924-2F97-7D53-D62B-B6B36E806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B9EB8F-5011-FD6D-632A-4D5DBDA32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9373770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3BBD9-5240-B1B9-8AF7-1FF326A7AC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6FD1BC-09D7-A811-B4CC-EA0FFA58CD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2FD668-FE78-55F6-D5C4-7CC512BFEA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18D41B-54A0-FDAA-F11C-B1BBB3AFC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5F857-1253-4F88-9F0F-07B98092009A}" type="datetimeFigureOut">
              <a:rPr lang="he-IL" smtClean="0"/>
              <a:t>י"א/אלול/תשפ"ד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EE2ED7-9748-3B2A-D7AD-A9A4DA999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9DB18E-5652-B94E-FE19-026528455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38862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D0A6F-EFB5-C007-C7E9-4410513F4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0B5EC60-9C18-E6F1-DC48-2D982F5B32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31E89F-EF99-DD5D-FD66-20E240C19F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17F6D0-6028-5A77-8063-EA227522E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5F857-1253-4F88-9F0F-07B98092009A}" type="datetimeFigureOut">
              <a:rPr lang="he-IL" smtClean="0"/>
              <a:t>י"א/אלול/תשפ"ד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964202-9C68-6500-0B7F-9D6DB1940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EBEC9D-EBF9-0DD6-AF99-F7EF3A1E9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771930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10EA9-C613-26A5-4931-EABDBBC00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F51D91-BE09-E960-9AB1-3B5FE4BA58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7439A-B292-3242-7BC8-459BB24DD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5F857-1253-4F88-9F0F-07B98092009A}" type="datetimeFigureOut">
              <a:rPr lang="he-IL" smtClean="0"/>
              <a:t>י"א/אלול/תשפ"ד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E0DA8-D12E-6D72-D25F-FB9BB4E00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40666C-D083-8A5C-7724-1645B00A4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066223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4AA4215-28F2-6C37-7E54-2E3CF87023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AC88AF-DBD3-796D-CCAF-9228FBCF21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88F280-6A0F-9DF0-31C7-3DAC7EFE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5F857-1253-4F88-9F0F-07B98092009A}" type="datetimeFigureOut">
              <a:rPr lang="he-IL" smtClean="0"/>
              <a:t>י"א/אלול/תשפ"ד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64F181-BF00-91D5-D931-046333171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0056F7-AB14-678B-8805-0BB7061CA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577455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1B3CFD-D777-D746-29C5-5235240A6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74FD2D-C5A4-2ECD-1C22-88375F5707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A94B1E-E380-ACDC-DDEF-F2DCA5F4F5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25F857-1253-4F88-9F0F-07B98092009A}" type="datetimeFigureOut">
              <a:rPr lang="he-IL" smtClean="0"/>
              <a:t>י"א/אלול/תשפ"ד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3B945B-1F69-5A6C-FF29-5076960336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B9FCC4-7570-2D0A-9811-6092F52C72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3DB32B-2698-45B4-B1C4-D0AC3C180B6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0524461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8B3A2D1A-45FC-4F95-B150-1C13EF2F6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39C3C864-C625-4883-B868-9A4C470F4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80B6A2-2FAD-75F7-F8F6-C547323AE6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3905833"/>
            <a:ext cx="4215063" cy="239871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31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OptiVision</a:t>
            </a:r>
            <a:r>
              <a:rPr lang="en-US" sz="31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: Advanced Screening for Early Detection of Vision Impairments</a:t>
            </a:r>
            <a:br>
              <a:rPr lang="en-US" sz="31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endParaRPr lang="en-US" sz="31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Picture 3" descr="A blue and black text&#10;&#10;Description automatically generated">
            <a:extLst>
              <a:ext uri="{FF2B5EF4-FFF2-40B4-BE49-F238E27FC236}">
                <a16:creationId xmlns:a16="http://schemas.microsoft.com/office/drawing/2014/main" id="{16925DFD-A5B9-AD0D-C3C0-73F970D439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955" y="617619"/>
            <a:ext cx="9875259" cy="2340948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A92F83F-96B5-C024-6838-162FD1BE7F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30779" y="3884452"/>
            <a:ext cx="5723021" cy="239871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2000" b="1" u="sng" dirty="0"/>
              <a:t>By the  students:</a:t>
            </a:r>
          </a:p>
          <a:p>
            <a:pPr algn="l"/>
            <a:r>
              <a:rPr lang="en-US" sz="2000" dirty="0"/>
              <a:t>Tameer Amer 322836388.</a:t>
            </a:r>
          </a:p>
          <a:p>
            <a:pPr algn="l"/>
            <a:r>
              <a:rPr lang="en-US" sz="2000" dirty="0"/>
              <a:t>Redan </a:t>
            </a:r>
            <a:r>
              <a:rPr lang="en-US" sz="2000" dirty="0" err="1"/>
              <a:t>Ganim</a:t>
            </a:r>
            <a:r>
              <a:rPr lang="en-US" sz="2000" dirty="0"/>
              <a:t> 209003474.</a:t>
            </a:r>
          </a:p>
          <a:p>
            <a:pPr algn="l"/>
            <a:endParaRPr lang="en-US" sz="2000" dirty="0"/>
          </a:p>
          <a:p>
            <a:pPr algn="l"/>
            <a:r>
              <a:rPr lang="en-US" sz="2000" b="1" u="sng" dirty="0"/>
              <a:t>By the mentor:</a:t>
            </a:r>
          </a:p>
          <a:p>
            <a:pPr algn="l"/>
            <a:r>
              <a:rPr lang="en-US" sz="2000" dirty="0" err="1"/>
              <a:t>Dr.Natali</a:t>
            </a:r>
            <a:r>
              <a:rPr lang="en-US" sz="2000" dirty="0"/>
              <a:t> Levi.</a:t>
            </a:r>
          </a:p>
        </p:txBody>
      </p:sp>
    </p:spTree>
    <p:extLst>
      <p:ext uri="{BB962C8B-B14F-4D97-AF65-F5344CB8AC3E}">
        <p14:creationId xmlns:p14="http://schemas.microsoft.com/office/powerpoint/2010/main" val="38635664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C9A36457-A5F4-4103-A443-02581C0918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DC5FB7E8-B636-40FA-BE8D-48145C0F5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"/>
            <a:ext cx="12192000" cy="2295238"/>
          </a:xfrm>
          <a:custGeom>
            <a:avLst/>
            <a:gdLst>
              <a:gd name="connsiteX0" fmla="*/ 12160143 w 12192000"/>
              <a:gd name="connsiteY0" fmla="*/ 831692 h 2079137"/>
              <a:gd name="connsiteX1" fmla="*/ 12159112 w 12192000"/>
              <a:gd name="connsiteY1" fmla="*/ 833361 h 2079137"/>
              <a:gd name="connsiteX2" fmla="*/ 12158912 w 12192000"/>
              <a:gd name="connsiteY2" fmla="*/ 832430 h 2079137"/>
              <a:gd name="connsiteX3" fmla="*/ 0 w 12192000"/>
              <a:gd name="connsiteY3" fmla="*/ 0 h 2079137"/>
              <a:gd name="connsiteX4" fmla="*/ 12192000 w 12192000"/>
              <a:gd name="connsiteY4" fmla="*/ 0 h 2079137"/>
              <a:gd name="connsiteX5" fmla="*/ 12192000 w 12192000"/>
              <a:gd name="connsiteY5" fmla="*/ 558063 h 2079137"/>
              <a:gd name="connsiteX6" fmla="*/ 12189259 w 12192000"/>
              <a:gd name="connsiteY6" fmla="*/ 810508 h 2079137"/>
              <a:gd name="connsiteX7" fmla="*/ 12170847 w 12192000"/>
              <a:gd name="connsiteY7" fmla="*/ 825280 h 2079137"/>
              <a:gd name="connsiteX8" fmla="*/ 12160143 w 12192000"/>
              <a:gd name="connsiteY8" fmla="*/ 831692 h 2079137"/>
              <a:gd name="connsiteX9" fmla="*/ 12163806 w 12192000"/>
              <a:gd name="connsiteY9" fmla="*/ 825759 h 2079137"/>
              <a:gd name="connsiteX10" fmla="*/ 12056557 w 12192000"/>
              <a:gd name="connsiteY10" fmla="*/ 810176 h 2079137"/>
              <a:gd name="connsiteX11" fmla="*/ 11900316 w 12192000"/>
              <a:gd name="connsiteY11" fmla="*/ 789618 h 2079137"/>
              <a:gd name="connsiteX12" fmla="*/ 11791206 w 12192000"/>
              <a:gd name="connsiteY12" fmla="*/ 824176 h 2079137"/>
              <a:gd name="connsiteX13" fmla="*/ 11659257 w 12192000"/>
              <a:gd name="connsiteY13" fmla="*/ 800841 h 2079137"/>
              <a:gd name="connsiteX14" fmla="*/ 11569789 w 12192000"/>
              <a:gd name="connsiteY14" fmla="*/ 797135 h 2079137"/>
              <a:gd name="connsiteX15" fmla="*/ 11367885 w 12192000"/>
              <a:gd name="connsiteY15" fmla="*/ 791985 h 2079137"/>
              <a:gd name="connsiteX16" fmla="*/ 11174663 w 12192000"/>
              <a:gd name="connsiteY16" fmla="*/ 788721 h 2079137"/>
              <a:gd name="connsiteX17" fmla="*/ 11068220 w 12192000"/>
              <a:gd name="connsiteY17" fmla="*/ 786994 h 2079137"/>
              <a:gd name="connsiteX18" fmla="*/ 10893266 w 12192000"/>
              <a:gd name="connsiteY18" fmla="*/ 794013 h 2079137"/>
              <a:gd name="connsiteX19" fmla="*/ 10844025 w 12192000"/>
              <a:gd name="connsiteY19" fmla="*/ 789857 h 2079137"/>
              <a:gd name="connsiteX20" fmla="*/ 10814353 w 12192000"/>
              <a:gd name="connsiteY20" fmla="*/ 789010 h 2079137"/>
              <a:gd name="connsiteX21" fmla="*/ 10748393 w 12192000"/>
              <a:gd name="connsiteY21" fmla="*/ 806738 h 2079137"/>
              <a:gd name="connsiteX22" fmla="*/ 10468256 w 12192000"/>
              <a:gd name="connsiteY22" fmla="*/ 778733 h 2079137"/>
              <a:gd name="connsiteX23" fmla="*/ 10256131 w 12192000"/>
              <a:gd name="connsiteY23" fmla="*/ 788332 h 2079137"/>
              <a:gd name="connsiteX24" fmla="*/ 10177442 w 12192000"/>
              <a:gd name="connsiteY24" fmla="*/ 777371 h 2079137"/>
              <a:gd name="connsiteX25" fmla="*/ 10006086 w 12192000"/>
              <a:gd name="connsiteY25" fmla="*/ 792651 h 2079137"/>
              <a:gd name="connsiteX26" fmla="*/ 9952382 w 12192000"/>
              <a:gd name="connsiteY26" fmla="*/ 815411 h 2079137"/>
              <a:gd name="connsiteX27" fmla="*/ 9926457 w 12192000"/>
              <a:gd name="connsiteY27" fmla="*/ 827295 h 2079137"/>
              <a:gd name="connsiteX28" fmla="*/ 9843405 w 12192000"/>
              <a:gd name="connsiteY28" fmla="*/ 867046 h 2079137"/>
              <a:gd name="connsiteX29" fmla="*/ 9830866 w 12192000"/>
              <a:gd name="connsiteY29" fmla="*/ 875047 h 2079137"/>
              <a:gd name="connsiteX30" fmla="*/ 9801807 w 12192000"/>
              <a:gd name="connsiteY30" fmla="*/ 872272 h 2079137"/>
              <a:gd name="connsiteX31" fmla="*/ 9785653 w 12192000"/>
              <a:gd name="connsiteY31" fmla="*/ 861743 h 2079137"/>
              <a:gd name="connsiteX32" fmla="*/ 9781177 w 12192000"/>
              <a:gd name="connsiteY32" fmla="*/ 864820 h 2079137"/>
              <a:gd name="connsiteX33" fmla="*/ 9768640 w 12192000"/>
              <a:gd name="connsiteY33" fmla="*/ 869379 h 2079137"/>
              <a:gd name="connsiteX34" fmla="*/ 9712211 w 12192000"/>
              <a:gd name="connsiteY34" fmla="*/ 900283 h 2079137"/>
              <a:gd name="connsiteX35" fmla="*/ 9689465 w 12192000"/>
              <a:gd name="connsiteY35" fmla="*/ 899268 h 2079137"/>
              <a:gd name="connsiteX36" fmla="*/ 9600339 w 12192000"/>
              <a:gd name="connsiteY36" fmla="*/ 922112 h 2079137"/>
              <a:gd name="connsiteX37" fmla="*/ 9582850 w 12192000"/>
              <a:gd name="connsiteY37" fmla="*/ 925510 h 2079137"/>
              <a:gd name="connsiteX38" fmla="*/ 9549638 w 12192000"/>
              <a:gd name="connsiteY38" fmla="*/ 940845 h 2079137"/>
              <a:gd name="connsiteX39" fmla="*/ 9539471 w 12192000"/>
              <a:gd name="connsiteY39" fmla="*/ 941799 h 2079137"/>
              <a:gd name="connsiteX40" fmla="*/ 9505592 w 12192000"/>
              <a:gd name="connsiteY40" fmla="*/ 955533 h 2079137"/>
              <a:gd name="connsiteX41" fmla="*/ 9432569 w 12192000"/>
              <a:gd name="connsiteY41" fmla="*/ 985377 h 2079137"/>
              <a:gd name="connsiteX42" fmla="*/ 9414216 w 12192000"/>
              <a:gd name="connsiteY42" fmla="*/ 992655 h 2079137"/>
              <a:gd name="connsiteX43" fmla="*/ 9397106 w 12192000"/>
              <a:gd name="connsiteY43" fmla="*/ 992980 h 2079137"/>
              <a:gd name="connsiteX44" fmla="*/ 9305108 w 12192000"/>
              <a:gd name="connsiteY44" fmla="*/ 1007767 h 2079137"/>
              <a:gd name="connsiteX45" fmla="*/ 9282434 w 12192000"/>
              <a:gd name="connsiteY45" fmla="*/ 1007523 h 2079137"/>
              <a:gd name="connsiteX46" fmla="*/ 9271941 w 12192000"/>
              <a:gd name="connsiteY46" fmla="*/ 1002839 h 2079137"/>
              <a:gd name="connsiteX47" fmla="*/ 9238227 w 12192000"/>
              <a:gd name="connsiteY47" fmla="*/ 1017668 h 2079137"/>
              <a:gd name="connsiteX48" fmla="*/ 9184265 w 12192000"/>
              <a:gd name="connsiteY48" fmla="*/ 1031275 h 2079137"/>
              <a:gd name="connsiteX49" fmla="*/ 9159000 w 12192000"/>
              <a:gd name="connsiteY49" fmla="*/ 1039569 h 2079137"/>
              <a:gd name="connsiteX50" fmla="*/ 9137031 w 12192000"/>
              <a:gd name="connsiteY50" fmla="*/ 1038699 h 2079137"/>
              <a:gd name="connsiteX51" fmla="*/ 9015702 w 12192000"/>
              <a:gd name="connsiteY51" fmla="*/ 1051400 h 2079137"/>
              <a:gd name="connsiteX52" fmla="*/ 8971403 w 12192000"/>
              <a:gd name="connsiteY52" fmla="*/ 1040542 h 2079137"/>
              <a:gd name="connsiteX53" fmla="*/ 8961826 w 12192000"/>
              <a:gd name="connsiteY53" fmla="*/ 1045364 h 2079137"/>
              <a:gd name="connsiteX54" fmla="*/ 8888623 w 12192000"/>
              <a:gd name="connsiteY54" fmla="*/ 1053908 h 2079137"/>
              <a:gd name="connsiteX55" fmla="*/ 8841066 w 12192000"/>
              <a:gd name="connsiteY55" fmla="*/ 1060421 h 2079137"/>
              <a:gd name="connsiteX56" fmla="*/ 8752342 w 12192000"/>
              <a:gd name="connsiteY56" fmla="*/ 1080646 h 2079137"/>
              <a:gd name="connsiteX57" fmla="*/ 8699139 w 12192000"/>
              <a:gd name="connsiteY57" fmla="*/ 1087885 h 2079137"/>
              <a:gd name="connsiteX58" fmla="*/ 8667273 w 12192000"/>
              <a:gd name="connsiteY58" fmla="*/ 1092062 h 2079137"/>
              <a:gd name="connsiteX59" fmla="*/ 8586064 w 12192000"/>
              <a:gd name="connsiteY59" fmla="*/ 1114603 h 2079137"/>
              <a:gd name="connsiteX60" fmla="*/ 8460312 w 12192000"/>
              <a:gd name="connsiteY60" fmla="*/ 1179878 h 2079137"/>
              <a:gd name="connsiteX61" fmla="*/ 8419023 w 12192000"/>
              <a:gd name="connsiteY61" fmla="*/ 1191748 h 2079137"/>
              <a:gd name="connsiteX62" fmla="*/ 8410939 w 12192000"/>
              <a:gd name="connsiteY62" fmla="*/ 1189696 h 2079137"/>
              <a:gd name="connsiteX63" fmla="*/ 8362040 w 12192000"/>
              <a:gd name="connsiteY63" fmla="*/ 1220820 h 2079137"/>
              <a:gd name="connsiteX64" fmla="*/ 8273677 w 12192000"/>
              <a:gd name="connsiteY64" fmla="*/ 1236495 h 2079137"/>
              <a:gd name="connsiteX65" fmla="*/ 8204283 w 12192000"/>
              <a:gd name="connsiteY65" fmla="*/ 1243537 h 2079137"/>
              <a:gd name="connsiteX66" fmla="*/ 8166550 w 12192000"/>
              <a:gd name="connsiteY66" fmla="*/ 1249551 h 2079137"/>
              <a:gd name="connsiteX67" fmla="*/ 8137785 w 12192000"/>
              <a:gd name="connsiteY67" fmla="*/ 1251636 h 2079137"/>
              <a:gd name="connsiteX68" fmla="*/ 8071596 w 12192000"/>
              <a:gd name="connsiteY68" fmla="*/ 1269274 h 2079137"/>
              <a:gd name="connsiteX69" fmla="*/ 7964816 w 12192000"/>
              <a:gd name="connsiteY69" fmla="*/ 1303668 h 2079137"/>
              <a:gd name="connsiteX70" fmla="*/ 7941495 w 12192000"/>
              <a:gd name="connsiteY70" fmla="*/ 1309821 h 2079137"/>
              <a:gd name="connsiteX71" fmla="*/ 7919123 w 12192000"/>
              <a:gd name="connsiteY71" fmla="*/ 1310466 h 2079137"/>
              <a:gd name="connsiteX72" fmla="*/ 7911902 w 12192000"/>
              <a:gd name="connsiteY72" fmla="*/ 1306569 h 2079137"/>
              <a:gd name="connsiteX73" fmla="*/ 7898703 w 12192000"/>
              <a:gd name="connsiteY73" fmla="*/ 1309208 h 2079137"/>
              <a:gd name="connsiteX74" fmla="*/ 7894703 w 12192000"/>
              <a:gd name="connsiteY74" fmla="*/ 1308939 h 2079137"/>
              <a:gd name="connsiteX75" fmla="*/ 7872267 w 12192000"/>
              <a:gd name="connsiteY75" fmla="*/ 1308370 h 2079137"/>
              <a:gd name="connsiteX76" fmla="*/ 7836454 w 12192000"/>
              <a:gd name="connsiteY76" fmla="*/ 1331265 h 2079137"/>
              <a:gd name="connsiteX77" fmla="*/ 7782451 w 12192000"/>
              <a:gd name="connsiteY77" fmla="*/ 1339601 h 2079137"/>
              <a:gd name="connsiteX78" fmla="*/ 7542969 w 12192000"/>
              <a:gd name="connsiteY78" fmla="*/ 1372495 h 2079137"/>
              <a:gd name="connsiteX79" fmla="*/ 7476832 w 12192000"/>
              <a:gd name="connsiteY79" fmla="*/ 1431655 h 2079137"/>
              <a:gd name="connsiteX80" fmla="*/ 7370237 w 12192000"/>
              <a:gd name="connsiteY80" fmla="*/ 1474339 h 2079137"/>
              <a:gd name="connsiteX81" fmla="*/ 7222223 w 12192000"/>
              <a:gd name="connsiteY81" fmla="*/ 1510199 h 2079137"/>
              <a:gd name="connsiteX82" fmla="*/ 7215703 w 12192000"/>
              <a:gd name="connsiteY82" fmla="*/ 1520424 h 2079137"/>
              <a:gd name="connsiteX83" fmla="*/ 7204548 w 12192000"/>
              <a:gd name="connsiteY83" fmla="*/ 1528145 h 2079137"/>
              <a:gd name="connsiteX84" fmla="*/ 7202038 w 12192000"/>
              <a:gd name="connsiteY84" fmla="*/ 1527954 h 2079137"/>
              <a:gd name="connsiteX85" fmla="*/ 7173860 w 12192000"/>
              <a:gd name="connsiteY85" fmla="*/ 1541605 h 2079137"/>
              <a:gd name="connsiteX86" fmla="*/ 7155079 w 12192000"/>
              <a:gd name="connsiteY86" fmla="*/ 1552495 h 2079137"/>
              <a:gd name="connsiteX87" fmla="*/ 7149757 w 12192000"/>
              <a:gd name="connsiteY87" fmla="*/ 1552732 h 2079137"/>
              <a:gd name="connsiteX88" fmla="*/ 7104804 w 12192000"/>
              <a:gd name="connsiteY88" fmla="*/ 1565792 h 2079137"/>
              <a:gd name="connsiteX89" fmla="*/ 7082824 w 12192000"/>
              <a:gd name="connsiteY89" fmla="*/ 1567947 h 2079137"/>
              <a:gd name="connsiteX90" fmla="*/ 7021520 w 12192000"/>
              <a:gd name="connsiteY90" fmla="*/ 1562334 h 2079137"/>
              <a:gd name="connsiteX91" fmla="*/ 6988956 w 12192000"/>
              <a:gd name="connsiteY91" fmla="*/ 1576442 h 2079137"/>
              <a:gd name="connsiteX92" fmla="*/ 6981922 w 12192000"/>
              <a:gd name="connsiteY92" fmla="*/ 1578821 h 2079137"/>
              <a:gd name="connsiteX93" fmla="*/ 6981583 w 12192000"/>
              <a:gd name="connsiteY93" fmla="*/ 1578678 h 2079137"/>
              <a:gd name="connsiteX94" fmla="*/ 6973762 w 12192000"/>
              <a:gd name="connsiteY94" fmla="*/ 1580811 h 2079137"/>
              <a:gd name="connsiteX95" fmla="*/ 6969093 w 12192000"/>
              <a:gd name="connsiteY95" fmla="*/ 1583157 h 2079137"/>
              <a:gd name="connsiteX96" fmla="*/ 6890037 w 12192000"/>
              <a:gd name="connsiteY96" fmla="*/ 1575825 h 2079137"/>
              <a:gd name="connsiteX97" fmla="*/ 6785054 w 12192000"/>
              <a:gd name="connsiteY97" fmla="*/ 1582200 h 2079137"/>
              <a:gd name="connsiteX98" fmla="*/ 6681692 w 12192000"/>
              <a:gd name="connsiteY98" fmla="*/ 1591296 h 2079137"/>
              <a:gd name="connsiteX99" fmla="*/ 6644556 w 12192000"/>
              <a:gd name="connsiteY99" fmla="*/ 1595940 h 2079137"/>
              <a:gd name="connsiteX100" fmla="*/ 6577106 w 12192000"/>
              <a:gd name="connsiteY100" fmla="*/ 1598261 h 2079137"/>
              <a:gd name="connsiteX101" fmla="*/ 6544183 w 12192000"/>
              <a:gd name="connsiteY101" fmla="*/ 1596149 h 2079137"/>
              <a:gd name="connsiteX102" fmla="*/ 6540921 w 12192000"/>
              <a:gd name="connsiteY102" fmla="*/ 1593857 h 2079137"/>
              <a:gd name="connsiteX103" fmla="*/ 6535046 w 12192000"/>
              <a:gd name="connsiteY103" fmla="*/ 1593283 h 2079137"/>
              <a:gd name="connsiteX104" fmla="*/ 6519853 w 12192000"/>
              <a:gd name="connsiteY104" fmla="*/ 1595771 h 2079137"/>
              <a:gd name="connsiteX105" fmla="*/ 6514280 w 12192000"/>
              <a:gd name="connsiteY105" fmla="*/ 1597376 h 2079137"/>
              <a:gd name="connsiteX106" fmla="*/ 6505824 w 12192000"/>
              <a:gd name="connsiteY106" fmla="*/ 1598298 h 2079137"/>
              <a:gd name="connsiteX107" fmla="*/ 6505573 w 12192000"/>
              <a:gd name="connsiteY107" fmla="*/ 1598109 h 2079137"/>
              <a:gd name="connsiteX108" fmla="*/ 6497741 w 12192000"/>
              <a:gd name="connsiteY108" fmla="*/ 1599392 h 2079137"/>
              <a:gd name="connsiteX109" fmla="*/ 6459992 w 12192000"/>
              <a:gd name="connsiteY109" fmla="*/ 1608358 h 2079137"/>
              <a:gd name="connsiteX110" fmla="*/ 6404572 w 12192000"/>
              <a:gd name="connsiteY110" fmla="*/ 1593771 h 2079137"/>
              <a:gd name="connsiteX111" fmla="*/ 6382671 w 12192000"/>
              <a:gd name="connsiteY111" fmla="*/ 1592612 h 2079137"/>
              <a:gd name="connsiteX112" fmla="*/ 6369843 w 12192000"/>
              <a:gd name="connsiteY112" fmla="*/ 1590015 h 2079137"/>
              <a:gd name="connsiteX113" fmla="*/ 6269740 w 12192000"/>
              <a:gd name="connsiteY113" fmla="*/ 1614633 h 2079137"/>
              <a:gd name="connsiteX114" fmla="*/ 6255405 w 12192000"/>
              <a:gd name="connsiteY114" fmla="*/ 1620529 h 2079137"/>
              <a:gd name="connsiteX115" fmla="*/ 6244248 w 12192000"/>
              <a:gd name="connsiteY115" fmla="*/ 1629561 h 2079137"/>
              <a:gd name="connsiteX116" fmla="*/ 6086396 w 12192000"/>
              <a:gd name="connsiteY116" fmla="*/ 1642666 h 2079137"/>
              <a:gd name="connsiteX117" fmla="*/ 5867429 w 12192000"/>
              <a:gd name="connsiteY117" fmla="*/ 1695554 h 2079137"/>
              <a:gd name="connsiteX118" fmla="*/ 5772864 w 12192000"/>
              <a:gd name="connsiteY118" fmla="*/ 1689002 h 2079137"/>
              <a:gd name="connsiteX119" fmla="*/ 5629833 w 12192000"/>
              <a:gd name="connsiteY119" fmla="*/ 1713273 h 2079137"/>
              <a:gd name="connsiteX120" fmla="*/ 5504771 w 12192000"/>
              <a:gd name="connsiteY120" fmla="*/ 1725744 h 2079137"/>
              <a:gd name="connsiteX121" fmla="*/ 5490967 w 12192000"/>
              <a:gd name="connsiteY121" fmla="*/ 1726367 h 2079137"/>
              <a:gd name="connsiteX122" fmla="*/ 5486015 w 12192000"/>
              <a:gd name="connsiteY122" fmla="*/ 1721481 h 2079137"/>
              <a:gd name="connsiteX123" fmla="*/ 5439364 w 12192000"/>
              <a:gd name="connsiteY123" fmla="*/ 1721349 h 2079137"/>
              <a:gd name="connsiteX124" fmla="*/ 5350025 w 12192000"/>
              <a:gd name="connsiteY124" fmla="*/ 1729885 h 2079137"/>
              <a:gd name="connsiteX125" fmla="*/ 5336104 w 12192000"/>
              <a:gd name="connsiteY125" fmla="*/ 1734377 h 2079137"/>
              <a:gd name="connsiteX126" fmla="*/ 5245234 w 12192000"/>
              <a:gd name="connsiteY126" fmla="*/ 1738520 h 2079137"/>
              <a:gd name="connsiteX127" fmla="*/ 5182955 w 12192000"/>
              <a:gd name="connsiteY127" fmla="*/ 1744622 h 2079137"/>
              <a:gd name="connsiteX128" fmla="*/ 5169506 w 12192000"/>
              <a:gd name="connsiteY128" fmla="*/ 1748993 h 2079137"/>
              <a:gd name="connsiteX129" fmla="*/ 5154299 w 12192000"/>
              <a:gd name="connsiteY129" fmla="*/ 1744080 h 2079137"/>
              <a:gd name="connsiteX130" fmla="*/ 5149917 w 12192000"/>
              <a:gd name="connsiteY130" fmla="*/ 1739727 h 2079137"/>
              <a:gd name="connsiteX131" fmla="*/ 5100319 w 12192000"/>
              <a:gd name="connsiteY131" fmla="*/ 1745797 h 2079137"/>
              <a:gd name="connsiteX132" fmla="*/ 5094361 w 12192000"/>
              <a:gd name="connsiteY132" fmla="*/ 1745767 h 2079137"/>
              <a:gd name="connsiteX133" fmla="*/ 5053410 w 12192000"/>
              <a:gd name="connsiteY133" fmla="*/ 1742790 h 2079137"/>
              <a:gd name="connsiteX134" fmla="*/ 4992711 w 12192000"/>
              <a:gd name="connsiteY134" fmla="*/ 1734075 h 2079137"/>
              <a:gd name="connsiteX135" fmla="*/ 4930098 w 12192000"/>
              <a:gd name="connsiteY135" fmla="*/ 1717312 h 2079137"/>
              <a:gd name="connsiteX136" fmla="*/ 4893834 w 12192000"/>
              <a:gd name="connsiteY136" fmla="*/ 1710028 h 2079137"/>
              <a:gd name="connsiteX137" fmla="*/ 4868730 w 12192000"/>
              <a:gd name="connsiteY137" fmla="*/ 1702384 h 2079137"/>
              <a:gd name="connsiteX138" fmla="*/ 4797925 w 12192000"/>
              <a:gd name="connsiteY138" fmla="*/ 1695535 h 2079137"/>
              <a:gd name="connsiteX139" fmla="*/ 4677670 w 12192000"/>
              <a:gd name="connsiteY139" fmla="*/ 1689453 h 2079137"/>
              <a:gd name="connsiteX140" fmla="*/ 4634248 w 12192000"/>
              <a:gd name="connsiteY140" fmla="*/ 1680227 h 2079137"/>
              <a:gd name="connsiteX141" fmla="*/ 4632434 w 12192000"/>
              <a:gd name="connsiteY141" fmla="*/ 1674607 h 2079137"/>
              <a:gd name="connsiteX142" fmla="*/ 4619204 w 12192000"/>
              <a:gd name="connsiteY142" fmla="*/ 1672507 h 2079137"/>
              <a:gd name="connsiteX143" fmla="*/ 4616283 w 12192000"/>
              <a:gd name="connsiteY143" fmla="*/ 1670977 h 2079137"/>
              <a:gd name="connsiteX144" fmla="*/ 4598926 w 12192000"/>
              <a:gd name="connsiteY144" fmla="*/ 1663178 h 2079137"/>
              <a:gd name="connsiteX145" fmla="*/ 4547069 w 12192000"/>
              <a:gd name="connsiteY145" fmla="*/ 1670642 h 2079137"/>
              <a:gd name="connsiteX146" fmla="*/ 4523516 w 12192000"/>
              <a:gd name="connsiteY146" fmla="*/ 1669785 h 2079137"/>
              <a:gd name="connsiteX147" fmla="*/ 4500586 w 12192000"/>
              <a:gd name="connsiteY147" fmla="*/ 1675912 h 2079137"/>
              <a:gd name="connsiteX148" fmla="*/ 4488196 w 12192000"/>
              <a:gd name="connsiteY148" fmla="*/ 1683463 h 2079137"/>
              <a:gd name="connsiteX149" fmla="*/ 4445463 w 12192000"/>
              <a:gd name="connsiteY149" fmla="*/ 1695634 h 2079137"/>
              <a:gd name="connsiteX150" fmla="*/ 4446550 w 12192000"/>
              <a:gd name="connsiteY150" fmla="*/ 1680538 h 2079137"/>
              <a:gd name="connsiteX151" fmla="*/ 4365375 w 12192000"/>
              <a:gd name="connsiteY151" fmla="*/ 1697935 h 2079137"/>
              <a:gd name="connsiteX152" fmla="*/ 4305123 w 12192000"/>
              <a:gd name="connsiteY152" fmla="*/ 1714185 h 2079137"/>
              <a:gd name="connsiteX153" fmla="*/ 4292665 w 12192000"/>
              <a:gd name="connsiteY153" fmla="*/ 1720703 h 2079137"/>
              <a:gd name="connsiteX154" fmla="*/ 4276789 w 12192000"/>
              <a:gd name="connsiteY154" fmla="*/ 1718367 h 2079137"/>
              <a:gd name="connsiteX155" fmla="*/ 4271683 w 12192000"/>
              <a:gd name="connsiteY155" fmla="*/ 1714801 h 2079137"/>
              <a:gd name="connsiteX156" fmla="*/ 4223918 w 12192000"/>
              <a:gd name="connsiteY156" fmla="*/ 1728936 h 2079137"/>
              <a:gd name="connsiteX157" fmla="*/ 4218039 w 12192000"/>
              <a:gd name="connsiteY157" fmla="*/ 1729885 h 2079137"/>
              <a:gd name="connsiteX158" fmla="*/ 4177153 w 12192000"/>
              <a:gd name="connsiteY158" fmla="*/ 1733691 h 2079137"/>
              <a:gd name="connsiteX159" fmla="*/ 4051032 w 12192000"/>
              <a:gd name="connsiteY159" fmla="*/ 1728886 h 2079137"/>
              <a:gd name="connsiteX160" fmla="*/ 4013978 w 12192000"/>
              <a:gd name="connsiteY160" fmla="*/ 1727679 h 2079137"/>
              <a:gd name="connsiteX161" fmla="*/ 3987857 w 12192000"/>
              <a:gd name="connsiteY161" fmla="*/ 1724282 h 2079137"/>
              <a:gd name="connsiteX162" fmla="*/ 3916852 w 12192000"/>
              <a:gd name="connsiteY162" fmla="*/ 1729184 h 2079137"/>
              <a:gd name="connsiteX163" fmla="*/ 3797263 w 12192000"/>
              <a:gd name="connsiteY163" fmla="*/ 1742976 h 2079137"/>
              <a:gd name="connsiteX164" fmla="*/ 3752806 w 12192000"/>
              <a:gd name="connsiteY164" fmla="*/ 1741033 h 2079137"/>
              <a:gd name="connsiteX165" fmla="*/ 3749997 w 12192000"/>
              <a:gd name="connsiteY165" fmla="*/ 1735799 h 2079137"/>
              <a:gd name="connsiteX166" fmla="*/ 3736582 w 12192000"/>
              <a:gd name="connsiteY166" fmla="*/ 1735907 h 2079137"/>
              <a:gd name="connsiteX167" fmla="*/ 3733428 w 12192000"/>
              <a:gd name="connsiteY167" fmla="*/ 1734881 h 2079137"/>
              <a:gd name="connsiteX168" fmla="*/ 3714911 w 12192000"/>
              <a:gd name="connsiteY168" fmla="*/ 1730056 h 2079137"/>
              <a:gd name="connsiteX169" fmla="*/ 3665172 w 12192000"/>
              <a:gd name="connsiteY169" fmla="*/ 1745936 h 2079137"/>
              <a:gd name="connsiteX170" fmla="*/ 3552006 w 12192000"/>
              <a:gd name="connsiteY170" fmla="*/ 1755220 h 2079137"/>
              <a:gd name="connsiteX171" fmla="*/ 3390301 w 12192000"/>
              <a:gd name="connsiteY171" fmla="*/ 1762546 h 2079137"/>
              <a:gd name="connsiteX172" fmla="*/ 3264312 w 12192000"/>
              <a:gd name="connsiteY172" fmla="*/ 1774620 h 2079137"/>
              <a:gd name="connsiteX173" fmla="*/ 3106901 w 12192000"/>
              <a:gd name="connsiteY173" fmla="*/ 1804264 h 2079137"/>
              <a:gd name="connsiteX174" fmla="*/ 2993303 w 12192000"/>
              <a:gd name="connsiteY174" fmla="*/ 1806542 h 2079137"/>
              <a:gd name="connsiteX175" fmla="*/ 2979115 w 12192000"/>
              <a:gd name="connsiteY175" fmla="*/ 1815432 h 2079137"/>
              <a:gd name="connsiteX176" fmla="*/ 2963118 w 12192000"/>
              <a:gd name="connsiteY176" fmla="*/ 1820962 h 2079137"/>
              <a:gd name="connsiteX177" fmla="*/ 2961156 w 12192000"/>
              <a:gd name="connsiteY177" fmla="*/ 1820297 h 2079137"/>
              <a:gd name="connsiteX178" fmla="*/ 2925719 w 12192000"/>
              <a:gd name="connsiteY178" fmla="*/ 1828468 h 2079137"/>
              <a:gd name="connsiteX179" fmla="*/ 2857951 w 12192000"/>
              <a:gd name="connsiteY179" fmla="*/ 1842496 h 2079137"/>
              <a:gd name="connsiteX180" fmla="*/ 2857427 w 12192000"/>
              <a:gd name="connsiteY180" fmla="*/ 1841591 h 2079137"/>
              <a:gd name="connsiteX181" fmla="*/ 2846731 w 12192000"/>
              <a:gd name="connsiteY181" fmla="*/ 1839316 h 2079137"/>
              <a:gd name="connsiteX182" fmla="*/ 2826290 w 12192000"/>
              <a:gd name="connsiteY182" fmla="*/ 1837274 h 2079137"/>
              <a:gd name="connsiteX183" fmla="*/ 2779146 w 12192000"/>
              <a:gd name="connsiteY183" fmla="*/ 1820071 h 2079137"/>
              <a:gd name="connsiteX184" fmla="*/ 2739608 w 12192000"/>
              <a:gd name="connsiteY184" fmla="*/ 1827861 h 2079137"/>
              <a:gd name="connsiteX185" fmla="*/ 2731631 w 12192000"/>
              <a:gd name="connsiteY185" fmla="*/ 1828881 h 2079137"/>
              <a:gd name="connsiteX186" fmla="*/ 2731464 w 12192000"/>
              <a:gd name="connsiteY186" fmla="*/ 1828677 h 2079137"/>
              <a:gd name="connsiteX187" fmla="*/ 2723037 w 12192000"/>
              <a:gd name="connsiteY187" fmla="*/ 1829303 h 2079137"/>
              <a:gd name="connsiteX188" fmla="*/ 2701616 w 12192000"/>
              <a:gd name="connsiteY188" fmla="*/ 1832725 h 2079137"/>
              <a:gd name="connsiteX189" fmla="*/ 2696239 w 12192000"/>
              <a:gd name="connsiteY189" fmla="*/ 1831904 h 2079137"/>
              <a:gd name="connsiteX190" fmla="*/ 2663445 w 12192000"/>
              <a:gd name="connsiteY190" fmla="*/ 1825958 h 2079137"/>
              <a:gd name="connsiteX191" fmla="*/ 2560925 w 12192000"/>
              <a:gd name="connsiteY191" fmla="*/ 1829094 h 2079137"/>
              <a:gd name="connsiteX192" fmla="*/ 2458739 w 12192000"/>
              <a:gd name="connsiteY192" fmla="*/ 1834479 h 2079137"/>
              <a:gd name="connsiteX193" fmla="*/ 2356074 w 12192000"/>
              <a:gd name="connsiteY193" fmla="*/ 1836991 h 2079137"/>
              <a:gd name="connsiteX194" fmla="*/ 2304241 w 12192000"/>
              <a:gd name="connsiteY194" fmla="*/ 1822021 h 2079137"/>
              <a:gd name="connsiteX195" fmla="*/ 2298362 w 12192000"/>
              <a:gd name="connsiteY195" fmla="*/ 1822125 h 2079137"/>
              <a:gd name="connsiteX196" fmla="*/ 2283527 w 12192000"/>
              <a:gd name="connsiteY196" fmla="*/ 1826361 h 2079137"/>
              <a:gd name="connsiteX197" fmla="*/ 2278150 w 12192000"/>
              <a:gd name="connsiteY197" fmla="*/ 1828604 h 2079137"/>
              <a:gd name="connsiteX198" fmla="*/ 2269853 w 12192000"/>
              <a:gd name="connsiteY198" fmla="*/ 1830502 h 2079137"/>
              <a:gd name="connsiteX199" fmla="*/ 2269585 w 12192000"/>
              <a:gd name="connsiteY199" fmla="*/ 1830341 h 2079137"/>
              <a:gd name="connsiteX200" fmla="*/ 2225332 w 12192000"/>
              <a:gd name="connsiteY200" fmla="*/ 1845825 h 2079137"/>
              <a:gd name="connsiteX201" fmla="*/ 2169048 w 12192000"/>
              <a:gd name="connsiteY201" fmla="*/ 1837658 h 2079137"/>
              <a:gd name="connsiteX202" fmla="*/ 2147231 w 12192000"/>
              <a:gd name="connsiteY202" fmla="*/ 1839027 h 2079137"/>
              <a:gd name="connsiteX203" fmla="*/ 2135241 w 12192000"/>
              <a:gd name="connsiteY203" fmla="*/ 1838652 h 2079137"/>
              <a:gd name="connsiteX204" fmla="*/ 2099215 w 12192000"/>
              <a:gd name="connsiteY204" fmla="*/ 1850768 h 2079137"/>
              <a:gd name="connsiteX205" fmla="*/ 2094046 w 12192000"/>
              <a:gd name="connsiteY205" fmla="*/ 1850806 h 2079137"/>
              <a:gd name="connsiteX206" fmla="*/ 2071850 w 12192000"/>
              <a:gd name="connsiteY206" fmla="*/ 1861319 h 2079137"/>
              <a:gd name="connsiteX207" fmla="*/ 2039607 w 12192000"/>
              <a:gd name="connsiteY207" fmla="*/ 1874318 h 2079137"/>
              <a:gd name="connsiteX208" fmla="*/ 2037289 w 12192000"/>
              <a:gd name="connsiteY208" fmla="*/ 1874025 h 2079137"/>
              <a:gd name="connsiteX209" fmla="*/ 2023615 w 12192000"/>
              <a:gd name="connsiteY209" fmla="*/ 1881562 h 2079137"/>
              <a:gd name="connsiteX210" fmla="*/ 1957176 w 12192000"/>
              <a:gd name="connsiteY210" fmla="*/ 1898709 h 2079137"/>
              <a:gd name="connsiteX211" fmla="*/ 1858081 w 12192000"/>
              <a:gd name="connsiteY211" fmla="*/ 1923144 h 2079137"/>
              <a:gd name="connsiteX212" fmla="*/ 1738865 w 12192000"/>
              <a:gd name="connsiteY212" fmla="*/ 1944965 h 2079137"/>
              <a:gd name="connsiteX213" fmla="*/ 1616692 w 12192000"/>
              <a:gd name="connsiteY213" fmla="*/ 1989107 h 2079137"/>
              <a:gd name="connsiteX214" fmla="*/ 1411898 w 12192000"/>
              <a:gd name="connsiteY214" fmla="*/ 2046254 h 2079137"/>
              <a:gd name="connsiteX215" fmla="*/ 1375780 w 12192000"/>
              <a:gd name="connsiteY215" fmla="*/ 2047961 h 2079137"/>
              <a:gd name="connsiteX216" fmla="*/ 1375707 w 12192000"/>
              <a:gd name="connsiteY216" fmla="*/ 2047981 h 2079137"/>
              <a:gd name="connsiteX217" fmla="*/ 1285585 w 12192000"/>
              <a:gd name="connsiteY217" fmla="*/ 2047113 h 2079137"/>
              <a:gd name="connsiteX218" fmla="*/ 1263658 w 12192000"/>
              <a:gd name="connsiteY218" fmla="*/ 2041397 h 2079137"/>
              <a:gd name="connsiteX219" fmla="*/ 1170403 w 12192000"/>
              <a:gd name="connsiteY219" fmla="*/ 2033399 h 2079137"/>
              <a:gd name="connsiteX220" fmla="*/ 1153718 w 12192000"/>
              <a:gd name="connsiteY220" fmla="*/ 2029576 h 2079137"/>
              <a:gd name="connsiteX221" fmla="*/ 1133937 w 12192000"/>
              <a:gd name="connsiteY221" fmla="*/ 2032149 h 2079137"/>
              <a:gd name="connsiteX222" fmla="*/ 1054999 w 12192000"/>
              <a:gd name="connsiteY222" fmla="*/ 2043242 h 2079137"/>
              <a:gd name="connsiteX223" fmla="*/ 1018405 w 12192000"/>
              <a:gd name="connsiteY223" fmla="*/ 2048281 h 2079137"/>
              <a:gd name="connsiteX224" fmla="*/ 1016563 w 12192000"/>
              <a:gd name="connsiteY224" fmla="*/ 2051718 h 2079137"/>
              <a:gd name="connsiteX225" fmla="*/ 1008284 w 12192000"/>
              <a:gd name="connsiteY225" fmla="*/ 2046742 h 2079137"/>
              <a:gd name="connsiteX226" fmla="*/ 981974 w 12192000"/>
              <a:gd name="connsiteY226" fmla="*/ 2048363 h 2079137"/>
              <a:gd name="connsiteX227" fmla="*/ 971903 w 12192000"/>
              <a:gd name="connsiteY227" fmla="*/ 2053484 h 2079137"/>
              <a:gd name="connsiteX228" fmla="*/ 954015 w 12192000"/>
              <a:gd name="connsiteY228" fmla="*/ 2052529 h 2079137"/>
              <a:gd name="connsiteX229" fmla="*/ 839571 w 12192000"/>
              <a:gd name="connsiteY229" fmla="*/ 2046509 h 2079137"/>
              <a:gd name="connsiteX230" fmla="*/ 823321 w 12192000"/>
              <a:gd name="connsiteY230" fmla="*/ 2054296 h 2079137"/>
              <a:gd name="connsiteX231" fmla="*/ 800990 w 12192000"/>
              <a:gd name="connsiteY231" fmla="*/ 2051523 h 2079137"/>
              <a:gd name="connsiteX232" fmla="*/ 776439 w 12192000"/>
              <a:gd name="connsiteY232" fmla="*/ 2062634 h 2079137"/>
              <a:gd name="connsiteX233" fmla="*/ 763041 w 12192000"/>
              <a:gd name="connsiteY233" fmla="*/ 2063995 h 2079137"/>
              <a:gd name="connsiteX234" fmla="*/ 757863 w 12192000"/>
              <a:gd name="connsiteY234" fmla="*/ 2065877 h 2079137"/>
              <a:gd name="connsiteX235" fmla="*/ 745053 w 12192000"/>
              <a:gd name="connsiteY235" fmla="*/ 2051831 h 2079137"/>
              <a:gd name="connsiteX236" fmla="*/ 722609 w 12192000"/>
              <a:gd name="connsiteY236" fmla="*/ 2049504 h 2079137"/>
              <a:gd name="connsiteX237" fmla="*/ 717618 w 12192000"/>
              <a:gd name="connsiteY237" fmla="*/ 2042131 h 2079137"/>
              <a:gd name="connsiteX238" fmla="*/ 703285 w 12192000"/>
              <a:gd name="connsiteY238" fmla="*/ 2046808 h 2079137"/>
              <a:gd name="connsiteX239" fmla="*/ 680199 w 12192000"/>
              <a:gd name="connsiteY239" fmla="*/ 2051947 h 2079137"/>
              <a:gd name="connsiteX240" fmla="*/ 667351 w 12192000"/>
              <a:gd name="connsiteY240" fmla="*/ 2054469 h 2079137"/>
              <a:gd name="connsiteX241" fmla="*/ 660961 w 12192000"/>
              <a:gd name="connsiteY241" fmla="*/ 2049404 h 2079137"/>
              <a:gd name="connsiteX242" fmla="*/ 638282 w 12192000"/>
              <a:gd name="connsiteY242" fmla="*/ 2060093 h 2079137"/>
              <a:gd name="connsiteX243" fmla="*/ 583551 w 12192000"/>
              <a:gd name="connsiteY243" fmla="*/ 2070197 h 2079137"/>
              <a:gd name="connsiteX244" fmla="*/ 525274 w 12192000"/>
              <a:gd name="connsiteY244" fmla="*/ 2079137 h 2079137"/>
              <a:gd name="connsiteX245" fmla="*/ 405635 w 12192000"/>
              <a:gd name="connsiteY245" fmla="*/ 2059339 h 2079137"/>
              <a:gd name="connsiteX246" fmla="*/ 281555 w 12192000"/>
              <a:gd name="connsiteY246" fmla="*/ 2022847 h 2079137"/>
              <a:gd name="connsiteX247" fmla="*/ 98513 w 12192000"/>
              <a:gd name="connsiteY247" fmla="*/ 1969504 h 2079137"/>
              <a:gd name="connsiteX248" fmla="*/ 56191 w 12192000"/>
              <a:gd name="connsiteY248" fmla="*/ 1950709 h 2079137"/>
              <a:gd name="connsiteX249" fmla="*/ 0 w 12192000"/>
              <a:gd name="connsiteY249" fmla="*/ 1935789 h 2079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</a:cxnLst>
            <a:rect l="l" t="t" r="r" b="b"/>
            <a:pathLst>
              <a:path w="12192000" h="2079137">
                <a:moveTo>
                  <a:pt x="12160143" y="831692"/>
                </a:moveTo>
                <a:lnTo>
                  <a:pt x="12159112" y="833361"/>
                </a:lnTo>
                <a:cubicBezTo>
                  <a:pt x="12157915" y="833832"/>
                  <a:pt x="12157402" y="833649"/>
                  <a:pt x="12158912" y="832430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558063"/>
                </a:lnTo>
                <a:lnTo>
                  <a:pt x="12189259" y="810508"/>
                </a:lnTo>
                <a:lnTo>
                  <a:pt x="12170847" y="825280"/>
                </a:lnTo>
                <a:lnTo>
                  <a:pt x="12160143" y="831692"/>
                </a:lnTo>
                <a:lnTo>
                  <a:pt x="12163806" y="825759"/>
                </a:lnTo>
                <a:cubicBezTo>
                  <a:pt x="12125449" y="821525"/>
                  <a:pt x="12082203" y="824698"/>
                  <a:pt x="12056557" y="810176"/>
                </a:cubicBezTo>
                <a:cubicBezTo>
                  <a:pt x="12050902" y="790976"/>
                  <a:pt x="11923731" y="799312"/>
                  <a:pt x="11900316" y="789618"/>
                </a:cubicBezTo>
                <a:cubicBezTo>
                  <a:pt x="11841702" y="803374"/>
                  <a:pt x="11823963" y="832645"/>
                  <a:pt x="11791206" y="824176"/>
                </a:cubicBezTo>
                <a:cubicBezTo>
                  <a:pt x="11768977" y="817380"/>
                  <a:pt x="11683857" y="828947"/>
                  <a:pt x="11659257" y="800841"/>
                </a:cubicBezTo>
                <a:cubicBezTo>
                  <a:pt x="11617173" y="818107"/>
                  <a:pt x="11602556" y="790694"/>
                  <a:pt x="11569789" y="797135"/>
                </a:cubicBezTo>
                <a:cubicBezTo>
                  <a:pt x="11498310" y="795094"/>
                  <a:pt x="11458472" y="819882"/>
                  <a:pt x="11367885" y="791985"/>
                </a:cubicBezTo>
                <a:cubicBezTo>
                  <a:pt x="11325508" y="798158"/>
                  <a:pt x="11266580" y="755023"/>
                  <a:pt x="11174663" y="788721"/>
                </a:cubicBezTo>
                <a:cubicBezTo>
                  <a:pt x="11122703" y="792192"/>
                  <a:pt x="11150009" y="775410"/>
                  <a:pt x="11068220" y="786994"/>
                </a:cubicBezTo>
                <a:cubicBezTo>
                  <a:pt x="11046931" y="759861"/>
                  <a:pt x="10919185" y="793102"/>
                  <a:pt x="10893266" y="794013"/>
                </a:cubicBezTo>
                <a:cubicBezTo>
                  <a:pt x="10874184" y="776189"/>
                  <a:pt x="10862860" y="788743"/>
                  <a:pt x="10844025" y="789857"/>
                </a:cubicBezTo>
                <a:cubicBezTo>
                  <a:pt x="10836453" y="779294"/>
                  <a:pt x="10820690" y="778184"/>
                  <a:pt x="10814353" y="789010"/>
                </a:cubicBezTo>
                <a:cubicBezTo>
                  <a:pt x="10819669" y="816016"/>
                  <a:pt x="10754019" y="789067"/>
                  <a:pt x="10748393" y="806738"/>
                </a:cubicBezTo>
                <a:cubicBezTo>
                  <a:pt x="10687156" y="807873"/>
                  <a:pt x="10550299" y="781800"/>
                  <a:pt x="10468256" y="778733"/>
                </a:cubicBezTo>
                <a:cubicBezTo>
                  <a:pt x="10436666" y="770025"/>
                  <a:pt x="10371995" y="797252"/>
                  <a:pt x="10256131" y="788332"/>
                </a:cubicBezTo>
                <a:cubicBezTo>
                  <a:pt x="10240995" y="781626"/>
                  <a:pt x="10182664" y="765742"/>
                  <a:pt x="10177442" y="777371"/>
                </a:cubicBezTo>
                <a:cubicBezTo>
                  <a:pt x="10141447" y="775683"/>
                  <a:pt x="10030323" y="810071"/>
                  <a:pt x="10006086" y="792651"/>
                </a:cubicBezTo>
                <a:cubicBezTo>
                  <a:pt x="10009448" y="818833"/>
                  <a:pt x="9960389" y="791426"/>
                  <a:pt x="9952382" y="815411"/>
                </a:cubicBezTo>
                <a:lnTo>
                  <a:pt x="9926457" y="827295"/>
                </a:lnTo>
                <a:lnTo>
                  <a:pt x="9843405" y="867046"/>
                </a:lnTo>
                <a:lnTo>
                  <a:pt x="9830866" y="875047"/>
                </a:lnTo>
                <a:lnTo>
                  <a:pt x="9801807" y="872272"/>
                </a:lnTo>
                <a:lnTo>
                  <a:pt x="9785653" y="861743"/>
                </a:lnTo>
                <a:lnTo>
                  <a:pt x="9781177" y="864820"/>
                </a:lnTo>
                <a:cubicBezTo>
                  <a:pt x="9776153" y="871003"/>
                  <a:pt x="9773556" y="874842"/>
                  <a:pt x="9768640" y="869379"/>
                </a:cubicBezTo>
                <a:lnTo>
                  <a:pt x="9712211" y="900283"/>
                </a:lnTo>
                <a:cubicBezTo>
                  <a:pt x="9706243" y="902750"/>
                  <a:pt x="9698952" y="902954"/>
                  <a:pt x="9689465" y="899268"/>
                </a:cubicBezTo>
                <a:cubicBezTo>
                  <a:pt x="9670819" y="902906"/>
                  <a:pt x="9618108" y="917739"/>
                  <a:pt x="9600339" y="922112"/>
                </a:cubicBezTo>
                <a:lnTo>
                  <a:pt x="9582850" y="925510"/>
                </a:lnTo>
                <a:cubicBezTo>
                  <a:pt x="9574400" y="928631"/>
                  <a:pt x="9556868" y="938130"/>
                  <a:pt x="9549638" y="940845"/>
                </a:cubicBezTo>
                <a:cubicBezTo>
                  <a:pt x="9543792" y="942327"/>
                  <a:pt x="9546812" y="939351"/>
                  <a:pt x="9539471" y="941799"/>
                </a:cubicBezTo>
                <a:cubicBezTo>
                  <a:pt x="9538994" y="947702"/>
                  <a:pt x="9536009" y="953248"/>
                  <a:pt x="9505592" y="955533"/>
                </a:cubicBezTo>
                <a:cubicBezTo>
                  <a:pt x="9486013" y="968563"/>
                  <a:pt x="9460860" y="978842"/>
                  <a:pt x="9432569" y="985377"/>
                </a:cubicBezTo>
                <a:cubicBezTo>
                  <a:pt x="9426990" y="980335"/>
                  <a:pt x="9418918" y="990185"/>
                  <a:pt x="9414216" y="992655"/>
                </a:cubicBezTo>
                <a:cubicBezTo>
                  <a:pt x="9412644" y="989014"/>
                  <a:pt x="9400057" y="989255"/>
                  <a:pt x="9397106" y="992980"/>
                </a:cubicBezTo>
                <a:cubicBezTo>
                  <a:pt x="9314093" y="1020862"/>
                  <a:pt x="9349678" y="978420"/>
                  <a:pt x="9305108" y="1007767"/>
                </a:cubicBezTo>
                <a:cubicBezTo>
                  <a:pt x="9296670" y="1010324"/>
                  <a:pt x="9289251" y="1009612"/>
                  <a:pt x="9282434" y="1007523"/>
                </a:cubicBezTo>
                <a:lnTo>
                  <a:pt x="9271941" y="1002839"/>
                </a:lnTo>
                <a:lnTo>
                  <a:pt x="9238227" y="1017668"/>
                </a:lnTo>
                <a:cubicBezTo>
                  <a:pt x="9221294" y="1023415"/>
                  <a:pt x="9203166" y="1027997"/>
                  <a:pt x="9184265" y="1031275"/>
                </a:cubicBezTo>
                <a:cubicBezTo>
                  <a:pt x="9178371" y="1024135"/>
                  <a:pt x="9165618" y="1036637"/>
                  <a:pt x="9159000" y="1039569"/>
                </a:cubicBezTo>
                <a:cubicBezTo>
                  <a:pt x="9157881" y="1034602"/>
                  <a:pt x="9141725" y="1033964"/>
                  <a:pt x="9137031" y="1038699"/>
                </a:cubicBezTo>
                <a:cubicBezTo>
                  <a:pt x="9023973" y="1069523"/>
                  <a:pt x="9079946" y="1015706"/>
                  <a:pt x="9015702" y="1051400"/>
                </a:cubicBezTo>
                <a:lnTo>
                  <a:pt x="8971403" y="1040542"/>
                </a:lnTo>
                <a:lnTo>
                  <a:pt x="8961826" y="1045364"/>
                </a:lnTo>
                <a:cubicBezTo>
                  <a:pt x="8922837" y="1050010"/>
                  <a:pt x="8909116" y="1040754"/>
                  <a:pt x="8888623" y="1053908"/>
                </a:cubicBezTo>
                <a:cubicBezTo>
                  <a:pt x="8850424" y="1035587"/>
                  <a:pt x="8865892" y="1054194"/>
                  <a:pt x="8841066" y="1060421"/>
                </a:cubicBezTo>
                <a:cubicBezTo>
                  <a:pt x="8818353" y="1064878"/>
                  <a:pt x="8775995" y="1076068"/>
                  <a:pt x="8752342" y="1080646"/>
                </a:cubicBezTo>
                <a:cubicBezTo>
                  <a:pt x="8736966" y="1099406"/>
                  <a:pt x="8723186" y="1079948"/>
                  <a:pt x="8699139" y="1087885"/>
                </a:cubicBezTo>
                <a:cubicBezTo>
                  <a:pt x="8688630" y="1095506"/>
                  <a:pt x="8680324" y="1097539"/>
                  <a:pt x="8667273" y="1092062"/>
                </a:cubicBezTo>
                <a:cubicBezTo>
                  <a:pt x="8619205" y="1128818"/>
                  <a:pt x="8634590" y="1097116"/>
                  <a:pt x="8586064" y="1114603"/>
                </a:cubicBezTo>
                <a:cubicBezTo>
                  <a:pt x="8544721" y="1131913"/>
                  <a:pt x="8496602" y="1145520"/>
                  <a:pt x="8460312" y="1179878"/>
                </a:cubicBezTo>
                <a:cubicBezTo>
                  <a:pt x="8454266" y="1189140"/>
                  <a:pt x="8435781" y="1194455"/>
                  <a:pt x="8419023" y="1191748"/>
                </a:cubicBezTo>
                <a:cubicBezTo>
                  <a:pt x="8416138" y="1191283"/>
                  <a:pt x="8413416" y="1190591"/>
                  <a:pt x="8410939" y="1189696"/>
                </a:cubicBezTo>
                <a:cubicBezTo>
                  <a:pt x="8390077" y="1213458"/>
                  <a:pt x="8370324" y="1205397"/>
                  <a:pt x="8362040" y="1220820"/>
                </a:cubicBezTo>
                <a:cubicBezTo>
                  <a:pt x="8320616" y="1231942"/>
                  <a:pt x="8281663" y="1222882"/>
                  <a:pt x="8273677" y="1236495"/>
                </a:cubicBezTo>
                <a:cubicBezTo>
                  <a:pt x="8251358" y="1238573"/>
                  <a:pt x="8216738" y="1228341"/>
                  <a:pt x="8204283" y="1243537"/>
                </a:cubicBezTo>
                <a:cubicBezTo>
                  <a:pt x="8198634" y="1233135"/>
                  <a:pt x="8181550" y="1254947"/>
                  <a:pt x="8166550" y="1249551"/>
                </a:cubicBezTo>
                <a:cubicBezTo>
                  <a:pt x="8155570" y="1244572"/>
                  <a:pt x="8147825" y="1250027"/>
                  <a:pt x="8137785" y="1251636"/>
                </a:cubicBezTo>
                <a:cubicBezTo>
                  <a:pt x="8123427" y="1248361"/>
                  <a:pt x="8081662" y="1261833"/>
                  <a:pt x="8071596" y="1269274"/>
                </a:cubicBezTo>
                <a:cubicBezTo>
                  <a:pt x="8048949" y="1293759"/>
                  <a:pt x="7983924" y="1284712"/>
                  <a:pt x="7964816" y="1303668"/>
                </a:cubicBezTo>
                <a:cubicBezTo>
                  <a:pt x="7957137" y="1306992"/>
                  <a:pt x="7949335" y="1308861"/>
                  <a:pt x="7941495" y="1309821"/>
                </a:cubicBezTo>
                <a:lnTo>
                  <a:pt x="7919123" y="1310466"/>
                </a:lnTo>
                <a:lnTo>
                  <a:pt x="7911902" y="1306569"/>
                </a:lnTo>
                <a:lnTo>
                  <a:pt x="7898703" y="1309208"/>
                </a:lnTo>
                <a:lnTo>
                  <a:pt x="7894703" y="1308939"/>
                </a:lnTo>
                <a:lnTo>
                  <a:pt x="7872267" y="1308370"/>
                </a:lnTo>
                <a:cubicBezTo>
                  <a:pt x="7886550" y="1330359"/>
                  <a:pt x="7812648" y="1314851"/>
                  <a:pt x="7836454" y="1331265"/>
                </a:cubicBezTo>
                <a:cubicBezTo>
                  <a:pt x="7798907" y="1336933"/>
                  <a:pt x="7831419" y="1351068"/>
                  <a:pt x="7782451" y="1339601"/>
                </a:cubicBezTo>
                <a:cubicBezTo>
                  <a:pt x="7727636" y="1365002"/>
                  <a:pt x="7583002" y="1338768"/>
                  <a:pt x="7542969" y="1372495"/>
                </a:cubicBezTo>
                <a:cubicBezTo>
                  <a:pt x="7546396" y="1360942"/>
                  <a:pt x="7492851" y="1424323"/>
                  <a:pt x="7476832" y="1431655"/>
                </a:cubicBezTo>
                <a:cubicBezTo>
                  <a:pt x="7439619" y="1443703"/>
                  <a:pt x="7425596" y="1454661"/>
                  <a:pt x="7370237" y="1474339"/>
                </a:cubicBezTo>
                <a:cubicBezTo>
                  <a:pt x="7316246" y="1485928"/>
                  <a:pt x="7281903" y="1512712"/>
                  <a:pt x="7222223" y="1510199"/>
                </a:cubicBezTo>
                <a:cubicBezTo>
                  <a:pt x="7221190" y="1514030"/>
                  <a:pt x="7218885" y="1517398"/>
                  <a:pt x="7215703" y="1520424"/>
                </a:cubicBezTo>
                <a:lnTo>
                  <a:pt x="7204548" y="1528145"/>
                </a:lnTo>
                <a:lnTo>
                  <a:pt x="7202038" y="1527954"/>
                </a:lnTo>
                <a:lnTo>
                  <a:pt x="7173860" y="1541605"/>
                </a:lnTo>
                <a:lnTo>
                  <a:pt x="7155079" y="1552495"/>
                </a:lnTo>
                <a:lnTo>
                  <a:pt x="7149757" y="1552732"/>
                </a:lnTo>
                <a:cubicBezTo>
                  <a:pt x="7141378" y="1554948"/>
                  <a:pt x="7115959" y="1563256"/>
                  <a:pt x="7104804" y="1565792"/>
                </a:cubicBezTo>
                <a:cubicBezTo>
                  <a:pt x="7099811" y="1550850"/>
                  <a:pt x="7096935" y="1561973"/>
                  <a:pt x="7082824" y="1567947"/>
                </a:cubicBezTo>
                <a:cubicBezTo>
                  <a:pt x="7071919" y="1546070"/>
                  <a:pt x="7039417" y="1570606"/>
                  <a:pt x="7021520" y="1562334"/>
                </a:cubicBezTo>
                <a:cubicBezTo>
                  <a:pt x="7011400" y="1567217"/>
                  <a:pt x="7000495" y="1571981"/>
                  <a:pt x="6988956" y="1576442"/>
                </a:cubicBezTo>
                <a:lnTo>
                  <a:pt x="6981922" y="1578821"/>
                </a:lnTo>
                <a:lnTo>
                  <a:pt x="6981583" y="1578678"/>
                </a:lnTo>
                <a:cubicBezTo>
                  <a:pt x="6979627" y="1578791"/>
                  <a:pt x="6977153" y="1579421"/>
                  <a:pt x="6973762" y="1580811"/>
                </a:cubicBezTo>
                <a:lnTo>
                  <a:pt x="6969093" y="1583157"/>
                </a:lnTo>
                <a:lnTo>
                  <a:pt x="6890037" y="1575825"/>
                </a:lnTo>
                <a:cubicBezTo>
                  <a:pt x="6849459" y="1579997"/>
                  <a:pt x="6820022" y="1566922"/>
                  <a:pt x="6785054" y="1582200"/>
                </a:cubicBezTo>
                <a:cubicBezTo>
                  <a:pt x="6747047" y="1586037"/>
                  <a:pt x="6712794" y="1582954"/>
                  <a:pt x="6681692" y="1591296"/>
                </a:cubicBezTo>
                <a:cubicBezTo>
                  <a:pt x="6667557" y="1587501"/>
                  <a:pt x="6654822" y="1586753"/>
                  <a:pt x="6644556" y="1595940"/>
                </a:cubicBezTo>
                <a:cubicBezTo>
                  <a:pt x="6608615" y="1597269"/>
                  <a:pt x="6597697" y="1587005"/>
                  <a:pt x="6577106" y="1598261"/>
                </a:cubicBezTo>
                <a:lnTo>
                  <a:pt x="6544183" y="1596149"/>
                </a:lnTo>
                <a:lnTo>
                  <a:pt x="6540921" y="1593857"/>
                </a:lnTo>
                <a:lnTo>
                  <a:pt x="6535046" y="1593283"/>
                </a:lnTo>
                <a:lnTo>
                  <a:pt x="6519853" y="1595771"/>
                </a:lnTo>
                <a:lnTo>
                  <a:pt x="6514280" y="1597376"/>
                </a:lnTo>
                <a:cubicBezTo>
                  <a:pt x="6510385" y="1598232"/>
                  <a:pt x="6507735" y="1598481"/>
                  <a:pt x="6505824" y="1598298"/>
                </a:cubicBezTo>
                <a:lnTo>
                  <a:pt x="6505573" y="1598109"/>
                </a:lnTo>
                <a:lnTo>
                  <a:pt x="6497741" y="1599392"/>
                </a:lnTo>
                <a:cubicBezTo>
                  <a:pt x="6484628" y="1602044"/>
                  <a:pt x="6471968" y="1605085"/>
                  <a:pt x="6459992" y="1608358"/>
                </a:cubicBezTo>
                <a:cubicBezTo>
                  <a:pt x="6447037" y="1597612"/>
                  <a:pt x="6404274" y="1616787"/>
                  <a:pt x="6404572" y="1593771"/>
                </a:cubicBezTo>
                <a:cubicBezTo>
                  <a:pt x="6388277" y="1597519"/>
                  <a:pt x="6380141" y="1607970"/>
                  <a:pt x="6382671" y="1592612"/>
                </a:cubicBezTo>
                <a:lnTo>
                  <a:pt x="6369843" y="1590015"/>
                </a:lnTo>
                <a:lnTo>
                  <a:pt x="6269740" y="1614633"/>
                </a:lnTo>
                <a:lnTo>
                  <a:pt x="6255405" y="1620529"/>
                </a:lnTo>
                <a:cubicBezTo>
                  <a:pt x="6250911" y="1623016"/>
                  <a:pt x="6247090" y="1625968"/>
                  <a:pt x="6244248" y="1629561"/>
                </a:cubicBezTo>
                <a:cubicBezTo>
                  <a:pt x="6188859" y="1618246"/>
                  <a:pt x="6143250" y="1639346"/>
                  <a:pt x="6086396" y="1642666"/>
                </a:cubicBezTo>
                <a:cubicBezTo>
                  <a:pt x="6024311" y="1653696"/>
                  <a:pt x="5889522" y="1686499"/>
                  <a:pt x="5867429" y="1695554"/>
                </a:cubicBezTo>
                <a:cubicBezTo>
                  <a:pt x="5848669" y="1700350"/>
                  <a:pt x="5763994" y="1699795"/>
                  <a:pt x="5772864" y="1689002"/>
                </a:cubicBezTo>
                <a:cubicBezTo>
                  <a:pt x="5718480" y="1716048"/>
                  <a:pt x="5694188" y="1696562"/>
                  <a:pt x="5629833" y="1713273"/>
                </a:cubicBezTo>
                <a:lnTo>
                  <a:pt x="5504771" y="1725744"/>
                </a:lnTo>
                <a:lnTo>
                  <a:pt x="5490967" y="1726367"/>
                </a:lnTo>
                <a:lnTo>
                  <a:pt x="5486015" y="1721481"/>
                </a:lnTo>
                <a:lnTo>
                  <a:pt x="5439364" y="1721349"/>
                </a:lnTo>
                <a:cubicBezTo>
                  <a:pt x="5418850" y="1733129"/>
                  <a:pt x="5381503" y="1725668"/>
                  <a:pt x="5350025" y="1729885"/>
                </a:cubicBezTo>
                <a:lnTo>
                  <a:pt x="5336104" y="1734377"/>
                </a:lnTo>
                <a:lnTo>
                  <a:pt x="5245234" y="1738520"/>
                </a:lnTo>
                <a:lnTo>
                  <a:pt x="5182955" y="1744622"/>
                </a:lnTo>
                <a:lnTo>
                  <a:pt x="5169506" y="1748993"/>
                </a:lnTo>
                <a:lnTo>
                  <a:pt x="5154299" y="1744080"/>
                </a:lnTo>
                <a:cubicBezTo>
                  <a:pt x="5152463" y="1742751"/>
                  <a:pt x="5150989" y="1741283"/>
                  <a:pt x="5149917" y="1739727"/>
                </a:cubicBezTo>
                <a:lnTo>
                  <a:pt x="5100319" y="1745797"/>
                </a:lnTo>
                <a:lnTo>
                  <a:pt x="5094361" y="1745767"/>
                </a:lnTo>
                <a:lnTo>
                  <a:pt x="5053410" y="1742790"/>
                </a:lnTo>
                <a:lnTo>
                  <a:pt x="4992711" y="1734075"/>
                </a:lnTo>
                <a:cubicBezTo>
                  <a:pt x="4972764" y="1728527"/>
                  <a:pt x="4955480" y="1708667"/>
                  <a:pt x="4930098" y="1717312"/>
                </a:cubicBezTo>
                <a:cubicBezTo>
                  <a:pt x="4936142" y="1706767"/>
                  <a:pt x="4900350" y="1719438"/>
                  <a:pt x="4893834" y="1710028"/>
                </a:cubicBezTo>
                <a:cubicBezTo>
                  <a:pt x="4890113" y="1702277"/>
                  <a:pt x="4878389" y="1704314"/>
                  <a:pt x="4868730" y="1702384"/>
                </a:cubicBezTo>
                <a:cubicBezTo>
                  <a:pt x="4860577" y="1694955"/>
                  <a:pt x="4813519" y="1692594"/>
                  <a:pt x="4797925" y="1695535"/>
                </a:cubicBezTo>
                <a:cubicBezTo>
                  <a:pt x="4754973" y="1708626"/>
                  <a:pt x="4712186" y="1679830"/>
                  <a:pt x="4677670" y="1689453"/>
                </a:cubicBezTo>
                <a:cubicBezTo>
                  <a:pt x="4650390" y="1686902"/>
                  <a:pt x="4641786" y="1682702"/>
                  <a:pt x="4634248" y="1680227"/>
                </a:cubicBezTo>
                <a:lnTo>
                  <a:pt x="4632434" y="1674607"/>
                </a:lnTo>
                <a:lnTo>
                  <a:pt x="4619204" y="1672507"/>
                </a:lnTo>
                <a:lnTo>
                  <a:pt x="4616283" y="1670977"/>
                </a:lnTo>
                <a:cubicBezTo>
                  <a:pt x="4610716" y="1668036"/>
                  <a:pt x="4605090" y="1665277"/>
                  <a:pt x="4598926" y="1663178"/>
                </a:cubicBezTo>
                <a:cubicBezTo>
                  <a:pt x="4588025" y="1686237"/>
                  <a:pt x="4544698" y="1649138"/>
                  <a:pt x="4547069" y="1670642"/>
                </a:cubicBezTo>
                <a:lnTo>
                  <a:pt x="4523516" y="1669785"/>
                </a:lnTo>
                <a:lnTo>
                  <a:pt x="4500586" y="1675912"/>
                </a:lnTo>
                <a:lnTo>
                  <a:pt x="4488196" y="1683463"/>
                </a:lnTo>
                <a:lnTo>
                  <a:pt x="4445463" y="1695634"/>
                </a:lnTo>
                <a:lnTo>
                  <a:pt x="4446550" y="1680538"/>
                </a:lnTo>
                <a:lnTo>
                  <a:pt x="4365375" y="1697935"/>
                </a:lnTo>
                <a:lnTo>
                  <a:pt x="4305123" y="1714185"/>
                </a:lnTo>
                <a:lnTo>
                  <a:pt x="4292665" y="1720703"/>
                </a:lnTo>
                <a:lnTo>
                  <a:pt x="4276789" y="1718367"/>
                </a:lnTo>
                <a:cubicBezTo>
                  <a:pt x="4274740" y="1717359"/>
                  <a:pt x="4273021" y="1716157"/>
                  <a:pt x="4271683" y="1714801"/>
                </a:cubicBezTo>
                <a:lnTo>
                  <a:pt x="4223918" y="1728936"/>
                </a:lnTo>
                <a:lnTo>
                  <a:pt x="4218039" y="1729885"/>
                </a:lnTo>
                <a:lnTo>
                  <a:pt x="4177153" y="1733691"/>
                </a:lnTo>
                <a:lnTo>
                  <a:pt x="4051032" y="1728886"/>
                </a:lnTo>
                <a:cubicBezTo>
                  <a:pt x="4055072" y="1717510"/>
                  <a:pt x="4022108" y="1735873"/>
                  <a:pt x="4013978" y="1727679"/>
                </a:cubicBezTo>
                <a:cubicBezTo>
                  <a:pt x="4008905" y="1720660"/>
                  <a:pt x="3997723" y="1724594"/>
                  <a:pt x="3987857" y="1724282"/>
                </a:cubicBezTo>
                <a:cubicBezTo>
                  <a:pt x="3978476" y="1718309"/>
                  <a:pt x="3931683" y="1723723"/>
                  <a:pt x="3916852" y="1729184"/>
                </a:cubicBezTo>
                <a:cubicBezTo>
                  <a:pt x="3876910" y="1749138"/>
                  <a:pt x="3829523" y="1727824"/>
                  <a:pt x="3797263" y="1742976"/>
                </a:cubicBezTo>
                <a:cubicBezTo>
                  <a:pt x="3769922" y="1744951"/>
                  <a:pt x="3760682" y="1742230"/>
                  <a:pt x="3752806" y="1741033"/>
                </a:cubicBezTo>
                <a:lnTo>
                  <a:pt x="3749997" y="1735799"/>
                </a:lnTo>
                <a:lnTo>
                  <a:pt x="3736582" y="1735907"/>
                </a:lnTo>
                <a:lnTo>
                  <a:pt x="3733428" y="1734881"/>
                </a:lnTo>
                <a:cubicBezTo>
                  <a:pt x="3727408" y="1732899"/>
                  <a:pt x="3721365" y="1731108"/>
                  <a:pt x="3714911" y="1730056"/>
                </a:cubicBezTo>
                <a:cubicBezTo>
                  <a:pt x="3708355" y="1754554"/>
                  <a:pt x="3658933" y="1725152"/>
                  <a:pt x="3665172" y="1745936"/>
                </a:cubicBezTo>
                <a:cubicBezTo>
                  <a:pt x="3628569" y="1744420"/>
                  <a:pt x="3583742" y="1775884"/>
                  <a:pt x="3552006" y="1755220"/>
                </a:cubicBezTo>
                <a:cubicBezTo>
                  <a:pt x="3497522" y="1758390"/>
                  <a:pt x="3448310" y="1757433"/>
                  <a:pt x="3390301" y="1762546"/>
                </a:cubicBezTo>
                <a:cubicBezTo>
                  <a:pt x="3345266" y="1774524"/>
                  <a:pt x="3297039" y="1758531"/>
                  <a:pt x="3264312" y="1774620"/>
                </a:cubicBezTo>
                <a:cubicBezTo>
                  <a:pt x="3212634" y="1771139"/>
                  <a:pt x="3147905" y="1780248"/>
                  <a:pt x="3106901" y="1804264"/>
                </a:cubicBezTo>
                <a:cubicBezTo>
                  <a:pt x="3051355" y="1805490"/>
                  <a:pt x="3041708" y="1820368"/>
                  <a:pt x="2993303" y="1806542"/>
                </a:cubicBezTo>
                <a:cubicBezTo>
                  <a:pt x="2989182" y="1810139"/>
                  <a:pt x="2984377" y="1813039"/>
                  <a:pt x="2979115" y="1815432"/>
                </a:cubicBezTo>
                <a:lnTo>
                  <a:pt x="2963118" y="1820962"/>
                </a:lnTo>
                <a:lnTo>
                  <a:pt x="2961156" y="1820297"/>
                </a:lnTo>
                <a:lnTo>
                  <a:pt x="2925719" y="1828468"/>
                </a:lnTo>
                <a:lnTo>
                  <a:pt x="2857951" y="1842496"/>
                </a:lnTo>
                <a:lnTo>
                  <a:pt x="2857427" y="1841591"/>
                </a:lnTo>
                <a:cubicBezTo>
                  <a:pt x="2855386" y="1839734"/>
                  <a:pt x="2852250" y="1838690"/>
                  <a:pt x="2846731" y="1839316"/>
                </a:cubicBezTo>
                <a:cubicBezTo>
                  <a:pt x="2855175" y="1823564"/>
                  <a:pt x="2843311" y="1834035"/>
                  <a:pt x="2826290" y="1837274"/>
                </a:cubicBezTo>
                <a:cubicBezTo>
                  <a:pt x="2835609" y="1813530"/>
                  <a:pt x="2787284" y="1831665"/>
                  <a:pt x="2779146" y="1820071"/>
                </a:cubicBezTo>
                <a:cubicBezTo>
                  <a:pt x="2766432" y="1822985"/>
                  <a:pt x="2753158" y="1825635"/>
                  <a:pt x="2739608" y="1827861"/>
                </a:cubicBezTo>
                <a:lnTo>
                  <a:pt x="2731631" y="1828881"/>
                </a:lnTo>
                <a:cubicBezTo>
                  <a:pt x="2731575" y="1828813"/>
                  <a:pt x="2731521" y="1828744"/>
                  <a:pt x="2731464" y="1828677"/>
                </a:cubicBezTo>
                <a:cubicBezTo>
                  <a:pt x="2729715" y="1828415"/>
                  <a:pt x="2727085" y="1828569"/>
                  <a:pt x="2723037" y="1829303"/>
                </a:cubicBezTo>
                <a:lnTo>
                  <a:pt x="2701616" y="1832725"/>
                </a:lnTo>
                <a:lnTo>
                  <a:pt x="2696239" y="1831904"/>
                </a:lnTo>
                <a:lnTo>
                  <a:pt x="2663445" y="1825958"/>
                </a:lnTo>
                <a:cubicBezTo>
                  <a:pt x="2641260" y="1825904"/>
                  <a:pt x="2595040" y="1827674"/>
                  <a:pt x="2560925" y="1829094"/>
                </a:cubicBezTo>
                <a:cubicBezTo>
                  <a:pt x="2527977" y="1836499"/>
                  <a:pt x="2496507" y="1831991"/>
                  <a:pt x="2458739" y="1834479"/>
                </a:cubicBezTo>
                <a:cubicBezTo>
                  <a:pt x="2419379" y="1848893"/>
                  <a:pt x="2396428" y="1834257"/>
                  <a:pt x="2356074" y="1836991"/>
                </a:cubicBezTo>
                <a:cubicBezTo>
                  <a:pt x="2323435" y="1857644"/>
                  <a:pt x="2325610" y="1826053"/>
                  <a:pt x="2304241" y="1822021"/>
                </a:cubicBezTo>
                <a:lnTo>
                  <a:pt x="2298362" y="1822125"/>
                </a:lnTo>
                <a:lnTo>
                  <a:pt x="2283527" y="1826361"/>
                </a:lnTo>
                <a:lnTo>
                  <a:pt x="2278150" y="1828604"/>
                </a:lnTo>
                <a:cubicBezTo>
                  <a:pt x="2274371" y="1829907"/>
                  <a:pt x="2271762" y="1830461"/>
                  <a:pt x="2269853" y="1830502"/>
                </a:cubicBezTo>
                <a:lnTo>
                  <a:pt x="2269585" y="1830341"/>
                </a:lnTo>
                <a:lnTo>
                  <a:pt x="2225332" y="1845825"/>
                </a:lnTo>
                <a:cubicBezTo>
                  <a:pt x="2211505" y="1836594"/>
                  <a:pt x="2170867" y="1860661"/>
                  <a:pt x="2169048" y="1837658"/>
                </a:cubicBezTo>
                <a:cubicBezTo>
                  <a:pt x="2153238" y="1843278"/>
                  <a:pt x="2146132" y="1854645"/>
                  <a:pt x="2147231" y="1839027"/>
                </a:cubicBezTo>
                <a:cubicBezTo>
                  <a:pt x="2141901" y="1840465"/>
                  <a:pt x="2138205" y="1840014"/>
                  <a:pt x="2135241" y="1838652"/>
                </a:cubicBezTo>
                <a:lnTo>
                  <a:pt x="2099215" y="1850768"/>
                </a:lnTo>
                <a:lnTo>
                  <a:pt x="2094046" y="1850806"/>
                </a:lnTo>
                <a:lnTo>
                  <a:pt x="2071850" y="1861319"/>
                </a:lnTo>
                <a:lnTo>
                  <a:pt x="2039607" y="1874318"/>
                </a:lnTo>
                <a:lnTo>
                  <a:pt x="2037289" y="1874025"/>
                </a:lnTo>
                <a:lnTo>
                  <a:pt x="2023615" y="1881562"/>
                </a:lnTo>
                <a:cubicBezTo>
                  <a:pt x="2019390" y="1884562"/>
                  <a:pt x="1959668" y="1894795"/>
                  <a:pt x="1957176" y="1898709"/>
                </a:cubicBezTo>
                <a:cubicBezTo>
                  <a:pt x="1901224" y="1893805"/>
                  <a:pt x="1914145" y="1913274"/>
                  <a:pt x="1858081" y="1923144"/>
                </a:cubicBezTo>
                <a:cubicBezTo>
                  <a:pt x="1819487" y="1923227"/>
                  <a:pt x="1798952" y="1929741"/>
                  <a:pt x="1738865" y="1944965"/>
                </a:cubicBezTo>
                <a:cubicBezTo>
                  <a:pt x="1698633" y="1955957"/>
                  <a:pt x="1670491" y="1978862"/>
                  <a:pt x="1616692" y="1989107"/>
                </a:cubicBezTo>
                <a:cubicBezTo>
                  <a:pt x="1565257" y="2022368"/>
                  <a:pt x="1474172" y="2022156"/>
                  <a:pt x="1411898" y="2046254"/>
                </a:cubicBezTo>
                <a:cubicBezTo>
                  <a:pt x="1380237" y="2035952"/>
                  <a:pt x="1386648" y="2042292"/>
                  <a:pt x="1375780" y="2047961"/>
                </a:cubicBezTo>
                <a:cubicBezTo>
                  <a:pt x="1375756" y="2047968"/>
                  <a:pt x="1375731" y="2047974"/>
                  <a:pt x="1375707" y="2047981"/>
                </a:cubicBezTo>
                <a:lnTo>
                  <a:pt x="1285585" y="2047113"/>
                </a:lnTo>
                <a:cubicBezTo>
                  <a:pt x="1279541" y="2043453"/>
                  <a:pt x="1272537" y="2040974"/>
                  <a:pt x="1263658" y="2041397"/>
                </a:cubicBezTo>
                <a:cubicBezTo>
                  <a:pt x="1212454" y="2058890"/>
                  <a:pt x="1258499" y="2026611"/>
                  <a:pt x="1170403" y="2033399"/>
                </a:cubicBezTo>
                <a:cubicBezTo>
                  <a:pt x="1166530" y="2036274"/>
                  <a:pt x="1154254" y="2033463"/>
                  <a:pt x="1153718" y="2029576"/>
                </a:cubicBezTo>
                <a:cubicBezTo>
                  <a:pt x="1148486" y="2030819"/>
                  <a:pt x="1137980" y="2038354"/>
                  <a:pt x="1133937" y="2032149"/>
                </a:cubicBezTo>
                <a:cubicBezTo>
                  <a:pt x="1104720" y="2031606"/>
                  <a:pt x="1077532" y="2035424"/>
                  <a:pt x="1054999" y="2043242"/>
                </a:cubicBezTo>
                <a:cubicBezTo>
                  <a:pt x="1024875" y="2038090"/>
                  <a:pt x="1020473" y="2042711"/>
                  <a:pt x="1018405" y="2048281"/>
                </a:cubicBezTo>
                <a:lnTo>
                  <a:pt x="1016563" y="2051718"/>
                </a:lnTo>
                <a:lnTo>
                  <a:pt x="1008284" y="2046742"/>
                </a:lnTo>
                <a:cubicBezTo>
                  <a:pt x="999244" y="2043620"/>
                  <a:pt x="990505" y="2044937"/>
                  <a:pt x="981974" y="2048363"/>
                </a:cubicBezTo>
                <a:lnTo>
                  <a:pt x="971903" y="2053484"/>
                </a:lnTo>
                <a:lnTo>
                  <a:pt x="954015" y="2052529"/>
                </a:lnTo>
                <a:cubicBezTo>
                  <a:pt x="931960" y="2051365"/>
                  <a:pt x="861352" y="2046214"/>
                  <a:pt x="839571" y="2046509"/>
                </a:cubicBezTo>
                <a:lnTo>
                  <a:pt x="823321" y="2054296"/>
                </a:lnTo>
                <a:lnTo>
                  <a:pt x="800990" y="2051523"/>
                </a:lnTo>
                <a:cubicBezTo>
                  <a:pt x="790723" y="2052171"/>
                  <a:pt x="782268" y="2055403"/>
                  <a:pt x="776439" y="2062634"/>
                </a:cubicBezTo>
                <a:cubicBezTo>
                  <a:pt x="773155" y="2056184"/>
                  <a:pt x="769593" y="2059253"/>
                  <a:pt x="763041" y="2063995"/>
                </a:cubicBezTo>
                <a:lnTo>
                  <a:pt x="757863" y="2065877"/>
                </a:lnTo>
                <a:lnTo>
                  <a:pt x="745053" y="2051831"/>
                </a:lnTo>
                <a:lnTo>
                  <a:pt x="722609" y="2049504"/>
                </a:lnTo>
                <a:lnTo>
                  <a:pt x="717618" y="2042131"/>
                </a:lnTo>
                <a:lnTo>
                  <a:pt x="703285" y="2046808"/>
                </a:lnTo>
                <a:cubicBezTo>
                  <a:pt x="698219" y="2048137"/>
                  <a:pt x="690058" y="2049926"/>
                  <a:pt x="680199" y="2051947"/>
                </a:cubicBezTo>
                <a:lnTo>
                  <a:pt x="667351" y="2054469"/>
                </a:lnTo>
                <a:lnTo>
                  <a:pt x="660961" y="2049404"/>
                </a:lnTo>
                <a:lnTo>
                  <a:pt x="638282" y="2060093"/>
                </a:lnTo>
                <a:lnTo>
                  <a:pt x="583551" y="2070197"/>
                </a:lnTo>
                <a:cubicBezTo>
                  <a:pt x="569268" y="2091365"/>
                  <a:pt x="529124" y="2053106"/>
                  <a:pt x="525274" y="2079137"/>
                </a:cubicBezTo>
                <a:cubicBezTo>
                  <a:pt x="506495" y="2056498"/>
                  <a:pt x="440091" y="2069666"/>
                  <a:pt x="405635" y="2059339"/>
                </a:cubicBezTo>
                <a:cubicBezTo>
                  <a:pt x="397410" y="2069278"/>
                  <a:pt x="294416" y="2032966"/>
                  <a:pt x="281555" y="2022847"/>
                </a:cubicBezTo>
                <a:cubicBezTo>
                  <a:pt x="171589" y="1986245"/>
                  <a:pt x="126791" y="1985528"/>
                  <a:pt x="98513" y="1969504"/>
                </a:cubicBezTo>
                <a:cubicBezTo>
                  <a:pt x="85544" y="1965247"/>
                  <a:pt x="73324" y="1958000"/>
                  <a:pt x="56191" y="1950709"/>
                </a:cubicBezTo>
                <a:lnTo>
                  <a:pt x="0" y="19357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BE4A23-89D3-7D6F-D577-B1A2A7713D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6" y="548640"/>
            <a:ext cx="9543405" cy="1188720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Introduction</a:t>
            </a:r>
            <a:endParaRPr lang="he-IL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142DCE2C-2863-46FA-9BE7-24365A24D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24586" y="5970896"/>
            <a:ext cx="9967416" cy="887104"/>
          </a:xfrm>
          <a:custGeom>
            <a:avLst/>
            <a:gdLst>
              <a:gd name="connsiteX0" fmla="*/ 4686423 w 9517857"/>
              <a:gd name="connsiteY0" fmla="*/ 247919 h 918356"/>
              <a:gd name="connsiteX1" fmla="*/ 4689051 w 9517857"/>
              <a:gd name="connsiteY1" fmla="*/ 250968 h 918356"/>
              <a:gd name="connsiteX2" fmla="*/ 4687244 w 9517857"/>
              <a:gd name="connsiteY2" fmla="*/ 251298 h 918356"/>
              <a:gd name="connsiteX3" fmla="*/ 4685225 w 9517857"/>
              <a:gd name="connsiteY3" fmla="*/ 246530 h 918356"/>
              <a:gd name="connsiteX4" fmla="*/ 4686133 w 9517857"/>
              <a:gd name="connsiteY4" fmla="*/ 246727 h 918356"/>
              <a:gd name="connsiteX5" fmla="*/ 4686423 w 9517857"/>
              <a:gd name="connsiteY5" fmla="*/ 247919 h 918356"/>
              <a:gd name="connsiteX6" fmla="*/ 9517856 w 9517857"/>
              <a:gd name="connsiteY6" fmla="*/ 0 h 918356"/>
              <a:gd name="connsiteX7" fmla="*/ 9517857 w 9517857"/>
              <a:gd name="connsiteY7" fmla="*/ 12 h 918356"/>
              <a:gd name="connsiteX8" fmla="*/ 9517857 w 9517857"/>
              <a:gd name="connsiteY8" fmla="*/ 918356 h 918356"/>
              <a:gd name="connsiteX9" fmla="*/ 14604 w 9517857"/>
              <a:gd name="connsiteY9" fmla="*/ 918356 h 918356"/>
              <a:gd name="connsiteX10" fmla="*/ 12841 w 9517857"/>
              <a:gd name="connsiteY10" fmla="*/ 917763 h 918356"/>
              <a:gd name="connsiteX11" fmla="*/ 93 w 9517857"/>
              <a:gd name="connsiteY11" fmla="*/ 912471 h 918356"/>
              <a:gd name="connsiteX12" fmla="*/ 58674 w 9517857"/>
              <a:gd name="connsiteY12" fmla="*/ 890322 h 918356"/>
              <a:gd name="connsiteX13" fmla="*/ 275005 w 9517857"/>
              <a:gd name="connsiteY13" fmla="*/ 807229 h 918356"/>
              <a:gd name="connsiteX14" fmla="*/ 587824 w 9517857"/>
              <a:gd name="connsiteY14" fmla="*/ 798195 h 918356"/>
              <a:gd name="connsiteX15" fmla="*/ 651826 w 9517857"/>
              <a:gd name="connsiteY15" fmla="*/ 738338 h 918356"/>
              <a:gd name="connsiteX16" fmla="*/ 727985 w 9517857"/>
              <a:gd name="connsiteY16" fmla="*/ 719826 h 918356"/>
              <a:gd name="connsiteX17" fmla="*/ 778982 w 9517857"/>
              <a:gd name="connsiteY17" fmla="*/ 710142 h 918356"/>
              <a:gd name="connsiteX18" fmla="*/ 849944 w 9517857"/>
              <a:gd name="connsiteY18" fmla="*/ 717987 h 918356"/>
              <a:gd name="connsiteX19" fmla="*/ 921659 w 9517857"/>
              <a:gd name="connsiteY19" fmla="*/ 712695 h 918356"/>
              <a:gd name="connsiteX20" fmla="*/ 930946 w 9517857"/>
              <a:gd name="connsiteY20" fmla="*/ 734046 h 918356"/>
              <a:gd name="connsiteX21" fmla="*/ 986250 w 9517857"/>
              <a:gd name="connsiteY21" fmla="*/ 713530 h 918356"/>
              <a:gd name="connsiteX22" fmla="*/ 1013752 w 9517857"/>
              <a:gd name="connsiteY22" fmla="*/ 713361 h 918356"/>
              <a:gd name="connsiteX23" fmla="*/ 1023734 w 9517857"/>
              <a:gd name="connsiteY23" fmla="*/ 718571 h 918356"/>
              <a:gd name="connsiteX24" fmla="*/ 1063207 w 9517857"/>
              <a:gd name="connsiteY24" fmla="*/ 715651 h 918356"/>
              <a:gd name="connsiteX25" fmla="*/ 1081980 w 9517857"/>
              <a:gd name="connsiteY25" fmla="*/ 738455 h 918356"/>
              <a:gd name="connsiteX26" fmla="*/ 1218120 w 9517857"/>
              <a:gd name="connsiteY26" fmla="*/ 713280 h 918356"/>
              <a:gd name="connsiteX27" fmla="*/ 1397459 w 9517857"/>
              <a:gd name="connsiteY27" fmla="*/ 691190 h 918356"/>
              <a:gd name="connsiteX28" fmla="*/ 1580688 w 9517857"/>
              <a:gd name="connsiteY28" fmla="*/ 693697 h 918356"/>
              <a:gd name="connsiteX29" fmla="*/ 1772334 w 9517857"/>
              <a:gd name="connsiteY29" fmla="*/ 710640 h 918356"/>
              <a:gd name="connsiteX30" fmla="*/ 2002561 w 9517857"/>
              <a:gd name="connsiteY30" fmla="*/ 659917 h 918356"/>
              <a:gd name="connsiteX31" fmla="*/ 2135144 w 9517857"/>
              <a:gd name="connsiteY31" fmla="*/ 636501 h 918356"/>
              <a:gd name="connsiteX32" fmla="*/ 2440292 w 9517857"/>
              <a:gd name="connsiteY32" fmla="*/ 593862 h 918356"/>
              <a:gd name="connsiteX33" fmla="*/ 2547829 w 9517857"/>
              <a:gd name="connsiteY33" fmla="*/ 566150 h 918356"/>
              <a:gd name="connsiteX34" fmla="*/ 2658055 w 9517857"/>
              <a:gd name="connsiteY34" fmla="*/ 578727 h 918356"/>
              <a:gd name="connsiteX35" fmla="*/ 2693698 w 9517857"/>
              <a:gd name="connsiteY35" fmla="*/ 560029 h 918356"/>
              <a:gd name="connsiteX36" fmla="*/ 2699673 w 9517857"/>
              <a:gd name="connsiteY36" fmla="*/ 556400 h 918356"/>
              <a:gd name="connsiteX37" fmla="*/ 2727306 w 9517857"/>
              <a:gd name="connsiteY37" fmla="*/ 550698 h 918356"/>
              <a:gd name="connsiteX38" fmla="*/ 2730451 w 9517857"/>
              <a:gd name="connsiteY38" fmla="*/ 538058 h 918356"/>
              <a:gd name="connsiteX39" fmla="*/ 2768713 w 9517857"/>
              <a:gd name="connsiteY39" fmla="*/ 521575 h 918356"/>
              <a:gd name="connsiteX40" fmla="*/ 2820868 w 9517857"/>
              <a:gd name="connsiteY40" fmla="*/ 514160 h 918356"/>
              <a:gd name="connsiteX41" fmla="*/ 3073635 w 9517857"/>
              <a:gd name="connsiteY41" fmla="*/ 491294 h 918356"/>
              <a:gd name="connsiteX42" fmla="*/ 3222071 w 9517857"/>
              <a:gd name="connsiteY42" fmla="*/ 470559 h 918356"/>
              <a:gd name="connsiteX43" fmla="*/ 3274069 w 9517857"/>
              <a:gd name="connsiteY43" fmla="*/ 451605 h 918356"/>
              <a:gd name="connsiteX44" fmla="*/ 3349632 w 9517857"/>
              <a:gd name="connsiteY44" fmla="*/ 432583 h 918356"/>
              <a:gd name="connsiteX45" fmla="*/ 3479593 w 9517857"/>
              <a:gd name="connsiteY45" fmla="*/ 390437 h 918356"/>
              <a:gd name="connsiteX46" fmla="*/ 3660110 w 9517857"/>
              <a:gd name="connsiteY46" fmla="*/ 348726 h 918356"/>
              <a:gd name="connsiteX47" fmla="*/ 3750023 w 9517857"/>
              <a:gd name="connsiteY47" fmla="*/ 370678 h 918356"/>
              <a:gd name="connsiteX48" fmla="*/ 3844133 w 9517857"/>
              <a:gd name="connsiteY48" fmla="*/ 360648 h 918356"/>
              <a:gd name="connsiteX49" fmla="*/ 3913545 w 9517857"/>
              <a:gd name="connsiteY49" fmla="*/ 344235 h 918356"/>
              <a:gd name="connsiteX50" fmla="*/ 4266740 w 9517857"/>
              <a:gd name="connsiteY50" fmla="*/ 361454 h 918356"/>
              <a:gd name="connsiteX51" fmla="*/ 4430770 w 9517857"/>
              <a:gd name="connsiteY51" fmla="*/ 342643 h 918356"/>
              <a:gd name="connsiteX52" fmla="*/ 4512664 w 9517857"/>
              <a:gd name="connsiteY52" fmla="*/ 319948 h 918356"/>
              <a:gd name="connsiteX53" fmla="*/ 4616423 w 9517857"/>
              <a:gd name="connsiteY53" fmla="*/ 290914 h 918356"/>
              <a:gd name="connsiteX54" fmla="*/ 4691675 w 9517857"/>
              <a:gd name="connsiteY54" fmla="*/ 254011 h 918356"/>
              <a:gd name="connsiteX55" fmla="*/ 4689051 w 9517857"/>
              <a:gd name="connsiteY55" fmla="*/ 250968 h 918356"/>
              <a:gd name="connsiteX56" fmla="*/ 4719994 w 9517857"/>
              <a:gd name="connsiteY56" fmla="*/ 245307 h 918356"/>
              <a:gd name="connsiteX57" fmla="*/ 4752894 w 9517857"/>
              <a:gd name="connsiteY57" fmla="*/ 239875 h 918356"/>
              <a:gd name="connsiteX58" fmla="*/ 4769329 w 9517857"/>
              <a:gd name="connsiteY58" fmla="*/ 233585 h 918356"/>
              <a:gd name="connsiteX59" fmla="*/ 4775634 w 9517857"/>
              <a:gd name="connsiteY59" fmla="*/ 234063 h 918356"/>
              <a:gd name="connsiteX60" fmla="*/ 4790452 w 9517857"/>
              <a:gd name="connsiteY60" fmla="*/ 233572 h 918356"/>
              <a:gd name="connsiteX61" fmla="*/ 4789062 w 9517857"/>
              <a:gd name="connsiteY61" fmla="*/ 241924 h 918356"/>
              <a:gd name="connsiteX62" fmla="*/ 4827826 w 9517857"/>
              <a:gd name="connsiteY62" fmla="*/ 246977 h 918356"/>
              <a:gd name="connsiteX63" fmla="*/ 4892569 w 9517857"/>
              <a:gd name="connsiteY63" fmla="*/ 249933 h 918356"/>
              <a:gd name="connsiteX64" fmla="*/ 4896611 w 9517857"/>
              <a:gd name="connsiteY64" fmla="*/ 240448 h 918356"/>
              <a:gd name="connsiteX65" fmla="*/ 4917286 w 9517857"/>
              <a:gd name="connsiteY65" fmla="*/ 243659 h 918356"/>
              <a:gd name="connsiteX66" fmla="*/ 4981173 w 9517857"/>
              <a:gd name="connsiteY66" fmla="*/ 247103 h 918356"/>
              <a:gd name="connsiteX67" fmla="*/ 5060397 w 9517857"/>
              <a:gd name="connsiteY67" fmla="*/ 263688 h 918356"/>
              <a:gd name="connsiteX68" fmla="*/ 5252996 w 9517857"/>
              <a:gd name="connsiteY68" fmla="*/ 270655 h 918356"/>
              <a:gd name="connsiteX69" fmla="*/ 5358056 w 9517857"/>
              <a:gd name="connsiteY69" fmla="*/ 247248 h 918356"/>
              <a:gd name="connsiteX70" fmla="*/ 5426496 w 9517857"/>
              <a:gd name="connsiteY70" fmla="*/ 235142 h 918356"/>
              <a:gd name="connsiteX71" fmla="*/ 5497161 w 9517857"/>
              <a:gd name="connsiteY71" fmla="*/ 228808 h 918356"/>
              <a:gd name="connsiteX72" fmla="*/ 5826043 w 9517857"/>
              <a:gd name="connsiteY72" fmla="*/ 148073 h 918356"/>
              <a:gd name="connsiteX73" fmla="*/ 6013415 w 9517857"/>
              <a:gd name="connsiteY73" fmla="*/ 137316 h 918356"/>
              <a:gd name="connsiteX74" fmla="*/ 6080994 w 9517857"/>
              <a:gd name="connsiteY74" fmla="*/ 142938 h 918356"/>
              <a:gd name="connsiteX75" fmla="*/ 6194152 w 9517857"/>
              <a:gd name="connsiteY75" fmla="*/ 151772 h 918356"/>
              <a:gd name="connsiteX76" fmla="*/ 6281379 w 9517857"/>
              <a:gd name="connsiteY76" fmla="*/ 181626 h 918356"/>
              <a:gd name="connsiteX77" fmla="*/ 6374947 w 9517857"/>
              <a:gd name="connsiteY77" fmla="*/ 179799 h 918356"/>
              <a:gd name="connsiteX78" fmla="*/ 6448518 w 9517857"/>
              <a:gd name="connsiteY78" fmla="*/ 164378 h 918356"/>
              <a:gd name="connsiteX79" fmla="*/ 6544700 w 9517857"/>
              <a:gd name="connsiteY79" fmla="*/ 167161 h 918356"/>
              <a:gd name="connsiteX80" fmla="*/ 6648353 w 9517857"/>
              <a:gd name="connsiteY80" fmla="*/ 172250 h 918356"/>
              <a:gd name="connsiteX81" fmla="*/ 6736227 w 9517857"/>
              <a:gd name="connsiteY81" fmla="*/ 173216 h 918356"/>
              <a:gd name="connsiteX82" fmla="*/ 6977218 w 9517857"/>
              <a:gd name="connsiteY82" fmla="*/ 184289 h 918356"/>
              <a:gd name="connsiteX83" fmla="*/ 7065221 w 9517857"/>
              <a:gd name="connsiteY83" fmla="*/ 227531 h 918356"/>
              <a:gd name="connsiteX84" fmla="*/ 7366876 w 9517857"/>
              <a:gd name="connsiteY84" fmla="*/ 248468 h 918356"/>
              <a:gd name="connsiteX85" fmla="*/ 7565449 w 9517857"/>
              <a:gd name="connsiteY85" fmla="*/ 258950 h 918356"/>
              <a:gd name="connsiteX86" fmla="*/ 7599285 w 9517857"/>
              <a:gd name="connsiteY86" fmla="*/ 266021 h 918356"/>
              <a:gd name="connsiteX87" fmla="*/ 7644411 w 9517857"/>
              <a:gd name="connsiteY87" fmla="*/ 258986 h 918356"/>
              <a:gd name="connsiteX88" fmla="*/ 7825110 w 9517857"/>
              <a:gd name="connsiteY88" fmla="*/ 229109 h 918356"/>
              <a:gd name="connsiteX89" fmla="*/ 7965804 w 9517857"/>
              <a:gd name="connsiteY89" fmla="*/ 190545 h 918356"/>
              <a:gd name="connsiteX90" fmla="*/ 8147401 w 9517857"/>
              <a:gd name="connsiteY90" fmla="*/ 205617 h 918356"/>
              <a:gd name="connsiteX91" fmla="*/ 8256033 w 9517857"/>
              <a:gd name="connsiteY91" fmla="*/ 193713 h 918356"/>
              <a:gd name="connsiteX92" fmla="*/ 8410677 w 9517857"/>
              <a:gd name="connsiteY92" fmla="*/ 172167 h 918356"/>
              <a:gd name="connsiteX93" fmla="*/ 8617841 w 9517857"/>
              <a:gd name="connsiteY93" fmla="*/ 155167 h 918356"/>
              <a:gd name="connsiteX94" fmla="*/ 8715976 w 9517857"/>
              <a:gd name="connsiteY94" fmla="*/ 178374 h 918356"/>
              <a:gd name="connsiteX95" fmla="*/ 8778827 w 9517857"/>
              <a:gd name="connsiteY95" fmla="*/ 172936 h 918356"/>
              <a:gd name="connsiteX96" fmla="*/ 8840778 w 9517857"/>
              <a:gd name="connsiteY96" fmla="*/ 143149 h 918356"/>
              <a:gd name="connsiteX97" fmla="*/ 9010380 w 9517857"/>
              <a:gd name="connsiteY97" fmla="*/ 91891 h 918356"/>
              <a:gd name="connsiteX98" fmla="*/ 9110856 w 9517857"/>
              <a:gd name="connsiteY98" fmla="*/ 70997 h 918356"/>
              <a:gd name="connsiteX99" fmla="*/ 9268817 w 9517857"/>
              <a:gd name="connsiteY99" fmla="*/ 53082 h 918356"/>
              <a:gd name="connsiteX100" fmla="*/ 9316667 w 9517857"/>
              <a:gd name="connsiteY100" fmla="*/ 45047 h 918356"/>
              <a:gd name="connsiteX101" fmla="*/ 9428209 w 9517857"/>
              <a:gd name="connsiteY101" fmla="*/ 29923 h 918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9517857" h="918356">
                <a:moveTo>
                  <a:pt x="4686423" y="247919"/>
                </a:moveTo>
                <a:lnTo>
                  <a:pt x="4689051" y="250968"/>
                </a:lnTo>
                <a:lnTo>
                  <a:pt x="4687244" y="251298"/>
                </a:lnTo>
                <a:close/>
                <a:moveTo>
                  <a:pt x="4685225" y="246530"/>
                </a:moveTo>
                <a:cubicBezTo>
                  <a:pt x="4688837" y="243198"/>
                  <a:pt x="4687468" y="244598"/>
                  <a:pt x="4686133" y="246727"/>
                </a:cubicBezTo>
                <a:lnTo>
                  <a:pt x="4686423" y="247919"/>
                </a:lnTo>
                <a:close/>
                <a:moveTo>
                  <a:pt x="9517856" y="0"/>
                </a:moveTo>
                <a:lnTo>
                  <a:pt x="9517857" y="12"/>
                </a:lnTo>
                <a:lnTo>
                  <a:pt x="9517857" y="918356"/>
                </a:lnTo>
                <a:lnTo>
                  <a:pt x="14604" y="918356"/>
                </a:lnTo>
                <a:lnTo>
                  <a:pt x="12841" y="917763"/>
                </a:lnTo>
                <a:cubicBezTo>
                  <a:pt x="4532" y="914864"/>
                  <a:pt x="-773" y="912807"/>
                  <a:pt x="93" y="912471"/>
                </a:cubicBezTo>
                <a:cubicBezTo>
                  <a:pt x="172" y="912298"/>
                  <a:pt x="58594" y="890495"/>
                  <a:pt x="58674" y="890322"/>
                </a:cubicBezTo>
                <a:cubicBezTo>
                  <a:pt x="127436" y="929614"/>
                  <a:pt x="206243" y="828226"/>
                  <a:pt x="275005" y="807229"/>
                </a:cubicBezTo>
                <a:cubicBezTo>
                  <a:pt x="303983" y="806087"/>
                  <a:pt x="504960" y="777375"/>
                  <a:pt x="587824" y="798195"/>
                </a:cubicBezTo>
                <a:cubicBezTo>
                  <a:pt x="598733" y="769348"/>
                  <a:pt x="682904" y="785924"/>
                  <a:pt x="651826" y="738338"/>
                </a:cubicBezTo>
                <a:cubicBezTo>
                  <a:pt x="688440" y="737862"/>
                  <a:pt x="753255" y="750396"/>
                  <a:pt x="727985" y="719826"/>
                </a:cubicBezTo>
                <a:cubicBezTo>
                  <a:pt x="739648" y="718749"/>
                  <a:pt x="775717" y="715087"/>
                  <a:pt x="778982" y="710142"/>
                </a:cubicBezTo>
                <a:cubicBezTo>
                  <a:pt x="779189" y="709407"/>
                  <a:pt x="849736" y="718721"/>
                  <a:pt x="849944" y="717987"/>
                </a:cubicBezTo>
                <a:lnTo>
                  <a:pt x="921659" y="712695"/>
                </a:lnTo>
                <a:lnTo>
                  <a:pt x="930946" y="734046"/>
                </a:lnTo>
                <a:lnTo>
                  <a:pt x="986250" y="713530"/>
                </a:lnTo>
                <a:lnTo>
                  <a:pt x="1013752" y="713361"/>
                </a:lnTo>
                <a:lnTo>
                  <a:pt x="1023734" y="718571"/>
                </a:lnTo>
                <a:cubicBezTo>
                  <a:pt x="1033291" y="721276"/>
                  <a:pt x="1045398" y="721394"/>
                  <a:pt x="1063207" y="715651"/>
                </a:cubicBezTo>
                <a:lnTo>
                  <a:pt x="1081980" y="738455"/>
                </a:lnTo>
                <a:lnTo>
                  <a:pt x="1218120" y="713280"/>
                </a:lnTo>
                <a:cubicBezTo>
                  <a:pt x="1230137" y="716162"/>
                  <a:pt x="1387179" y="685179"/>
                  <a:pt x="1397459" y="691190"/>
                </a:cubicBezTo>
                <a:cubicBezTo>
                  <a:pt x="1490025" y="704984"/>
                  <a:pt x="1465878" y="715604"/>
                  <a:pt x="1580688" y="693697"/>
                </a:cubicBezTo>
                <a:cubicBezTo>
                  <a:pt x="1607067" y="704379"/>
                  <a:pt x="1719477" y="658239"/>
                  <a:pt x="1772334" y="710640"/>
                </a:cubicBezTo>
                <a:cubicBezTo>
                  <a:pt x="1745536" y="644824"/>
                  <a:pt x="1976078" y="716436"/>
                  <a:pt x="2002561" y="659917"/>
                </a:cubicBezTo>
                <a:cubicBezTo>
                  <a:pt x="2045346" y="660357"/>
                  <a:pt x="2166676" y="654391"/>
                  <a:pt x="2135144" y="636501"/>
                </a:cubicBezTo>
                <a:cubicBezTo>
                  <a:pt x="2276591" y="665055"/>
                  <a:pt x="2293173" y="591792"/>
                  <a:pt x="2440292" y="593862"/>
                </a:cubicBezTo>
                <a:cubicBezTo>
                  <a:pt x="2495160" y="534824"/>
                  <a:pt x="2473343" y="585644"/>
                  <a:pt x="2547829" y="566150"/>
                </a:cubicBezTo>
                <a:cubicBezTo>
                  <a:pt x="2545438" y="614169"/>
                  <a:pt x="2632278" y="528280"/>
                  <a:pt x="2658055" y="578727"/>
                </a:cubicBezTo>
                <a:cubicBezTo>
                  <a:pt x="2670795" y="573581"/>
                  <a:pt x="2682322" y="567005"/>
                  <a:pt x="2693698" y="560029"/>
                </a:cubicBezTo>
                <a:lnTo>
                  <a:pt x="2699673" y="556400"/>
                </a:lnTo>
                <a:lnTo>
                  <a:pt x="2727306" y="550698"/>
                </a:lnTo>
                <a:lnTo>
                  <a:pt x="2730451" y="538058"/>
                </a:lnTo>
                <a:lnTo>
                  <a:pt x="2768713" y="521575"/>
                </a:lnTo>
                <a:cubicBezTo>
                  <a:pt x="2783756" y="517104"/>
                  <a:pt x="2800788" y="514291"/>
                  <a:pt x="2820868" y="514160"/>
                </a:cubicBezTo>
                <a:cubicBezTo>
                  <a:pt x="2894791" y="532885"/>
                  <a:pt x="2981506" y="465507"/>
                  <a:pt x="3073635" y="491294"/>
                </a:cubicBezTo>
                <a:cubicBezTo>
                  <a:pt x="3106872" y="496624"/>
                  <a:pt x="3205785" y="487718"/>
                  <a:pt x="3222071" y="470559"/>
                </a:cubicBezTo>
                <a:cubicBezTo>
                  <a:pt x="3242193" y="465514"/>
                  <a:pt x="3267163" y="469136"/>
                  <a:pt x="3274069" y="451605"/>
                </a:cubicBezTo>
                <a:cubicBezTo>
                  <a:pt x="3286659" y="430165"/>
                  <a:pt x="3363648" y="455571"/>
                  <a:pt x="3349632" y="432583"/>
                </a:cubicBezTo>
                <a:cubicBezTo>
                  <a:pt x="3404182" y="449847"/>
                  <a:pt x="3438210" y="404323"/>
                  <a:pt x="3479593" y="390437"/>
                </a:cubicBezTo>
                <a:cubicBezTo>
                  <a:pt x="3523240" y="408403"/>
                  <a:pt x="3567027" y="361554"/>
                  <a:pt x="3660110" y="348726"/>
                </a:cubicBezTo>
                <a:cubicBezTo>
                  <a:pt x="3708299" y="369683"/>
                  <a:pt x="3662447" y="344775"/>
                  <a:pt x="3750023" y="370678"/>
                </a:cubicBezTo>
                <a:cubicBezTo>
                  <a:pt x="3752092" y="367132"/>
                  <a:pt x="3816880" y="365055"/>
                  <a:pt x="3844133" y="360648"/>
                </a:cubicBezTo>
                <a:cubicBezTo>
                  <a:pt x="3871386" y="356240"/>
                  <a:pt x="3882848" y="332490"/>
                  <a:pt x="3913545" y="344235"/>
                </a:cubicBezTo>
                <a:cubicBezTo>
                  <a:pt x="4050255" y="376864"/>
                  <a:pt x="4159924" y="363190"/>
                  <a:pt x="4266740" y="361454"/>
                </a:cubicBezTo>
                <a:cubicBezTo>
                  <a:pt x="4385770" y="354374"/>
                  <a:pt x="4314535" y="340143"/>
                  <a:pt x="4430770" y="342643"/>
                </a:cubicBezTo>
                <a:cubicBezTo>
                  <a:pt x="4439969" y="322594"/>
                  <a:pt x="4478290" y="314645"/>
                  <a:pt x="4512664" y="319948"/>
                </a:cubicBezTo>
                <a:cubicBezTo>
                  <a:pt x="4570011" y="315138"/>
                  <a:pt x="4549085" y="269599"/>
                  <a:pt x="4616423" y="290914"/>
                </a:cubicBezTo>
                <a:cubicBezTo>
                  <a:pt x="4599641" y="270277"/>
                  <a:pt x="4692085" y="269216"/>
                  <a:pt x="4691675" y="254011"/>
                </a:cubicBezTo>
                <a:lnTo>
                  <a:pt x="4689051" y="250968"/>
                </a:lnTo>
                <a:lnTo>
                  <a:pt x="4719994" y="245307"/>
                </a:lnTo>
                <a:cubicBezTo>
                  <a:pt x="4732635" y="242775"/>
                  <a:pt x="4745300" y="240335"/>
                  <a:pt x="4752894" y="239875"/>
                </a:cubicBezTo>
                <a:lnTo>
                  <a:pt x="4769329" y="233585"/>
                </a:lnTo>
                <a:lnTo>
                  <a:pt x="4775634" y="234063"/>
                </a:lnTo>
                <a:lnTo>
                  <a:pt x="4790452" y="233572"/>
                </a:lnTo>
                <a:cubicBezTo>
                  <a:pt x="4789989" y="236356"/>
                  <a:pt x="4789525" y="239141"/>
                  <a:pt x="4789062" y="241924"/>
                </a:cubicBezTo>
                <a:cubicBezTo>
                  <a:pt x="4786342" y="249932"/>
                  <a:pt x="4804560" y="248631"/>
                  <a:pt x="4827826" y="246977"/>
                </a:cubicBezTo>
                <a:cubicBezTo>
                  <a:pt x="4875782" y="239569"/>
                  <a:pt x="4874112" y="283413"/>
                  <a:pt x="4892569" y="249933"/>
                </a:cubicBezTo>
                <a:lnTo>
                  <a:pt x="4896611" y="240448"/>
                </a:lnTo>
                <a:lnTo>
                  <a:pt x="4917286" y="243659"/>
                </a:lnTo>
                <a:cubicBezTo>
                  <a:pt x="4923060" y="243799"/>
                  <a:pt x="4981729" y="240979"/>
                  <a:pt x="4981173" y="247103"/>
                </a:cubicBezTo>
                <a:cubicBezTo>
                  <a:pt x="5024880" y="220690"/>
                  <a:pt x="5014146" y="257963"/>
                  <a:pt x="5060397" y="263688"/>
                </a:cubicBezTo>
                <a:cubicBezTo>
                  <a:pt x="5093356" y="238589"/>
                  <a:pt x="5157892" y="275351"/>
                  <a:pt x="5252996" y="270655"/>
                </a:cubicBezTo>
                <a:cubicBezTo>
                  <a:pt x="5288840" y="241872"/>
                  <a:pt x="5287005" y="287921"/>
                  <a:pt x="5358056" y="247248"/>
                </a:cubicBezTo>
                <a:cubicBezTo>
                  <a:pt x="5361752" y="250257"/>
                  <a:pt x="5403312" y="238215"/>
                  <a:pt x="5426496" y="235142"/>
                </a:cubicBezTo>
                <a:cubicBezTo>
                  <a:pt x="5449679" y="232069"/>
                  <a:pt x="5473549" y="245611"/>
                  <a:pt x="5497161" y="228808"/>
                </a:cubicBezTo>
                <a:cubicBezTo>
                  <a:pt x="5611861" y="172767"/>
                  <a:pt x="5723211" y="165860"/>
                  <a:pt x="5826043" y="148073"/>
                </a:cubicBezTo>
                <a:cubicBezTo>
                  <a:pt x="5943127" y="133166"/>
                  <a:pt x="5872659" y="193078"/>
                  <a:pt x="6013415" y="137316"/>
                </a:cubicBezTo>
                <a:cubicBezTo>
                  <a:pt x="6031924" y="154783"/>
                  <a:pt x="6050745" y="154258"/>
                  <a:pt x="6080994" y="142938"/>
                </a:cubicBezTo>
                <a:cubicBezTo>
                  <a:pt x="6138083" y="137090"/>
                  <a:pt x="6140195" y="184383"/>
                  <a:pt x="6194152" y="151772"/>
                </a:cubicBezTo>
                <a:cubicBezTo>
                  <a:pt x="6187280" y="177783"/>
                  <a:pt x="6304222" y="153410"/>
                  <a:pt x="6281379" y="181626"/>
                </a:cubicBezTo>
                <a:cubicBezTo>
                  <a:pt x="6321899" y="201819"/>
                  <a:pt x="6335111" y="162590"/>
                  <a:pt x="6374947" y="179799"/>
                </a:cubicBezTo>
                <a:cubicBezTo>
                  <a:pt x="6417404" y="181336"/>
                  <a:pt x="6402484" y="169694"/>
                  <a:pt x="6448518" y="164378"/>
                </a:cubicBezTo>
                <a:cubicBezTo>
                  <a:pt x="6504958" y="162488"/>
                  <a:pt x="6493438" y="111203"/>
                  <a:pt x="6544700" y="167161"/>
                </a:cubicBezTo>
                <a:cubicBezTo>
                  <a:pt x="6601507" y="148697"/>
                  <a:pt x="6566269" y="164386"/>
                  <a:pt x="6648353" y="172250"/>
                </a:cubicBezTo>
                <a:cubicBezTo>
                  <a:pt x="6680008" y="155223"/>
                  <a:pt x="6707960" y="160673"/>
                  <a:pt x="6736227" y="173216"/>
                </a:cubicBezTo>
                <a:cubicBezTo>
                  <a:pt x="6813963" y="164284"/>
                  <a:pt x="6888143" y="181296"/>
                  <a:pt x="6977218" y="184289"/>
                </a:cubicBezTo>
                <a:cubicBezTo>
                  <a:pt x="7040424" y="188318"/>
                  <a:pt x="7000278" y="216835"/>
                  <a:pt x="7065221" y="227531"/>
                </a:cubicBezTo>
                <a:cubicBezTo>
                  <a:pt x="7130163" y="238228"/>
                  <a:pt x="7291878" y="238208"/>
                  <a:pt x="7366876" y="248468"/>
                </a:cubicBezTo>
                <a:cubicBezTo>
                  <a:pt x="7491356" y="206752"/>
                  <a:pt x="7367734" y="280166"/>
                  <a:pt x="7565449" y="258950"/>
                </a:cubicBezTo>
                <a:cubicBezTo>
                  <a:pt x="7575959" y="252432"/>
                  <a:pt x="7600854" y="257628"/>
                  <a:pt x="7599285" y="266021"/>
                </a:cubicBezTo>
                <a:cubicBezTo>
                  <a:pt x="7611616" y="262940"/>
                  <a:pt x="7639946" y="245819"/>
                  <a:pt x="7644411" y="258986"/>
                </a:cubicBezTo>
                <a:cubicBezTo>
                  <a:pt x="7708015" y="258012"/>
                  <a:pt x="7770249" y="247724"/>
                  <a:pt x="7825110" y="229109"/>
                </a:cubicBezTo>
                <a:cubicBezTo>
                  <a:pt x="7949762" y="247028"/>
                  <a:pt x="7921956" y="197757"/>
                  <a:pt x="7965804" y="190545"/>
                </a:cubicBezTo>
                <a:cubicBezTo>
                  <a:pt x="8039439" y="213878"/>
                  <a:pt x="8063651" y="191475"/>
                  <a:pt x="8147401" y="205617"/>
                </a:cubicBezTo>
                <a:cubicBezTo>
                  <a:pt x="8166453" y="196610"/>
                  <a:pt x="8225048" y="207099"/>
                  <a:pt x="8256033" y="193713"/>
                </a:cubicBezTo>
                <a:cubicBezTo>
                  <a:pt x="8311388" y="242017"/>
                  <a:pt x="8350376" y="178592"/>
                  <a:pt x="8410677" y="172167"/>
                </a:cubicBezTo>
                <a:cubicBezTo>
                  <a:pt x="8470978" y="165743"/>
                  <a:pt x="8572470" y="206385"/>
                  <a:pt x="8617841" y="155167"/>
                </a:cubicBezTo>
                <a:cubicBezTo>
                  <a:pt x="8646050" y="160448"/>
                  <a:pt x="8664949" y="183631"/>
                  <a:pt x="8715976" y="178374"/>
                </a:cubicBezTo>
                <a:cubicBezTo>
                  <a:pt x="8737194" y="188216"/>
                  <a:pt x="8738009" y="189511"/>
                  <a:pt x="8778827" y="172936"/>
                </a:cubicBezTo>
                <a:cubicBezTo>
                  <a:pt x="8725277" y="146372"/>
                  <a:pt x="8850819" y="175612"/>
                  <a:pt x="8840778" y="143149"/>
                </a:cubicBezTo>
                <a:cubicBezTo>
                  <a:pt x="8903519" y="121096"/>
                  <a:pt x="9021861" y="150359"/>
                  <a:pt x="9010380" y="91891"/>
                </a:cubicBezTo>
                <a:cubicBezTo>
                  <a:pt x="9027103" y="56852"/>
                  <a:pt x="9112524" y="108357"/>
                  <a:pt x="9110856" y="70997"/>
                </a:cubicBezTo>
                <a:cubicBezTo>
                  <a:pt x="9148189" y="94250"/>
                  <a:pt x="9209809" y="53285"/>
                  <a:pt x="9268817" y="53082"/>
                </a:cubicBezTo>
                <a:cubicBezTo>
                  <a:pt x="9279135" y="35997"/>
                  <a:pt x="9292736" y="36520"/>
                  <a:pt x="9316667" y="45047"/>
                </a:cubicBezTo>
                <a:cubicBezTo>
                  <a:pt x="9352186" y="45862"/>
                  <a:pt x="9390008" y="39799"/>
                  <a:pt x="9428209" y="29923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Rectangle 2">
            <a:extLst>
              <a:ext uri="{FF2B5EF4-FFF2-40B4-BE49-F238E27FC236}">
                <a16:creationId xmlns:a16="http://schemas.microsoft.com/office/drawing/2014/main" id="{642F3A1D-5C97-0852-D708-AC04149C8A7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66149441"/>
              </p:ext>
            </p:extLst>
          </p:nvPr>
        </p:nvGraphicFramePr>
        <p:xfrm>
          <a:off x="780554" y="2033022"/>
          <a:ext cx="10630891" cy="446387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43262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9A36457-A5F4-4103-A443-02581C0918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C5FB7E8-B636-40FA-BE8D-48145C0F5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"/>
            <a:ext cx="12192000" cy="2295238"/>
          </a:xfrm>
          <a:custGeom>
            <a:avLst/>
            <a:gdLst>
              <a:gd name="connsiteX0" fmla="*/ 12160143 w 12192000"/>
              <a:gd name="connsiteY0" fmla="*/ 831692 h 2079137"/>
              <a:gd name="connsiteX1" fmla="*/ 12159112 w 12192000"/>
              <a:gd name="connsiteY1" fmla="*/ 833361 h 2079137"/>
              <a:gd name="connsiteX2" fmla="*/ 12158912 w 12192000"/>
              <a:gd name="connsiteY2" fmla="*/ 832430 h 2079137"/>
              <a:gd name="connsiteX3" fmla="*/ 0 w 12192000"/>
              <a:gd name="connsiteY3" fmla="*/ 0 h 2079137"/>
              <a:gd name="connsiteX4" fmla="*/ 12192000 w 12192000"/>
              <a:gd name="connsiteY4" fmla="*/ 0 h 2079137"/>
              <a:gd name="connsiteX5" fmla="*/ 12192000 w 12192000"/>
              <a:gd name="connsiteY5" fmla="*/ 558063 h 2079137"/>
              <a:gd name="connsiteX6" fmla="*/ 12189259 w 12192000"/>
              <a:gd name="connsiteY6" fmla="*/ 810508 h 2079137"/>
              <a:gd name="connsiteX7" fmla="*/ 12170847 w 12192000"/>
              <a:gd name="connsiteY7" fmla="*/ 825280 h 2079137"/>
              <a:gd name="connsiteX8" fmla="*/ 12160143 w 12192000"/>
              <a:gd name="connsiteY8" fmla="*/ 831692 h 2079137"/>
              <a:gd name="connsiteX9" fmla="*/ 12163806 w 12192000"/>
              <a:gd name="connsiteY9" fmla="*/ 825759 h 2079137"/>
              <a:gd name="connsiteX10" fmla="*/ 12056557 w 12192000"/>
              <a:gd name="connsiteY10" fmla="*/ 810176 h 2079137"/>
              <a:gd name="connsiteX11" fmla="*/ 11900316 w 12192000"/>
              <a:gd name="connsiteY11" fmla="*/ 789618 h 2079137"/>
              <a:gd name="connsiteX12" fmla="*/ 11791206 w 12192000"/>
              <a:gd name="connsiteY12" fmla="*/ 824176 h 2079137"/>
              <a:gd name="connsiteX13" fmla="*/ 11659257 w 12192000"/>
              <a:gd name="connsiteY13" fmla="*/ 800841 h 2079137"/>
              <a:gd name="connsiteX14" fmla="*/ 11569789 w 12192000"/>
              <a:gd name="connsiteY14" fmla="*/ 797135 h 2079137"/>
              <a:gd name="connsiteX15" fmla="*/ 11367885 w 12192000"/>
              <a:gd name="connsiteY15" fmla="*/ 791985 h 2079137"/>
              <a:gd name="connsiteX16" fmla="*/ 11174663 w 12192000"/>
              <a:gd name="connsiteY16" fmla="*/ 788721 h 2079137"/>
              <a:gd name="connsiteX17" fmla="*/ 11068220 w 12192000"/>
              <a:gd name="connsiteY17" fmla="*/ 786994 h 2079137"/>
              <a:gd name="connsiteX18" fmla="*/ 10893266 w 12192000"/>
              <a:gd name="connsiteY18" fmla="*/ 794013 h 2079137"/>
              <a:gd name="connsiteX19" fmla="*/ 10844025 w 12192000"/>
              <a:gd name="connsiteY19" fmla="*/ 789857 h 2079137"/>
              <a:gd name="connsiteX20" fmla="*/ 10814353 w 12192000"/>
              <a:gd name="connsiteY20" fmla="*/ 789010 h 2079137"/>
              <a:gd name="connsiteX21" fmla="*/ 10748393 w 12192000"/>
              <a:gd name="connsiteY21" fmla="*/ 806738 h 2079137"/>
              <a:gd name="connsiteX22" fmla="*/ 10468256 w 12192000"/>
              <a:gd name="connsiteY22" fmla="*/ 778733 h 2079137"/>
              <a:gd name="connsiteX23" fmla="*/ 10256131 w 12192000"/>
              <a:gd name="connsiteY23" fmla="*/ 788332 h 2079137"/>
              <a:gd name="connsiteX24" fmla="*/ 10177442 w 12192000"/>
              <a:gd name="connsiteY24" fmla="*/ 777371 h 2079137"/>
              <a:gd name="connsiteX25" fmla="*/ 10006086 w 12192000"/>
              <a:gd name="connsiteY25" fmla="*/ 792651 h 2079137"/>
              <a:gd name="connsiteX26" fmla="*/ 9952382 w 12192000"/>
              <a:gd name="connsiteY26" fmla="*/ 815411 h 2079137"/>
              <a:gd name="connsiteX27" fmla="*/ 9926457 w 12192000"/>
              <a:gd name="connsiteY27" fmla="*/ 827295 h 2079137"/>
              <a:gd name="connsiteX28" fmla="*/ 9843405 w 12192000"/>
              <a:gd name="connsiteY28" fmla="*/ 867046 h 2079137"/>
              <a:gd name="connsiteX29" fmla="*/ 9830866 w 12192000"/>
              <a:gd name="connsiteY29" fmla="*/ 875047 h 2079137"/>
              <a:gd name="connsiteX30" fmla="*/ 9801807 w 12192000"/>
              <a:gd name="connsiteY30" fmla="*/ 872272 h 2079137"/>
              <a:gd name="connsiteX31" fmla="*/ 9785653 w 12192000"/>
              <a:gd name="connsiteY31" fmla="*/ 861743 h 2079137"/>
              <a:gd name="connsiteX32" fmla="*/ 9781177 w 12192000"/>
              <a:gd name="connsiteY32" fmla="*/ 864820 h 2079137"/>
              <a:gd name="connsiteX33" fmla="*/ 9768640 w 12192000"/>
              <a:gd name="connsiteY33" fmla="*/ 869379 h 2079137"/>
              <a:gd name="connsiteX34" fmla="*/ 9712211 w 12192000"/>
              <a:gd name="connsiteY34" fmla="*/ 900283 h 2079137"/>
              <a:gd name="connsiteX35" fmla="*/ 9689465 w 12192000"/>
              <a:gd name="connsiteY35" fmla="*/ 899268 h 2079137"/>
              <a:gd name="connsiteX36" fmla="*/ 9600339 w 12192000"/>
              <a:gd name="connsiteY36" fmla="*/ 922112 h 2079137"/>
              <a:gd name="connsiteX37" fmla="*/ 9582850 w 12192000"/>
              <a:gd name="connsiteY37" fmla="*/ 925510 h 2079137"/>
              <a:gd name="connsiteX38" fmla="*/ 9549638 w 12192000"/>
              <a:gd name="connsiteY38" fmla="*/ 940845 h 2079137"/>
              <a:gd name="connsiteX39" fmla="*/ 9539471 w 12192000"/>
              <a:gd name="connsiteY39" fmla="*/ 941799 h 2079137"/>
              <a:gd name="connsiteX40" fmla="*/ 9505592 w 12192000"/>
              <a:gd name="connsiteY40" fmla="*/ 955533 h 2079137"/>
              <a:gd name="connsiteX41" fmla="*/ 9432569 w 12192000"/>
              <a:gd name="connsiteY41" fmla="*/ 985377 h 2079137"/>
              <a:gd name="connsiteX42" fmla="*/ 9414216 w 12192000"/>
              <a:gd name="connsiteY42" fmla="*/ 992655 h 2079137"/>
              <a:gd name="connsiteX43" fmla="*/ 9397106 w 12192000"/>
              <a:gd name="connsiteY43" fmla="*/ 992980 h 2079137"/>
              <a:gd name="connsiteX44" fmla="*/ 9305108 w 12192000"/>
              <a:gd name="connsiteY44" fmla="*/ 1007767 h 2079137"/>
              <a:gd name="connsiteX45" fmla="*/ 9282434 w 12192000"/>
              <a:gd name="connsiteY45" fmla="*/ 1007523 h 2079137"/>
              <a:gd name="connsiteX46" fmla="*/ 9271941 w 12192000"/>
              <a:gd name="connsiteY46" fmla="*/ 1002839 h 2079137"/>
              <a:gd name="connsiteX47" fmla="*/ 9238227 w 12192000"/>
              <a:gd name="connsiteY47" fmla="*/ 1017668 h 2079137"/>
              <a:gd name="connsiteX48" fmla="*/ 9184265 w 12192000"/>
              <a:gd name="connsiteY48" fmla="*/ 1031275 h 2079137"/>
              <a:gd name="connsiteX49" fmla="*/ 9159000 w 12192000"/>
              <a:gd name="connsiteY49" fmla="*/ 1039569 h 2079137"/>
              <a:gd name="connsiteX50" fmla="*/ 9137031 w 12192000"/>
              <a:gd name="connsiteY50" fmla="*/ 1038699 h 2079137"/>
              <a:gd name="connsiteX51" fmla="*/ 9015702 w 12192000"/>
              <a:gd name="connsiteY51" fmla="*/ 1051400 h 2079137"/>
              <a:gd name="connsiteX52" fmla="*/ 8971403 w 12192000"/>
              <a:gd name="connsiteY52" fmla="*/ 1040542 h 2079137"/>
              <a:gd name="connsiteX53" fmla="*/ 8961826 w 12192000"/>
              <a:gd name="connsiteY53" fmla="*/ 1045364 h 2079137"/>
              <a:gd name="connsiteX54" fmla="*/ 8888623 w 12192000"/>
              <a:gd name="connsiteY54" fmla="*/ 1053908 h 2079137"/>
              <a:gd name="connsiteX55" fmla="*/ 8841066 w 12192000"/>
              <a:gd name="connsiteY55" fmla="*/ 1060421 h 2079137"/>
              <a:gd name="connsiteX56" fmla="*/ 8752342 w 12192000"/>
              <a:gd name="connsiteY56" fmla="*/ 1080646 h 2079137"/>
              <a:gd name="connsiteX57" fmla="*/ 8699139 w 12192000"/>
              <a:gd name="connsiteY57" fmla="*/ 1087885 h 2079137"/>
              <a:gd name="connsiteX58" fmla="*/ 8667273 w 12192000"/>
              <a:gd name="connsiteY58" fmla="*/ 1092062 h 2079137"/>
              <a:gd name="connsiteX59" fmla="*/ 8586064 w 12192000"/>
              <a:gd name="connsiteY59" fmla="*/ 1114603 h 2079137"/>
              <a:gd name="connsiteX60" fmla="*/ 8460312 w 12192000"/>
              <a:gd name="connsiteY60" fmla="*/ 1179878 h 2079137"/>
              <a:gd name="connsiteX61" fmla="*/ 8419023 w 12192000"/>
              <a:gd name="connsiteY61" fmla="*/ 1191748 h 2079137"/>
              <a:gd name="connsiteX62" fmla="*/ 8410939 w 12192000"/>
              <a:gd name="connsiteY62" fmla="*/ 1189696 h 2079137"/>
              <a:gd name="connsiteX63" fmla="*/ 8362040 w 12192000"/>
              <a:gd name="connsiteY63" fmla="*/ 1220820 h 2079137"/>
              <a:gd name="connsiteX64" fmla="*/ 8273677 w 12192000"/>
              <a:gd name="connsiteY64" fmla="*/ 1236495 h 2079137"/>
              <a:gd name="connsiteX65" fmla="*/ 8204283 w 12192000"/>
              <a:gd name="connsiteY65" fmla="*/ 1243537 h 2079137"/>
              <a:gd name="connsiteX66" fmla="*/ 8166550 w 12192000"/>
              <a:gd name="connsiteY66" fmla="*/ 1249551 h 2079137"/>
              <a:gd name="connsiteX67" fmla="*/ 8137785 w 12192000"/>
              <a:gd name="connsiteY67" fmla="*/ 1251636 h 2079137"/>
              <a:gd name="connsiteX68" fmla="*/ 8071596 w 12192000"/>
              <a:gd name="connsiteY68" fmla="*/ 1269274 h 2079137"/>
              <a:gd name="connsiteX69" fmla="*/ 7964816 w 12192000"/>
              <a:gd name="connsiteY69" fmla="*/ 1303668 h 2079137"/>
              <a:gd name="connsiteX70" fmla="*/ 7941495 w 12192000"/>
              <a:gd name="connsiteY70" fmla="*/ 1309821 h 2079137"/>
              <a:gd name="connsiteX71" fmla="*/ 7919123 w 12192000"/>
              <a:gd name="connsiteY71" fmla="*/ 1310466 h 2079137"/>
              <a:gd name="connsiteX72" fmla="*/ 7911902 w 12192000"/>
              <a:gd name="connsiteY72" fmla="*/ 1306569 h 2079137"/>
              <a:gd name="connsiteX73" fmla="*/ 7898703 w 12192000"/>
              <a:gd name="connsiteY73" fmla="*/ 1309208 h 2079137"/>
              <a:gd name="connsiteX74" fmla="*/ 7894703 w 12192000"/>
              <a:gd name="connsiteY74" fmla="*/ 1308939 h 2079137"/>
              <a:gd name="connsiteX75" fmla="*/ 7872267 w 12192000"/>
              <a:gd name="connsiteY75" fmla="*/ 1308370 h 2079137"/>
              <a:gd name="connsiteX76" fmla="*/ 7836454 w 12192000"/>
              <a:gd name="connsiteY76" fmla="*/ 1331265 h 2079137"/>
              <a:gd name="connsiteX77" fmla="*/ 7782451 w 12192000"/>
              <a:gd name="connsiteY77" fmla="*/ 1339601 h 2079137"/>
              <a:gd name="connsiteX78" fmla="*/ 7542969 w 12192000"/>
              <a:gd name="connsiteY78" fmla="*/ 1372495 h 2079137"/>
              <a:gd name="connsiteX79" fmla="*/ 7476832 w 12192000"/>
              <a:gd name="connsiteY79" fmla="*/ 1431655 h 2079137"/>
              <a:gd name="connsiteX80" fmla="*/ 7370237 w 12192000"/>
              <a:gd name="connsiteY80" fmla="*/ 1474339 h 2079137"/>
              <a:gd name="connsiteX81" fmla="*/ 7222223 w 12192000"/>
              <a:gd name="connsiteY81" fmla="*/ 1510199 h 2079137"/>
              <a:gd name="connsiteX82" fmla="*/ 7215703 w 12192000"/>
              <a:gd name="connsiteY82" fmla="*/ 1520424 h 2079137"/>
              <a:gd name="connsiteX83" fmla="*/ 7204548 w 12192000"/>
              <a:gd name="connsiteY83" fmla="*/ 1528145 h 2079137"/>
              <a:gd name="connsiteX84" fmla="*/ 7202038 w 12192000"/>
              <a:gd name="connsiteY84" fmla="*/ 1527954 h 2079137"/>
              <a:gd name="connsiteX85" fmla="*/ 7173860 w 12192000"/>
              <a:gd name="connsiteY85" fmla="*/ 1541605 h 2079137"/>
              <a:gd name="connsiteX86" fmla="*/ 7155079 w 12192000"/>
              <a:gd name="connsiteY86" fmla="*/ 1552495 h 2079137"/>
              <a:gd name="connsiteX87" fmla="*/ 7149757 w 12192000"/>
              <a:gd name="connsiteY87" fmla="*/ 1552732 h 2079137"/>
              <a:gd name="connsiteX88" fmla="*/ 7104804 w 12192000"/>
              <a:gd name="connsiteY88" fmla="*/ 1565792 h 2079137"/>
              <a:gd name="connsiteX89" fmla="*/ 7082824 w 12192000"/>
              <a:gd name="connsiteY89" fmla="*/ 1567947 h 2079137"/>
              <a:gd name="connsiteX90" fmla="*/ 7021520 w 12192000"/>
              <a:gd name="connsiteY90" fmla="*/ 1562334 h 2079137"/>
              <a:gd name="connsiteX91" fmla="*/ 6988956 w 12192000"/>
              <a:gd name="connsiteY91" fmla="*/ 1576442 h 2079137"/>
              <a:gd name="connsiteX92" fmla="*/ 6981922 w 12192000"/>
              <a:gd name="connsiteY92" fmla="*/ 1578821 h 2079137"/>
              <a:gd name="connsiteX93" fmla="*/ 6981583 w 12192000"/>
              <a:gd name="connsiteY93" fmla="*/ 1578678 h 2079137"/>
              <a:gd name="connsiteX94" fmla="*/ 6973762 w 12192000"/>
              <a:gd name="connsiteY94" fmla="*/ 1580811 h 2079137"/>
              <a:gd name="connsiteX95" fmla="*/ 6969093 w 12192000"/>
              <a:gd name="connsiteY95" fmla="*/ 1583157 h 2079137"/>
              <a:gd name="connsiteX96" fmla="*/ 6890037 w 12192000"/>
              <a:gd name="connsiteY96" fmla="*/ 1575825 h 2079137"/>
              <a:gd name="connsiteX97" fmla="*/ 6785054 w 12192000"/>
              <a:gd name="connsiteY97" fmla="*/ 1582200 h 2079137"/>
              <a:gd name="connsiteX98" fmla="*/ 6681692 w 12192000"/>
              <a:gd name="connsiteY98" fmla="*/ 1591296 h 2079137"/>
              <a:gd name="connsiteX99" fmla="*/ 6644556 w 12192000"/>
              <a:gd name="connsiteY99" fmla="*/ 1595940 h 2079137"/>
              <a:gd name="connsiteX100" fmla="*/ 6577106 w 12192000"/>
              <a:gd name="connsiteY100" fmla="*/ 1598261 h 2079137"/>
              <a:gd name="connsiteX101" fmla="*/ 6544183 w 12192000"/>
              <a:gd name="connsiteY101" fmla="*/ 1596149 h 2079137"/>
              <a:gd name="connsiteX102" fmla="*/ 6540921 w 12192000"/>
              <a:gd name="connsiteY102" fmla="*/ 1593857 h 2079137"/>
              <a:gd name="connsiteX103" fmla="*/ 6535046 w 12192000"/>
              <a:gd name="connsiteY103" fmla="*/ 1593283 h 2079137"/>
              <a:gd name="connsiteX104" fmla="*/ 6519853 w 12192000"/>
              <a:gd name="connsiteY104" fmla="*/ 1595771 h 2079137"/>
              <a:gd name="connsiteX105" fmla="*/ 6514280 w 12192000"/>
              <a:gd name="connsiteY105" fmla="*/ 1597376 h 2079137"/>
              <a:gd name="connsiteX106" fmla="*/ 6505824 w 12192000"/>
              <a:gd name="connsiteY106" fmla="*/ 1598298 h 2079137"/>
              <a:gd name="connsiteX107" fmla="*/ 6505573 w 12192000"/>
              <a:gd name="connsiteY107" fmla="*/ 1598109 h 2079137"/>
              <a:gd name="connsiteX108" fmla="*/ 6497741 w 12192000"/>
              <a:gd name="connsiteY108" fmla="*/ 1599392 h 2079137"/>
              <a:gd name="connsiteX109" fmla="*/ 6459992 w 12192000"/>
              <a:gd name="connsiteY109" fmla="*/ 1608358 h 2079137"/>
              <a:gd name="connsiteX110" fmla="*/ 6404572 w 12192000"/>
              <a:gd name="connsiteY110" fmla="*/ 1593771 h 2079137"/>
              <a:gd name="connsiteX111" fmla="*/ 6382671 w 12192000"/>
              <a:gd name="connsiteY111" fmla="*/ 1592612 h 2079137"/>
              <a:gd name="connsiteX112" fmla="*/ 6369843 w 12192000"/>
              <a:gd name="connsiteY112" fmla="*/ 1590015 h 2079137"/>
              <a:gd name="connsiteX113" fmla="*/ 6269740 w 12192000"/>
              <a:gd name="connsiteY113" fmla="*/ 1614633 h 2079137"/>
              <a:gd name="connsiteX114" fmla="*/ 6255405 w 12192000"/>
              <a:gd name="connsiteY114" fmla="*/ 1620529 h 2079137"/>
              <a:gd name="connsiteX115" fmla="*/ 6244248 w 12192000"/>
              <a:gd name="connsiteY115" fmla="*/ 1629561 h 2079137"/>
              <a:gd name="connsiteX116" fmla="*/ 6086396 w 12192000"/>
              <a:gd name="connsiteY116" fmla="*/ 1642666 h 2079137"/>
              <a:gd name="connsiteX117" fmla="*/ 5867429 w 12192000"/>
              <a:gd name="connsiteY117" fmla="*/ 1695554 h 2079137"/>
              <a:gd name="connsiteX118" fmla="*/ 5772864 w 12192000"/>
              <a:gd name="connsiteY118" fmla="*/ 1689002 h 2079137"/>
              <a:gd name="connsiteX119" fmla="*/ 5629833 w 12192000"/>
              <a:gd name="connsiteY119" fmla="*/ 1713273 h 2079137"/>
              <a:gd name="connsiteX120" fmla="*/ 5504771 w 12192000"/>
              <a:gd name="connsiteY120" fmla="*/ 1725744 h 2079137"/>
              <a:gd name="connsiteX121" fmla="*/ 5490967 w 12192000"/>
              <a:gd name="connsiteY121" fmla="*/ 1726367 h 2079137"/>
              <a:gd name="connsiteX122" fmla="*/ 5486015 w 12192000"/>
              <a:gd name="connsiteY122" fmla="*/ 1721481 h 2079137"/>
              <a:gd name="connsiteX123" fmla="*/ 5439364 w 12192000"/>
              <a:gd name="connsiteY123" fmla="*/ 1721349 h 2079137"/>
              <a:gd name="connsiteX124" fmla="*/ 5350025 w 12192000"/>
              <a:gd name="connsiteY124" fmla="*/ 1729885 h 2079137"/>
              <a:gd name="connsiteX125" fmla="*/ 5336104 w 12192000"/>
              <a:gd name="connsiteY125" fmla="*/ 1734377 h 2079137"/>
              <a:gd name="connsiteX126" fmla="*/ 5245234 w 12192000"/>
              <a:gd name="connsiteY126" fmla="*/ 1738520 h 2079137"/>
              <a:gd name="connsiteX127" fmla="*/ 5182955 w 12192000"/>
              <a:gd name="connsiteY127" fmla="*/ 1744622 h 2079137"/>
              <a:gd name="connsiteX128" fmla="*/ 5169506 w 12192000"/>
              <a:gd name="connsiteY128" fmla="*/ 1748993 h 2079137"/>
              <a:gd name="connsiteX129" fmla="*/ 5154299 w 12192000"/>
              <a:gd name="connsiteY129" fmla="*/ 1744080 h 2079137"/>
              <a:gd name="connsiteX130" fmla="*/ 5149917 w 12192000"/>
              <a:gd name="connsiteY130" fmla="*/ 1739727 h 2079137"/>
              <a:gd name="connsiteX131" fmla="*/ 5100319 w 12192000"/>
              <a:gd name="connsiteY131" fmla="*/ 1745797 h 2079137"/>
              <a:gd name="connsiteX132" fmla="*/ 5094361 w 12192000"/>
              <a:gd name="connsiteY132" fmla="*/ 1745767 h 2079137"/>
              <a:gd name="connsiteX133" fmla="*/ 5053410 w 12192000"/>
              <a:gd name="connsiteY133" fmla="*/ 1742790 h 2079137"/>
              <a:gd name="connsiteX134" fmla="*/ 4992711 w 12192000"/>
              <a:gd name="connsiteY134" fmla="*/ 1734075 h 2079137"/>
              <a:gd name="connsiteX135" fmla="*/ 4930098 w 12192000"/>
              <a:gd name="connsiteY135" fmla="*/ 1717312 h 2079137"/>
              <a:gd name="connsiteX136" fmla="*/ 4893834 w 12192000"/>
              <a:gd name="connsiteY136" fmla="*/ 1710028 h 2079137"/>
              <a:gd name="connsiteX137" fmla="*/ 4868730 w 12192000"/>
              <a:gd name="connsiteY137" fmla="*/ 1702384 h 2079137"/>
              <a:gd name="connsiteX138" fmla="*/ 4797925 w 12192000"/>
              <a:gd name="connsiteY138" fmla="*/ 1695535 h 2079137"/>
              <a:gd name="connsiteX139" fmla="*/ 4677670 w 12192000"/>
              <a:gd name="connsiteY139" fmla="*/ 1689453 h 2079137"/>
              <a:gd name="connsiteX140" fmla="*/ 4634248 w 12192000"/>
              <a:gd name="connsiteY140" fmla="*/ 1680227 h 2079137"/>
              <a:gd name="connsiteX141" fmla="*/ 4632434 w 12192000"/>
              <a:gd name="connsiteY141" fmla="*/ 1674607 h 2079137"/>
              <a:gd name="connsiteX142" fmla="*/ 4619204 w 12192000"/>
              <a:gd name="connsiteY142" fmla="*/ 1672507 h 2079137"/>
              <a:gd name="connsiteX143" fmla="*/ 4616283 w 12192000"/>
              <a:gd name="connsiteY143" fmla="*/ 1670977 h 2079137"/>
              <a:gd name="connsiteX144" fmla="*/ 4598926 w 12192000"/>
              <a:gd name="connsiteY144" fmla="*/ 1663178 h 2079137"/>
              <a:gd name="connsiteX145" fmla="*/ 4547069 w 12192000"/>
              <a:gd name="connsiteY145" fmla="*/ 1670642 h 2079137"/>
              <a:gd name="connsiteX146" fmla="*/ 4523516 w 12192000"/>
              <a:gd name="connsiteY146" fmla="*/ 1669785 h 2079137"/>
              <a:gd name="connsiteX147" fmla="*/ 4500586 w 12192000"/>
              <a:gd name="connsiteY147" fmla="*/ 1675912 h 2079137"/>
              <a:gd name="connsiteX148" fmla="*/ 4488196 w 12192000"/>
              <a:gd name="connsiteY148" fmla="*/ 1683463 h 2079137"/>
              <a:gd name="connsiteX149" fmla="*/ 4445463 w 12192000"/>
              <a:gd name="connsiteY149" fmla="*/ 1695634 h 2079137"/>
              <a:gd name="connsiteX150" fmla="*/ 4446550 w 12192000"/>
              <a:gd name="connsiteY150" fmla="*/ 1680538 h 2079137"/>
              <a:gd name="connsiteX151" fmla="*/ 4365375 w 12192000"/>
              <a:gd name="connsiteY151" fmla="*/ 1697935 h 2079137"/>
              <a:gd name="connsiteX152" fmla="*/ 4305123 w 12192000"/>
              <a:gd name="connsiteY152" fmla="*/ 1714185 h 2079137"/>
              <a:gd name="connsiteX153" fmla="*/ 4292665 w 12192000"/>
              <a:gd name="connsiteY153" fmla="*/ 1720703 h 2079137"/>
              <a:gd name="connsiteX154" fmla="*/ 4276789 w 12192000"/>
              <a:gd name="connsiteY154" fmla="*/ 1718367 h 2079137"/>
              <a:gd name="connsiteX155" fmla="*/ 4271683 w 12192000"/>
              <a:gd name="connsiteY155" fmla="*/ 1714801 h 2079137"/>
              <a:gd name="connsiteX156" fmla="*/ 4223918 w 12192000"/>
              <a:gd name="connsiteY156" fmla="*/ 1728936 h 2079137"/>
              <a:gd name="connsiteX157" fmla="*/ 4218039 w 12192000"/>
              <a:gd name="connsiteY157" fmla="*/ 1729885 h 2079137"/>
              <a:gd name="connsiteX158" fmla="*/ 4177153 w 12192000"/>
              <a:gd name="connsiteY158" fmla="*/ 1733691 h 2079137"/>
              <a:gd name="connsiteX159" fmla="*/ 4051032 w 12192000"/>
              <a:gd name="connsiteY159" fmla="*/ 1728886 h 2079137"/>
              <a:gd name="connsiteX160" fmla="*/ 4013978 w 12192000"/>
              <a:gd name="connsiteY160" fmla="*/ 1727679 h 2079137"/>
              <a:gd name="connsiteX161" fmla="*/ 3987857 w 12192000"/>
              <a:gd name="connsiteY161" fmla="*/ 1724282 h 2079137"/>
              <a:gd name="connsiteX162" fmla="*/ 3916852 w 12192000"/>
              <a:gd name="connsiteY162" fmla="*/ 1729184 h 2079137"/>
              <a:gd name="connsiteX163" fmla="*/ 3797263 w 12192000"/>
              <a:gd name="connsiteY163" fmla="*/ 1742976 h 2079137"/>
              <a:gd name="connsiteX164" fmla="*/ 3752806 w 12192000"/>
              <a:gd name="connsiteY164" fmla="*/ 1741033 h 2079137"/>
              <a:gd name="connsiteX165" fmla="*/ 3749997 w 12192000"/>
              <a:gd name="connsiteY165" fmla="*/ 1735799 h 2079137"/>
              <a:gd name="connsiteX166" fmla="*/ 3736582 w 12192000"/>
              <a:gd name="connsiteY166" fmla="*/ 1735907 h 2079137"/>
              <a:gd name="connsiteX167" fmla="*/ 3733428 w 12192000"/>
              <a:gd name="connsiteY167" fmla="*/ 1734881 h 2079137"/>
              <a:gd name="connsiteX168" fmla="*/ 3714911 w 12192000"/>
              <a:gd name="connsiteY168" fmla="*/ 1730056 h 2079137"/>
              <a:gd name="connsiteX169" fmla="*/ 3665172 w 12192000"/>
              <a:gd name="connsiteY169" fmla="*/ 1745936 h 2079137"/>
              <a:gd name="connsiteX170" fmla="*/ 3552006 w 12192000"/>
              <a:gd name="connsiteY170" fmla="*/ 1755220 h 2079137"/>
              <a:gd name="connsiteX171" fmla="*/ 3390301 w 12192000"/>
              <a:gd name="connsiteY171" fmla="*/ 1762546 h 2079137"/>
              <a:gd name="connsiteX172" fmla="*/ 3264312 w 12192000"/>
              <a:gd name="connsiteY172" fmla="*/ 1774620 h 2079137"/>
              <a:gd name="connsiteX173" fmla="*/ 3106901 w 12192000"/>
              <a:gd name="connsiteY173" fmla="*/ 1804264 h 2079137"/>
              <a:gd name="connsiteX174" fmla="*/ 2993303 w 12192000"/>
              <a:gd name="connsiteY174" fmla="*/ 1806542 h 2079137"/>
              <a:gd name="connsiteX175" fmla="*/ 2979115 w 12192000"/>
              <a:gd name="connsiteY175" fmla="*/ 1815432 h 2079137"/>
              <a:gd name="connsiteX176" fmla="*/ 2963118 w 12192000"/>
              <a:gd name="connsiteY176" fmla="*/ 1820962 h 2079137"/>
              <a:gd name="connsiteX177" fmla="*/ 2961156 w 12192000"/>
              <a:gd name="connsiteY177" fmla="*/ 1820297 h 2079137"/>
              <a:gd name="connsiteX178" fmla="*/ 2925719 w 12192000"/>
              <a:gd name="connsiteY178" fmla="*/ 1828468 h 2079137"/>
              <a:gd name="connsiteX179" fmla="*/ 2857951 w 12192000"/>
              <a:gd name="connsiteY179" fmla="*/ 1842496 h 2079137"/>
              <a:gd name="connsiteX180" fmla="*/ 2857427 w 12192000"/>
              <a:gd name="connsiteY180" fmla="*/ 1841591 h 2079137"/>
              <a:gd name="connsiteX181" fmla="*/ 2846731 w 12192000"/>
              <a:gd name="connsiteY181" fmla="*/ 1839316 h 2079137"/>
              <a:gd name="connsiteX182" fmla="*/ 2826290 w 12192000"/>
              <a:gd name="connsiteY182" fmla="*/ 1837274 h 2079137"/>
              <a:gd name="connsiteX183" fmla="*/ 2779146 w 12192000"/>
              <a:gd name="connsiteY183" fmla="*/ 1820071 h 2079137"/>
              <a:gd name="connsiteX184" fmla="*/ 2739608 w 12192000"/>
              <a:gd name="connsiteY184" fmla="*/ 1827861 h 2079137"/>
              <a:gd name="connsiteX185" fmla="*/ 2731631 w 12192000"/>
              <a:gd name="connsiteY185" fmla="*/ 1828881 h 2079137"/>
              <a:gd name="connsiteX186" fmla="*/ 2731464 w 12192000"/>
              <a:gd name="connsiteY186" fmla="*/ 1828677 h 2079137"/>
              <a:gd name="connsiteX187" fmla="*/ 2723037 w 12192000"/>
              <a:gd name="connsiteY187" fmla="*/ 1829303 h 2079137"/>
              <a:gd name="connsiteX188" fmla="*/ 2701616 w 12192000"/>
              <a:gd name="connsiteY188" fmla="*/ 1832725 h 2079137"/>
              <a:gd name="connsiteX189" fmla="*/ 2696239 w 12192000"/>
              <a:gd name="connsiteY189" fmla="*/ 1831904 h 2079137"/>
              <a:gd name="connsiteX190" fmla="*/ 2663445 w 12192000"/>
              <a:gd name="connsiteY190" fmla="*/ 1825958 h 2079137"/>
              <a:gd name="connsiteX191" fmla="*/ 2560925 w 12192000"/>
              <a:gd name="connsiteY191" fmla="*/ 1829094 h 2079137"/>
              <a:gd name="connsiteX192" fmla="*/ 2458739 w 12192000"/>
              <a:gd name="connsiteY192" fmla="*/ 1834479 h 2079137"/>
              <a:gd name="connsiteX193" fmla="*/ 2356074 w 12192000"/>
              <a:gd name="connsiteY193" fmla="*/ 1836991 h 2079137"/>
              <a:gd name="connsiteX194" fmla="*/ 2304241 w 12192000"/>
              <a:gd name="connsiteY194" fmla="*/ 1822021 h 2079137"/>
              <a:gd name="connsiteX195" fmla="*/ 2298362 w 12192000"/>
              <a:gd name="connsiteY195" fmla="*/ 1822125 h 2079137"/>
              <a:gd name="connsiteX196" fmla="*/ 2283527 w 12192000"/>
              <a:gd name="connsiteY196" fmla="*/ 1826361 h 2079137"/>
              <a:gd name="connsiteX197" fmla="*/ 2278150 w 12192000"/>
              <a:gd name="connsiteY197" fmla="*/ 1828604 h 2079137"/>
              <a:gd name="connsiteX198" fmla="*/ 2269853 w 12192000"/>
              <a:gd name="connsiteY198" fmla="*/ 1830502 h 2079137"/>
              <a:gd name="connsiteX199" fmla="*/ 2269585 w 12192000"/>
              <a:gd name="connsiteY199" fmla="*/ 1830341 h 2079137"/>
              <a:gd name="connsiteX200" fmla="*/ 2225332 w 12192000"/>
              <a:gd name="connsiteY200" fmla="*/ 1845825 h 2079137"/>
              <a:gd name="connsiteX201" fmla="*/ 2169048 w 12192000"/>
              <a:gd name="connsiteY201" fmla="*/ 1837658 h 2079137"/>
              <a:gd name="connsiteX202" fmla="*/ 2147231 w 12192000"/>
              <a:gd name="connsiteY202" fmla="*/ 1839027 h 2079137"/>
              <a:gd name="connsiteX203" fmla="*/ 2135241 w 12192000"/>
              <a:gd name="connsiteY203" fmla="*/ 1838652 h 2079137"/>
              <a:gd name="connsiteX204" fmla="*/ 2099215 w 12192000"/>
              <a:gd name="connsiteY204" fmla="*/ 1850768 h 2079137"/>
              <a:gd name="connsiteX205" fmla="*/ 2094046 w 12192000"/>
              <a:gd name="connsiteY205" fmla="*/ 1850806 h 2079137"/>
              <a:gd name="connsiteX206" fmla="*/ 2071850 w 12192000"/>
              <a:gd name="connsiteY206" fmla="*/ 1861319 h 2079137"/>
              <a:gd name="connsiteX207" fmla="*/ 2039607 w 12192000"/>
              <a:gd name="connsiteY207" fmla="*/ 1874318 h 2079137"/>
              <a:gd name="connsiteX208" fmla="*/ 2037289 w 12192000"/>
              <a:gd name="connsiteY208" fmla="*/ 1874025 h 2079137"/>
              <a:gd name="connsiteX209" fmla="*/ 2023615 w 12192000"/>
              <a:gd name="connsiteY209" fmla="*/ 1881562 h 2079137"/>
              <a:gd name="connsiteX210" fmla="*/ 1957176 w 12192000"/>
              <a:gd name="connsiteY210" fmla="*/ 1898709 h 2079137"/>
              <a:gd name="connsiteX211" fmla="*/ 1858081 w 12192000"/>
              <a:gd name="connsiteY211" fmla="*/ 1923144 h 2079137"/>
              <a:gd name="connsiteX212" fmla="*/ 1738865 w 12192000"/>
              <a:gd name="connsiteY212" fmla="*/ 1944965 h 2079137"/>
              <a:gd name="connsiteX213" fmla="*/ 1616692 w 12192000"/>
              <a:gd name="connsiteY213" fmla="*/ 1989107 h 2079137"/>
              <a:gd name="connsiteX214" fmla="*/ 1411898 w 12192000"/>
              <a:gd name="connsiteY214" fmla="*/ 2046254 h 2079137"/>
              <a:gd name="connsiteX215" fmla="*/ 1375780 w 12192000"/>
              <a:gd name="connsiteY215" fmla="*/ 2047961 h 2079137"/>
              <a:gd name="connsiteX216" fmla="*/ 1375707 w 12192000"/>
              <a:gd name="connsiteY216" fmla="*/ 2047981 h 2079137"/>
              <a:gd name="connsiteX217" fmla="*/ 1285585 w 12192000"/>
              <a:gd name="connsiteY217" fmla="*/ 2047113 h 2079137"/>
              <a:gd name="connsiteX218" fmla="*/ 1263658 w 12192000"/>
              <a:gd name="connsiteY218" fmla="*/ 2041397 h 2079137"/>
              <a:gd name="connsiteX219" fmla="*/ 1170403 w 12192000"/>
              <a:gd name="connsiteY219" fmla="*/ 2033399 h 2079137"/>
              <a:gd name="connsiteX220" fmla="*/ 1153718 w 12192000"/>
              <a:gd name="connsiteY220" fmla="*/ 2029576 h 2079137"/>
              <a:gd name="connsiteX221" fmla="*/ 1133937 w 12192000"/>
              <a:gd name="connsiteY221" fmla="*/ 2032149 h 2079137"/>
              <a:gd name="connsiteX222" fmla="*/ 1054999 w 12192000"/>
              <a:gd name="connsiteY222" fmla="*/ 2043242 h 2079137"/>
              <a:gd name="connsiteX223" fmla="*/ 1018405 w 12192000"/>
              <a:gd name="connsiteY223" fmla="*/ 2048281 h 2079137"/>
              <a:gd name="connsiteX224" fmla="*/ 1016563 w 12192000"/>
              <a:gd name="connsiteY224" fmla="*/ 2051718 h 2079137"/>
              <a:gd name="connsiteX225" fmla="*/ 1008284 w 12192000"/>
              <a:gd name="connsiteY225" fmla="*/ 2046742 h 2079137"/>
              <a:gd name="connsiteX226" fmla="*/ 981974 w 12192000"/>
              <a:gd name="connsiteY226" fmla="*/ 2048363 h 2079137"/>
              <a:gd name="connsiteX227" fmla="*/ 971903 w 12192000"/>
              <a:gd name="connsiteY227" fmla="*/ 2053484 h 2079137"/>
              <a:gd name="connsiteX228" fmla="*/ 954015 w 12192000"/>
              <a:gd name="connsiteY228" fmla="*/ 2052529 h 2079137"/>
              <a:gd name="connsiteX229" fmla="*/ 839571 w 12192000"/>
              <a:gd name="connsiteY229" fmla="*/ 2046509 h 2079137"/>
              <a:gd name="connsiteX230" fmla="*/ 823321 w 12192000"/>
              <a:gd name="connsiteY230" fmla="*/ 2054296 h 2079137"/>
              <a:gd name="connsiteX231" fmla="*/ 800990 w 12192000"/>
              <a:gd name="connsiteY231" fmla="*/ 2051523 h 2079137"/>
              <a:gd name="connsiteX232" fmla="*/ 776439 w 12192000"/>
              <a:gd name="connsiteY232" fmla="*/ 2062634 h 2079137"/>
              <a:gd name="connsiteX233" fmla="*/ 763041 w 12192000"/>
              <a:gd name="connsiteY233" fmla="*/ 2063995 h 2079137"/>
              <a:gd name="connsiteX234" fmla="*/ 757863 w 12192000"/>
              <a:gd name="connsiteY234" fmla="*/ 2065877 h 2079137"/>
              <a:gd name="connsiteX235" fmla="*/ 745053 w 12192000"/>
              <a:gd name="connsiteY235" fmla="*/ 2051831 h 2079137"/>
              <a:gd name="connsiteX236" fmla="*/ 722609 w 12192000"/>
              <a:gd name="connsiteY236" fmla="*/ 2049504 h 2079137"/>
              <a:gd name="connsiteX237" fmla="*/ 717618 w 12192000"/>
              <a:gd name="connsiteY237" fmla="*/ 2042131 h 2079137"/>
              <a:gd name="connsiteX238" fmla="*/ 703285 w 12192000"/>
              <a:gd name="connsiteY238" fmla="*/ 2046808 h 2079137"/>
              <a:gd name="connsiteX239" fmla="*/ 680199 w 12192000"/>
              <a:gd name="connsiteY239" fmla="*/ 2051947 h 2079137"/>
              <a:gd name="connsiteX240" fmla="*/ 667351 w 12192000"/>
              <a:gd name="connsiteY240" fmla="*/ 2054469 h 2079137"/>
              <a:gd name="connsiteX241" fmla="*/ 660961 w 12192000"/>
              <a:gd name="connsiteY241" fmla="*/ 2049404 h 2079137"/>
              <a:gd name="connsiteX242" fmla="*/ 638282 w 12192000"/>
              <a:gd name="connsiteY242" fmla="*/ 2060093 h 2079137"/>
              <a:gd name="connsiteX243" fmla="*/ 583551 w 12192000"/>
              <a:gd name="connsiteY243" fmla="*/ 2070197 h 2079137"/>
              <a:gd name="connsiteX244" fmla="*/ 525274 w 12192000"/>
              <a:gd name="connsiteY244" fmla="*/ 2079137 h 2079137"/>
              <a:gd name="connsiteX245" fmla="*/ 405635 w 12192000"/>
              <a:gd name="connsiteY245" fmla="*/ 2059339 h 2079137"/>
              <a:gd name="connsiteX246" fmla="*/ 281555 w 12192000"/>
              <a:gd name="connsiteY246" fmla="*/ 2022847 h 2079137"/>
              <a:gd name="connsiteX247" fmla="*/ 98513 w 12192000"/>
              <a:gd name="connsiteY247" fmla="*/ 1969504 h 2079137"/>
              <a:gd name="connsiteX248" fmla="*/ 56191 w 12192000"/>
              <a:gd name="connsiteY248" fmla="*/ 1950709 h 2079137"/>
              <a:gd name="connsiteX249" fmla="*/ 0 w 12192000"/>
              <a:gd name="connsiteY249" fmla="*/ 1935789 h 2079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</a:cxnLst>
            <a:rect l="l" t="t" r="r" b="b"/>
            <a:pathLst>
              <a:path w="12192000" h="2079137">
                <a:moveTo>
                  <a:pt x="12160143" y="831692"/>
                </a:moveTo>
                <a:lnTo>
                  <a:pt x="12159112" y="833361"/>
                </a:lnTo>
                <a:cubicBezTo>
                  <a:pt x="12157915" y="833832"/>
                  <a:pt x="12157402" y="833649"/>
                  <a:pt x="12158912" y="832430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558063"/>
                </a:lnTo>
                <a:lnTo>
                  <a:pt x="12189259" y="810508"/>
                </a:lnTo>
                <a:lnTo>
                  <a:pt x="12170847" y="825280"/>
                </a:lnTo>
                <a:lnTo>
                  <a:pt x="12160143" y="831692"/>
                </a:lnTo>
                <a:lnTo>
                  <a:pt x="12163806" y="825759"/>
                </a:lnTo>
                <a:cubicBezTo>
                  <a:pt x="12125449" y="821525"/>
                  <a:pt x="12082203" y="824698"/>
                  <a:pt x="12056557" y="810176"/>
                </a:cubicBezTo>
                <a:cubicBezTo>
                  <a:pt x="12050902" y="790976"/>
                  <a:pt x="11923731" y="799312"/>
                  <a:pt x="11900316" y="789618"/>
                </a:cubicBezTo>
                <a:cubicBezTo>
                  <a:pt x="11841702" y="803374"/>
                  <a:pt x="11823963" y="832645"/>
                  <a:pt x="11791206" y="824176"/>
                </a:cubicBezTo>
                <a:cubicBezTo>
                  <a:pt x="11768977" y="817380"/>
                  <a:pt x="11683857" y="828947"/>
                  <a:pt x="11659257" y="800841"/>
                </a:cubicBezTo>
                <a:cubicBezTo>
                  <a:pt x="11617173" y="818107"/>
                  <a:pt x="11602556" y="790694"/>
                  <a:pt x="11569789" y="797135"/>
                </a:cubicBezTo>
                <a:cubicBezTo>
                  <a:pt x="11498310" y="795094"/>
                  <a:pt x="11458472" y="819882"/>
                  <a:pt x="11367885" y="791985"/>
                </a:cubicBezTo>
                <a:cubicBezTo>
                  <a:pt x="11325508" y="798158"/>
                  <a:pt x="11266580" y="755023"/>
                  <a:pt x="11174663" y="788721"/>
                </a:cubicBezTo>
                <a:cubicBezTo>
                  <a:pt x="11122703" y="792192"/>
                  <a:pt x="11150009" y="775410"/>
                  <a:pt x="11068220" y="786994"/>
                </a:cubicBezTo>
                <a:cubicBezTo>
                  <a:pt x="11046931" y="759861"/>
                  <a:pt x="10919185" y="793102"/>
                  <a:pt x="10893266" y="794013"/>
                </a:cubicBezTo>
                <a:cubicBezTo>
                  <a:pt x="10874184" y="776189"/>
                  <a:pt x="10862860" y="788743"/>
                  <a:pt x="10844025" y="789857"/>
                </a:cubicBezTo>
                <a:cubicBezTo>
                  <a:pt x="10836453" y="779294"/>
                  <a:pt x="10820690" y="778184"/>
                  <a:pt x="10814353" y="789010"/>
                </a:cubicBezTo>
                <a:cubicBezTo>
                  <a:pt x="10819669" y="816016"/>
                  <a:pt x="10754019" y="789067"/>
                  <a:pt x="10748393" y="806738"/>
                </a:cubicBezTo>
                <a:cubicBezTo>
                  <a:pt x="10687156" y="807873"/>
                  <a:pt x="10550299" y="781800"/>
                  <a:pt x="10468256" y="778733"/>
                </a:cubicBezTo>
                <a:cubicBezTo>
                  <a:pt x="10436666" y="770025"/>
                  <a:pt x="10371995" y="797252"/>
                  <a:pt x="10256131" y="788332"/>
                </a:cubicBezTo>
                <a:cubicBezTo>
                  <a:pt x="10240995" y="781626"/>
                  <a:pt x="10182664" y="765742"/>
                  <a:pt x="10177442" y="777371"/>
                </a:cubicBezTo>
                <a:cubicBezTo>
                  <a:pt x="10141447" y="775683"/>
                  <a:pt x="10030323" y="810071"/>
                  <a:pt x="10006086" y="792651"/>
                </a:cubicBezTo>
                <a:cubicBezTo>
                  <a:pt x="10009448" y="818833"/>
                  <a:pt x="9960389" y="791426"/>
                  <a:pt x="9952382" y="815411"/>
                </a:cubicBezTo>
                <a:lnTo>
                  <a:pt x="9926457" y="827295"/>
                </a:lnTo>
                <a:lnTo>
                  <a:pt x="9843405" y="867046"/>
                </a:lnTo>
                <a:lnTo>
                  <a:pt x="9830866" y="875047"/>
                </a:lnTo>
                <a:lnTo>
                  <a:pt x="9801807" y="872272"/>
                </a:lnTo>
                <a:lnTo>
                  <a:pt x="9785653" y="861743"/>
                </a:lnTo>
                <a:lnTo>
                  <a:pt x="9781177" y="864820"/>
                </a:lnTo>
                <a:cubicBezTo>
                  <a:pt x="9776153" y="871003"/>
                  <a:pt x="9773556" y="874842"/>
                  <a:pt x="9768640" y="869379"/>
                </a:cubicBezTo>
                <a:lnTo>
                  <a:pt x="9712211" y="900283"/>
                </a:lnTo>
                <a:cubicBezTo>
                  <a:pt x="9706243" y="902750"/>
                  <a:pt x="9698952" y="902954"/>
                  <a:pt x="9689465" y="899268"/>
                </a:cubicBezTo>
                <a:cubicBezTo>
                  <a:pt x="9670819" y="902906"/>
                  <a:pt x="9618108" y="917739"/>
                  <a:pt x="9600339" y="922112"/>
                </a:cubicBezTo>
                <a:lnTo>
                  <a:pt x="9582850" y="925510"/>
                </a:lnTo>
                <a:cubicBezTo>
                  <a:pt x="9574400" y="928631"/>
                  <a:pt x="9556868" y="938130"/>
                  <a:pt x="9549638" y="940845"/>
                </a:cubicBezTo>
                <a:cubicBezTo>
                  <a:pt x="9543792" y="942327"/>
                  <a:pt x="9546812" y="939351"/>
                  <a:pt x="9539471" y="941799"/>
                </a:cubicBezTo>
                <a:cubicBezTo>
                  <a:pt x="9538994" y="947702"/>
                  <a:pt x="9536009" y="953248"/>
                  <a:pt x="9505592" y="955533"/>
                </a:cubicBezTo>
                <a:cubicBezTo>
                  <a:pt x="9486013" y="968563"/>
                  <a:pt x="9460860" y="978842"/>
                  <a:pt x="9432569" y="985377"/>
                </a:cubicBezTo>
                <a:cubicBezTo>
                  <a:pt x="9426990" y="980335"/>
                  <a:pt x="9418918" y="990185"/>
                  <a:pt x="9414216" y="992655"/>
                </a:cubicBezTo>
                <a:cubicBezTo>
                  <a:pt x="9412644" y="989014"/>
                  <a:pt x="9400057" y="989255"/>
                  <a:pt x="9397106" y="992980"/>
                </a:cubicBezTo>
                <a:cubicBezTo>
                  <a:pt x="9314093" y="1020862"/>
                  <a:pt x="9349678" y="978420"/>
                  <a:pt x="9305108" y="1007767"/>
                </a:cubicBezTo>
                <a:cubicBezTo>
                  <a:pt x="9296670" y="1010324"/>
                  <a:pt x="9289251" y="1009612"/>
                  <a:pt x="9282434" y="1007523"/>
                </a:cubicBezTo>
                <a:lnTo>
                  <a:pt x="9271941" y="1002839"/>
                </a:lnTo>
                <a:lnTo>
                  <a:pt x="9238227" y="1017668"/>
                </a:lnTo>
                <a:cubicBezTo>
                  <a:pt x="9221294" y="1023415"/>
                  <a:pt x="9203166" y="1027997"/>
                  <a:pt x="9184265" y="1031275"/>
                </a:cubicBezTo>
                <a:cubicBezTo>
                  <a:pt x="9178371" y="1024135"/>
                  <a:pt x="9165618" y="1036637"/>
                  <a:pt x="9159000" y="1039569"/>
                </a:cubicBezTo>
                <a:cubicBezTo>
                  <a:pt x="9157881" y="1034602"/>
                  <a:pt x="9141725" y="1033964"/>
                  <a:pt x="9137031" y="1038699"/>
                </a:cubicBezTo>
                <a:cubicBezTo>
                  <a:pt x="9023973" y="1069523"/>
                  <a:pt x="9079946" y="1015706"/>
                  <a:pt x="9015702" y="1051400"/>
                </a:cubicBezTo>
                <a:lnTo>
                  <a:pt x="8971403" y="1040542"/>
                </a:lnTo>
                <a:lnTo>
                  <a:pt x="8961826" y="1045364"/>
                </a:lnTo>
                <a:cubicBezTo>
                  <a:pt x="8922837" y="1050010"/>
                  <a:pt x="8909116" y="1040754"/>
                  <a:pt x="8888623" y="1053908"/>
                </a:cubicBezTo>
                <a:cubicBezTo>
                  <a:pt x="8850424" y="1035587"/>
                  <a:pt x="8865892" y="1054194"/>
                  <a:pt x="8841066" y="1060421"/>
                </a:cubicBezTo>
                <a:cubicBezTo>
                  <a:pt x="8818353" y="1064878"/>
                  <a:pt x="8775995" y="1076068"/>
                  <a:pt x="8752342" y="1080646"/>
                </a:cubicBezTo>
                <a:cubicBezTo>
                  <a:pt x="8736966" y="1099406"/>
                  <a:pt x="8723186" y="1079948"/>
                  <a:pt x="8699139" y="1087885"/>
                </a:cubicBezTo>
                <a:cubicBezTo>
                  <a:pt x="8688630" y="1095506"/>
                  <a:pt x="8680324" y="1097539"/>
                  <a:pt x="8667273" y="1092062"/>
                </a:cubicBezTo>
                <a:cubicBezTo>
                  <a:pt x="8619205" y="1128818"/>
                  <a:pt x="8634590" y="1097116"/>
                  <a:pt x="8586064" y="1114603"/>
                </a:cubicBezTo>
                <a:cubicBezTo>
                  <a:pt x="8544721" y="1131913"/>
                  <a:pt x="8496602" y="1145520"/>
                  <a:pt x="8460312" y="1179878"/>
                </a:cubicBezTo>
                <a:cubicBezTo>
                  <a:pt x="8454266" y="1189140"/>
                  <a:pt x="8435781" y="1194455"/>
                  <a:pt x="8419023" y="1191748"/>
                </a:cubicBezTo>
                <a:cubicBezTo>
                  <a:pt x="8416138" y="1191283"/>
                  <a:pt x="8413416" y="1190591"/>
                  <a:pt x="8410939" y="1189696"/>
                </a:cubicBezTo>
                <a:cubicBezTo>
                  <a:pt x="8390077" y="1213458"/>
                  <a:pt x="8370324" y="1205397"/>
                  <a:pt x="8362040" y="1220820"/>
                </a:cubicBezTo>
                <a:cubicBezTo>
                  <a:pt x="8320616" y="1231942"/>
                  <a:pt x="8281663" y="1222882"/>
                  <a:pt x="8273677" y="1236495"/>
                </a:cubicBezTo>
                <a:cubicBezTo>
                  <a:pt x="8251358" y="1238573"/>
                  <a:pt x="8216738" y="1228341"/>
                  <a:pt x="8204283" y="1243537"/>
                </a:cubicBezTo>
                <a:cubicBezTo>
                  <a:pt x="8198634" y="1233135"/>
                  <a:pt x="8181550" y="1254947"/>
                  <a:pt x="8166550" y="1249551"/>
                </a:cubicBezTo>
                <a:cubicBezTo>
                  <a:pt x="8155570" y="1244572"/>
                  <a:pt x="8147825" y="1250027"/>
                  <a:pt x="8137785" y="1251636"/>
                </a:cubicBezTo>
                <a:cubicBezTo>
                  <a:pt x="8123427" y="1248361"/>
                  <a:pt x="8081662" y="1261833"/>
                  <a:pt x="8071596" y="1269274"/>
                </a:cubicBezTo>
                <a:cubicBezTo>
                  <a:pt x="8048949" y="1293759"/>
                  <a:pt x="7983924" y="1284712"/>
                  <a:pt x="7964816" y="1303668"/>
                </a:cubicBezTo>
                <a:cubicBezTo>
                  <a:pt x="7957137" y="1306992"/>
                  <a:pt x="7949335" y="1308861"/>
                  <a:pt x="7941495" y="1309821"/>
                </a:cubicBezTo>
                <a:lnTo>
                  <a:pt x="7919123" y="1310466"/>
                </a:lnTo>
                <a:lnTo>
                  <a:pt x="7911902" y="1306569"/>
                </a:lnTo>
                <a:lnTo>
                  <a:pt x="7898703" y="1309208"/>
                </a:lnTo>
                <a:lnTo>
                  <a:pt x="7894703" y="1308939"/>
                </a:lnTo>
                <a:lnTo>
                  <a:pt x="7872267" y="1308370"/>
                </a:lnTo>
                <a:cubicBezTo>
                  <a:pt x="7886550" y="1330359"/>
                  <a:pt x="7812648" y="1314851"/>
                  <a:pt x="7836454" y="1331265"/>
                </a:cubicBezTo>
                <a:cubicBezTo>
                  <a:pt x="7798907" y="1336933"/>
                  <a:pt x="7831419" y="1351068"/>
                  <a:pt x="7782451" y="1339601"/>
                </a:cubicBezTo>
                <a:cubicBezTo>
                  <a:pt x="7727636" y="1365002"/>
                  <a:pt x="7583002" y="1338768"/>
                  <a:pt x="7542969" y="1372495"/>
                </a:cubicBezTo>
                <a:cubicBezTo>
                  <a:pt x="7546396" y="1360942"/>
                  <a:pt x="7492851" y="1424323"/>
                  <a:pt x="7476832" y="1431655"/>
                </a:cubicBezTo>
                <a:cubicBezTo>
                  <a:pt x="7439619" y="1443703"/>
                  <a:pt x="7425596" y="1454661"/>
                  <a:pt x="7370237" y="1474339"/>
                </a:cubicBezTo>
                <a:cubicBezTo>
                  <a:pt x="7316246" y="1485928"/>
                  <a:pt x="7281903" y="1512712"/>
                  <a:pt x="7222223" y="1510199"/>
                </a:cubicBezTo>
                <a:cubicBezTo>
                  <a:pt x="7221190" y="1514030"/>
                  <a:pt x="7218885" y="1517398"/>
                  <a:pt x="7215703" y="1520424"/>
                </a:cubicBezTo>
                <a:lnTo>
                  <a:pt x="7204548" y="1528145"/>
                </a:lnTo>
                <a:lnTo>
                  <a:pt x="7202038" y="1527954"/>
                </a:lnTo>
                <a:lnTo>
                  <a:pt x="7173860" y="1541605"/>
                </a:lnTo>
                <a:lnTo>
                  <a:pt x="7155079" y="1552495"/>
                </a:lnTo>
                <a:lnTo>
                  <a:pt x="7149757" y="1552732"/>
                </a:lnTo>
                <a:cubicBezTo>
                  <a:pt x="7141378" y="1554948"/>
                  <a:pt x="7115959" y="1563256"/>
                  <a:pt x="7104804" y="1565792"/>
                </a:cubicBezTo>
                <a:cubicBezTo>
                  <a:pt x="7099811" y="1550850"/>
                  <a:pt x="7096935" y="1561973"/>
                  <a:pt x="7082824" y="1567947"/>
                </a:cubicBezTo>
                <a:cubicBezTo>
                  <a:pt x="7071919" y="1546070"/>
                  <a:pt x="7039417" y="1570606"/>
                  <a:pt x="7021520" y="1562334"/>
                </a:cubicBezTo>
                <a:cubicBezTo>
                  <a:pt x="7011400" y="1567217"/>
                  <a:pt x="7000495" y="1571981"/>
                  <a:pt x="6988956" y="1576442"/>
                </a:cubicBezTo>
                <a:lnTo>
                  <a:pt x="6981922" y="1578821"/>
                </a:lnTo>
                <a:lnTo>
                  <a:pt x="6981583" y="1578678"/>
                </a:lnTo>
                <a:cubicBezTo>
                  <a:pt x="6979627" y="1578791"/>
                  <a:pt x="6977153" y="1579421"/>
                  <a:pt x="6973762" y="1580811"/>
                </a:cubicBezTo>
                <a:lnTo>
                  <a:pt x="6969093" y="1583157"/>
                </a:lnTo>
                <a:lnTo>
                  <a:pt x="6890037" y="1575825"/>
                </a:lnTo>
                <a:cubicBezTo>
                  <a:pt x="6849459" y="1579997"/>
                  <a:pt x="6820022" y="1566922"/>
                  <a:pt x="6785054" y="1582200"/>
                </a:cubicBezTo>
                <a:cubicBezTo>
                  <a:pt x="6747047" y="1586037"/>
                  <a:pt x="6712794" y="1582954"/>
                  <a:pt x="6681692" y="1591296"/>
                </a:cubicBezTo>
                <a:cubicBezTo>
                  <a:pt x="6667557" y="1587501"/>
                  <a:pt x="6654822" y="1586753"/>
                  <a:pt x="6644556" y="1595940"/>
                </a:cubicBezTo>
                <a:cubicBezTo>
                  <a:pt x="6608615" y="1597269"/>
                  <a:pt x="6597697" y="1587005"/>
                  <a:pt x="6577106" y="1598261"/>
                </a:cubicBezTo>
                <a:lnTo>
                  <a:pt x="6544183" y="1596149"/>
                </a:lnTo>
                <a:lnTo>
                  <a:pt x="6540921" y="1593857"/>
                </a:lnTo>
                <a:lnTo>
                  <a:pt x="6535046" y="1593283"/>
                </a:lnTo>
                <a:lnTo>
                  <a:pt x="6519853" y="1595771"/>
                </a:lnTo>
                <a:lnTo>
                  <a:pt x="6514280" y="1597376"/>
                </a:lnTo>
                <a:cubicBezTo>
                  <a:pt x="6510385" y="1598232"/>
                  <a:pt x="6507735" y="1598481"/>
                  <a:pt x="6505824" y="1598298"/>
                </a:cubicBezTo>
                <a:lnTo>
                  <a:pt x="6505573" y="1598109"/>
                </a:lnTo>
                <a:lnTo>
                  <a:pt x="6497741" y="1599392"/>
                </a:lnTo>
                <a:cubicBezTo>
                  <a:pt x="6484628" y="1602044"/>
                  <a:pt x="6471968" y="1605085"/>
                  <a:pt x="6459992" y="1608358"/>
                </a:cubicBezTo>
                <a:cubicBezTo>
                  <a:pt x="6447037" y="1597612"/>
                  <a:pt x="6404274" y="1616787"/>
                  <a:pt x="6404572" y="1593771"/>
                </a:cubicBezTo>
                <a:cubicBezTo>
                  <a:pt x="6388277" y="1597519"/>
                  <a:pt x="6380141" y="1607970"/>
                  <a:pt x="6382671" y="1592612"/>
                </a:cubicBezTo>
                <a:lnTo>
                  <a:pt x="6369843" y="1590015"/>
                </a:lnTo>
                <a:lnTo>
                  <a:pt x="6269740" y="1614633"/>
                </a:lnTo>
                <a:lnTo>
                  <a:pt x="6255405" y="1620529"/>
                </a:lnTo>
                <a:cubicBezTo>
                  <a:pt x="6250911" y="1623016"/>
                  <a:pt x="6247090" y="1625968"/>
                  <a:pt x="6244248" y="1629561"/>
                </a:cubicBezTo>
                <a:cubicBezTo>
                  <a:pt x="6188859" y="1618246"/>
                  <a:pt x="6143250" y="1639346"/>
                  <a:pt x="6086396" y="1642666"/>
                </a:cubicBezTo>
                <a:cubicBezTo>
                  <a:pt x="6024311" y="1653696"/>
                  <a:pt x="5889522" y="1686499"/>
                  <a:pt x="5867429" y="1695554"/>
                </a:cubicBezTo>
                <a:cubicBezTo>
                  <a:pt x="5848669" y="1700350"/>
                  <a:pt x="5763994" y="1699795"/>
                  <a:pt x="5772864" y="1689002"/>
                </a:cubicBezTo>
                <a:cubicBezTo>
                  <a:pt x="5718480" y="1716048"/>
                  <a:pt x="5694188" y="1696562"/>
                  <a:pt x="5629833" y="1713273"/>
                </a:cubicBezTo>
                <a:lnTo>
                  <a:pt x="5504771" y="1725744"/>
                </a:lnTo>
                <a:lnTo>
                  <a:pt x="5490967" y="1726367"/>
                </a:lnTo>
                <a:lnTo>
                  <a:pt x="5486015" y="1721481"/>
                </a:lnTo>
                <a:lnTo>
                  <a:pt x="5439364" y="1721349"/>
                </a:lnTo>
                <a:cubicBezTo>
                  <a:pt x="5418850" y="1733129"/>
                  <a:pt x="5381503" y="1725668"/>
                  <a:pt x="5350025" y="1729885"/>
                </a:cubicBezTo>
                <a:lnTo>
                  <a:pt x="5336104" y="1734377"/>
                </a:lnTo>
                <a:lnTo>
                  <a:pt x="5245234" y="1738520"/>
                </a:lnTo>
                <a:lnTo>
                  <a:pt x="5182955" y="1744622"/>
                </a:lnTo>
                <a:lnTo>
                  <a:pt x="5169506" y="1748993"/>
                </a:lnTo>
                <a:lnTo>
                  <a:pt x="5154299" y="1744080"/>
                </a:lnTo>
                <a:cubicBezTo>
                  <a:pt x="5152463" y="1742751"/>
                  <a:pt x="5150989" y="1741283"/>
                  <a:pt x="5149917" y="1739727"/>
                </a:cubicBezTo>
                <a:lnTo>
                  <a:pt x="5100319" y="1745797"/>
                </a:lnTo>
                <a:lnTo>
                  <a:pt x="5094361" y="1745767"/>
                </a:lnTo>
                <a:lnTo>
                  <a:pt x="5053410" y="1742790"/>
                </a:lnTo>
                <a:lnTo>
                  <a:pt x="4992711" y="1734075"/>
                </a:lnTo>
                <a:cubicBezTo>
                  <a:pt x="4972764" y="1728527"/>
                  <a:pt x="4955480" y="1708667"/>
                  <a:pt x="4930098" y="1717312"/>
                </a:cubicBezTo>
                <a:cubicBezTo>
                  <a:pt x="4936142" y="1706767"/>
                  <a:pt x="4900350" y="1719438"/>
                  <a:pt x="4893834" y="1710028"/>
                </a:cubicBezTo>
                <a:cubicBezTo>
                  <a:pt x="4890113" y="1702277"/>
                  <a:pt x="4878389" y="1704314"/>
                  <a:pt x="4868730" y="1702384"/>
                </a:cubicBezTo>
                <a:cubicBezTo>
                  <a:pt x="4860577" y="1694955"/>
                  <a:pt x="4813519" y="1692594"/>
                  <a:pt x="4797925" y="1695535"/>
                </a:cubicBezTo>
                <a:cubicBezTo>
                  <a:pt x="4754973" y="1708626"/>
                  <a:pt x="4712186" y="1679830"/>
                  <a:pt x="4677670" y="1689453"/>
                </a:cubicBezTo>
                <a:cubicBezTo>
                  <a:pt x="4650390" y="1686902"/>
                  <a:pt x="4641786" y="1682702"/>
                  <a:pt x="4634248" y="1680227"/>
                </a:cubicBezTo>
                <a:lnTo>
                  <a:pt x="4632434" y="1674607"/>
                </a:lnTo>
                <a:lnTo>
                  <a:pt x="4619204" y="1672507"/>
                </a:lnTo>
                <a:lnTo>
                  <a:pt x="4616283" y="1670977"/>
                </a:lnTo>
                <a:cubicBezTo>
                  <a:pt x="4610716" y="1668036"/>
                  <a:pt x="4605090" y="1665277"/>
                  <a:pt x="4598926" y="1663178"/>
                </a:cubicBezTo>
                <a:cubicBezTo>
                  <a:pt x="4588025" y="1686237"/>
                  <a:pt x="4544698" y="1649138"/>
                  <a:pt x="4547069" y="1670642"/>
                </a:cubicBezTo>
                <a:lnTo>
                  <a:pt x="4523516" y="1669785"/>
                </a:lnTo>
                <a:lnTo>
                  <a:pt x="4500586" y="1675912"/>
                </a:lnTo>
                <a:lnTo>
                  <a:pt x="4488196" y="1683463"/>
                </a:lnTo>
                <a:lnTo>
                  <a:pt x="4445463" y="1695634"/>
                </a:lnTo>
                <a:lnTo>
                  <a:pt x="4446550" y="1680538"/>
                </a:lnTo>
                <a:lnTo>
                  <a:pt x="4365375" y="1697935"/>
                </a:lnTo>
                <a:lnTo>
                  <a:pt x="4305123" y="1714185"/>
                </a:lnTo>
                <a:lnTo>
                  <a:pt x="4292665" y="1720703"/>
                </a:lnTo>
                <a:lnTo>
                  <a:pt x="4276789" y="1718367"/>
                </a:lnTo>
                <a:cubicBezTo>
                  <a:pt x="4274740" y="1717359"/>
                  <a:pt x="4273021" y="1716157"/>
                  <a:pt x="4271683" y="1714801"/>
                </a:cubicBezTo>
                <a:lnTo>
                  <a:pt x="4223918" y="1728936"/>
                </a:lnTo>
                <a:lnTo>
                  <a:pt x="4218039" y="1729885"/>
                </a:lnTo>
                <a:lnTo>
                  <a:pt x="4177153" y="1733691"/>
                </a:lnTo>
                <a:lnTo>
                  <a:pt x="4051032" y="1728886"/>
                </a:lnTo>
                <a:cubicBezTo>
                  <a:pt x="4055072" y="1717510"/>
                  <a:pt x="4022108" y="1735873"/>
                  <a:pt x="4013978" y="1727679"/>
                </a:cubicBezTo>
                <a:cubicBezTo>
                  <a:pt x="4008905" y="1720660"/>
                  <a:pt x="3997723" y="1724594"/>
                  <a:pt x="3987857" y="1724282"/>
                </a:cubicBezTo>
                <a:cubicBezTo>
                  <a:pt x="3978476" y="1718309"/>
                  <a:pt x="3931683" y="1723723"/>
                  <a:pt x="3916852" y="1729184"/>
                </a:cubicBezTo>
                <a:cubicBezTo>
                  <a:pt x="3876910" y="1749138"/>
                  <a:pt x="3829523" y="1727824"/>
                  <a:pt x="3797263" y="1742976"/>
                </a:cubicBezTo>
                <a:cubicBezTo>
                  <a:pt x="3769922" y="1744951"/>
                  <a:pt x="3760682" y="1742230"/>
                  <a:pt x="3752806" y="1741033"/>
                </a:cubicBezTo>
                <a:lnTo>
                  <a:pt x="3749997" y="1735799"/>
                </a:lnTo>
                <a:lnTo>
                  <a:pt x="3736582" y="1735907"/>
                </a:lnTo>
                <a:lnTo>
                  <a:pt x="3733428" y="1734881"/>
                </a:lnTo>
                <a:cubicBezTo>
                  <a:pt x="3727408" y="1732899"/>
                  <a:pt x="3721365" y="1731108"/>
                  <a:pt x="3714911" y="1730056"/>
                </a:cubicBezTo>
                <a:cubicBezTo>
                  <a:pt x="3708355" y="1754554"/>
                  <a:pt x="3658933" y="1725152"/>
                  <a:pt x="3665172" y="1745936"/>
                </a:cubicBezTo>
                <a:cubicBezTo>
                  <a:pt x="3628569" y="1744420"/>
                  <a:pt x="3583742" y="1775884"/>
                  <a:pt x="3552006" y="1755220"/>
                </a:cubicBezTo>
                <a:cubicBezTo>
                  <a:pt x="3497522" y="1758390"/>
                  <a:pt x="3448310" y="1757433"/>
                  <a:pt x="3390301" y="1762546"/>
                </a:cubicBezTo>
                <a:cubicBezTo>
                  <a:pt x="3345266" y="1774524"/>
                  <a:pt x="3297039" y="1758531"/>
                  <a:pt x="3264312" y="1774620"/>
                </a:cubicBezTo>
                <a:cubicBezTo>
                  <a:pt x="3212634" y="1771139"/>
                  <a:pt x="3147905" y="1780248"/>
                  <a:pt x="3106901" y="1804264"/>
                </a:cubicBezTo>
                <a:cubicBezTo>
                  <a:pt x="3051355" y="1805490"/>
                  <a:pt x="3041708" y="1820368"/>
                  <a:pt x="2993303" y="1806542"/>
                </a:cubicBezTo>
                <a:cubicBezTo>
                  <a:pt x="2989182" y="1810139"/>
                  <a:pt x="2984377" y="1813039"/>
                  <a:pt x="2979115" y="1815432"/>
                </a:cubicBezTo>
                <a:lnTo>
                  <a:pt x="2963118" y="1820962"/>
                </a:lnTo>
                <a:lnTo>
                  <a:pt x="2961156" y="1820297"/>
                </a:lnTo>
                <a:lnTo>
                  <a:pt x="2925719" y="1828468"/>
                </a:lnTo>
                <a:lnTo>
                  <a:pt x="2857951" y="1842496"/>
                </a:lnTo>
                <a:lnTo>
                  <a:pt x="2857427" y="1841591"/>
                </a:lnTo>
                <a:cubicBezTo>
                  <a:pt x="2855386" y="1839734"/>
                  <a:pt x="2852250" y="1838690"/>
                  <a:pt x="2846731" y="1839316"/>
                </a:cubicBezTo>
                <a:cubicBezTo>
                  <a:pt x="2855175" y="1823564"/>
                  <a:pt x="2843311" y="1834035"/>
                  <a:pt x="2826290" y="1837274"/>
                </a:cubicBezTo>
                <a:cubicBezTo>
                  <a:pt x="2835609" y="1813530"/>
                  <a:pt x="2787284" y="1831665"/>
                  <a:pt x="2779146" y="1820071"/>
                </a:cubicBezTo>
                <a:cubicBezTo>
                  <a:pt x="2766432" y="1822985"/>
                  <a:pt x="2753158" y="1825635"/>
                  <a:pt x="2739608" y="1827861"/>
                </a:cubicBezTo>
                <a:lnTo>
                  <a:pt x="2731631" y="1828881"/>
                </a:lnTo>
                <a:cubicBezTo>
                  <a:pt x="2731575" y="1828813"/>
                  <a:pt x="2731521" y="1828744"/>
                  <a:pt x="2731464" y="1828677"/>
                </a:cubicBezTo>
                <a:cubicBezTo>
                  <a:pt x="2729715" y="1828415"/>
                  <a:pt x="2727085" y="1828569"/>
                  <a:pt x="2723037" y="1829303"/>
                </a:cubicBezTo>
                <a:lnTo>
                  <a:pt x="2701616" y="1832725"/>
                </a:lnTo>
                <a:lnTo>
                  <a:pt x="2696239" y="1831904"/>
                </a:lnTo>
                <a:lnTo>
                  <a:pt x="2663445" y="1825958"/>
                </a:lnTo>
                <a:cubicBezTo>
                  <a:pt x="2641260" y="1825904"/>
                  <a:pt x="2595040" y="1827674"/>
                  <a:pt x="2560925" y="1829094"/>
                </a:cubicBezTo>
                <a:cubicBezTo>
                  <a:pt x="2527977" y="1836499"/>
                  <a:pt x="2496507" y="1831991"/>
                  <a:pt x="2458739" y="1834479"/>
                </a:cubicBezTo>
                <a:cubicBezTo>
                  <a:pt x="2419379" y="1848893"/>
                  <a:pt x="2396428" y="1834257"/>
                  <a:pt x="2356074" y="1836991"/>
                </a:cubicBezTo>
                <a:cubicBezTo>
                  <a:pt x="2323435" y="1857644"/>
                  <a:pt x="2325610" y="1826053"/>
                  <a:pt x="2304241" y="1822021"/>
                </a:cubicBezTo>
                <a:lnTo>
                  <a:pt x="2298362" y="1822125"/>
                </a:lnTo>
                <a:lnTo>
                  <a:pt x="2283527" y="1826361"/>
                </a:lnTo>
                <a:lnTo>
                  <a:pt x="2278150" y="1828604"/>
                </a:lnTo>
                <a:cubicBezTo>
                  <a:pt x="2274371" y="1829907"/>
                  <a:pt x="2271762" y="1830461"/>
                  <a:pt x="2269853" y="1830502"/>
                </a:cubicBezTo>
                <a:lnTo>
                  <a:pt x="2269585" y="1830341"/>
                </a:lnTo>
                <a:lnTo>
                  <a:pt x="2225332" y="1845825"/>
                </a:lnTo>
                <a:cubicBezTo>
                  <a:pt x="2211505" y="1836594"/>
                  <a:pt x="2170867" y="1860661"/>
                  <a:pt x="2169048" y="1837658"/>
                </a:cubicBezTo>
                <a:cubicBezTo>
                  <a:pt x="2153238" y="1843278"/>
                  <a:pt x="2146132" y="1854645"/>
                  <a:pt x="2147231" y="1839027"/>
                </a:cubicBezTo>
                <a:cubicBezTo>
                  <a:pt x="2141901" y="1840465"/>
                  <a:pt x="2138205" y="1840014"/>
                  <a:pt x="2135241" y="1838652"/>
                </a:cubicBezTo>
                <a:lnTo>
                  <a:pt x="2099215" y="1850768"/>
                </a:lnTo>
                <a:lnTo>
                  <a:pt x="2094046" y="1850806"/>
                </a:lnTo>
                <a:lnTo>
                  <a:pt x="2071850" y="1861319"/>
                </a:lnTo>
                <a:lnTo>
                  <a:pt x="2039607" y="1874318"/>
                </a:lnTo>
                <a:lnTo>
                  <a:pt x="2037289" y="1874025"/>
                </a:lnTo>
                <a:lnTo>
                  <a:pt x="2023615" y="1881562"/>
                </a:lnTo>
                <a:cubicBezTo>
                  <a:pt x="2019390" y="1884562"/>
                  <a:pt x="1959668" y="1894795"/>
                  <a:pt x="1957176" y="1898709"/>
                </a:cubicBezTo>
                <a:cubicBezTo>
                  <a:pt x="1901224" y="1893805"/>
                  <a:pt x="1914145" y="1913274"/>
                  <a:pt x="1858081" y="1923144"/>
                </a:cubicBezTo>
                <a:cubicBezTo>
                  <a:pt x="1819487" y="1923227"/>
                  <a:pt x="1798952" y="1929741"/>
                  <a:pt x="1738865" y="1944965"/>
                </a:cubicBezTo>
                <a:cubicBezTo>
                  <a:pt x="1698633" y="1955957"/>
                  <a:pt x="1670491" y="1978862"/>
                  <a:pt x="1616692" y="1989107"/>
                </a:cubicBezTo>
                <a:cubicBezTo>
                  <a:pt x="1565257" y="2022368"/>
                  <a:pt x="1474172" y="2022156"/>
                  <a:pt x="1411898" y="2046254"/>
                </a:cubicBezTo>
                <a:cubicBezTo>
                  <a:pt x="1380237" y="2035952"/>
                  <a:pt x="1386648" y="2042292"/>
                  <a:pt x="1375780" y="2047961"/>
                </a:cubicBezTo>
                <a:cubicBezTo>
                  <a:pt x="1375756" y="2047968"/>
                  <a:pt x="1375731" y="2047974"/>
                  <a:pt x="1375707" y="2047981"/>
                </a:cubicBezTo>
                <a:lnTo>
                  <a:pt x="1285585" y="2047113"/>
                </a:lnTo>
                <a:cubicBezTo>
                  <a:pt x="1279541" y="2043453"/>
                  <a:pt x="1272537" y="2040974"/>
                  <a:pt x="1263658" y="2041397"/>
                </a:cubicBezTo>
                <a:cubicBezTo>
                  <a:pt x="1212454" y="2058890"/>
                  <a:pt x="1258499" y="2026611"/>
                  <a:pt x="1170403" y="2033399"/>
                </a:cubicBezTo>
                <a:cubicBezTo>
                  <a:pt x="1166530" y="2036274"/>
                  <a:pt x="1154254" y="2033463"/>
                  <a:pt x="1153718" y="2029576"/>
                </a:cubicBezTo>
                <a:cubicBezTo>
                  <a:pt x="1148486" y="2030819"/>
                  <a:pt x="1137980" y="2038354"/>
                  <a:pt x="1133937" y="2032149"/>
                </a:cubicBezTo>
                <a:cubicBezTo>
                  <a:pt x="1104720" y="2031606"/>
                  <a:pt x="1077532" y="2035424"/>
                  <a:pt x="1054999" y="2043242"/>
                </a:cubicBezTo>
                <a:cubicBezTo>
                  <a:pt x="1024875" y="2038090"/>
                  <a:pt x="1020473" y="2042711"/>
                  <a:pt x="1018405" y="2048281"/>
                </a:cubicBezTo>
                <a:lnTo>
                  <a:pt x="1016563" y="2051718"/>
                </a:lnTo>
                <a:lnTo>
                  <a:pt x="1008284" y="2046742"/>
                </a:lnTo>
                <a:cubicBezTo>
                  <a:pt x="999244" y="2043620"/>
                  <a:pt x="990505" y="2044937"/>
                  <a:pt x="981974" y="2048363"/>
                </a:cubicBezTo>
                <a:lnTo>
                  <a:pt x="971903" y="2053484"/>
                </a:lnTo>
                <a:lnTo>
                  <a:pt x="954015" y="2052529"/>
                </a:lnTo>
                <a:cubicBezTo>
                  <a:pt x="931960" y="2051365"/>
                  <a:pt x="861352" y="2046214"/>
                  <a:pt x="839571" y="2046509"/>
                </a:cubicBezTo>
                <a:lnTo>
                  <a:pt x="823321" y="2054296"/>
                </a:lnTo>
                <a:lnTo>
                  <a:pt x="800990" y="2051523"/>
                </a:lnTo>
                <a:cubicBezTo>
                  <a:pt x="790723" y="2052171"/>
                  <a:pt x="782268" y="2055403"/>
                  <a:pt x="776439" y="2062634"/>
                </a:cubicBezTo>
                <a:cubicBezTo>
                  <a:pt x="773155" y="2056184"/>
                  <a:pt x="769593" y="2059253"/>
                  <a:pt x="763041" y="2063995"/>
                </a:cubicBezTo>
                <a:lnTo>
                  <a:pt x="757863" y="2065877"/>
                </a:lnTo>
                <a:lnTo>
                  <a:pt x="745053" y="2051831"/>
                </a:lnTo>
                <a:lnTo>
                  <a:pt x="722609" y="2049504"/>
                </a:lnTo>
                <a:lnTo>
                  <a:pt x="717618" y="2042131"/>
                </a:lnTo>
                <a:lnTo>
                  <a:pt x="703285" y="2046808"/>
                </a:lnTo>
                <a:cubicBezTo>
                  <a:pt x="698219" y="2048137"/>
                  <a:pt x="690058" y="2049926"/>
                  <a:pt x="680199" y="2051947"/>
                </a:cubicBezTo>
                <a:lnTo>
                  <a:pt x="667351" y="2054469"/>
                </a:lnTo>
                <a:lnTo>
                  <a:pt x="660961" y="2049404"/>
                </a:lnTo>
                <a:lnTo>
                  <a:pt x="638282" y="2060093"/>
                </a:lnTo>
                <a:lnTo>
                  <a:pt x="583551" y="2070197"/>
                </a:lnTo>
                <a:cubicBezTo>
                  <a:pt x="569268" y="2091365"/>
                  <a:pt x="529124" y="2053106"/>
                  <a:pt x="525274" y="2079137"/>
                </a:cubicBezTo>
                <a:cubicBezTo>
                  <a:pt x="506495" y="2056498"/>
                  <a:pt x="440091" y="2069666"/>
                  <a:pt x="405635" y="2059339"/>
                </a:cubicBezTo>
                <a:cubicBezTo>
                  <a:pt x="397410" y="2069278"/>
                  <a:pt x="294416" y="2032966"/>
                  <a:pt x="281555" y="2022847"/>
                </a:cubicBezTo>
                <a:cubicBezTo>
                  <a:pt x="171589" y="1986245"/>
                  <a:pt x="126791" y="1985528"/>
                  <a:pt x="98513" y="1969504"/>
                </a:cubicBezTo>
                <a:cubicBezTo>
                  <a:pt x="85544" y="1965247"/>
                  <a:pt x="73324" y="1958000"/>
                  <a:pt x="56191" y="1950709"/>
                </a:cubicBezTo>
                <a:lnTo>
                  <a:pt x="0" y="19357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673EB9-9AA7-5DE3-20CC-B4FBE73A7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6" y="548640"/>
            <a:ext cx="9543405" cy="118872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Problem Statement</a:t>
            </a:r>
            <a:endParaRPr lang="he-IL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2B1C22F9-3C6B-E5A2-A94B-D599EE200F5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957987" y="2285996"/>
            <a:ext cx="8276026" cy="332003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 fontScale="92500"/>
          </a:bodyPr>
          <a:lstStyle/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Vision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impairments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often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go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undiagnosed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until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they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reach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severe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levels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Lack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accessible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tools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for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people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to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detect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potential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vision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issues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from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home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Delayed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diagnosis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can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lead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to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more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serious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health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consequences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impacting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quality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life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OptiVision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aims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to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solve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this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problem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by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offering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a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home-based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screening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tool</a:t>
            </a:r>
            <a:r>
              <a:rPr lang="he-IL" altLang="he-IL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rPr>
              <a:t>.</a:t>
            </a:r>
            <a:endParaRPr kumimoji="0" lang="he-IL" altLang="he-IL" sz="2000" b="0" i="0" u="none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42DCE2C-2863-46FA-9BE7-24365A24D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24586" y="5970896"/>
            <a:ext cx="9967416" cy="887104"/>
          </a:xfrm>
          <a:custGeom>
            <a:avLst/>
            <a:gdLst>
              <a:gd name="connsiteX0" fmla="*/ 4686423 w 9517857"/>
              <a:gd name="connsiteY0" fmla="*/ 247919 h 918356"/>
              <a:gd name="connsiteX1" fmla="*/ 4689051 w 9517857"/>
              <a:gd name="connsiteY1" fmla="*/ 250968 h 918356"/>
              <a:gd name="connsiteX2" fmla="*/ 4687244 w 9517857"/>
              <a:gd name="connsiteY2" fmla="*/ 251298 h 918356"/>
              <a:gd name="connsiteX3" fmla="*/ 4685225 w 9517857"/>
              <a:gd name="connsiteY3" fmla="*/ 246530 h 918356"/>
              <a:gd name="connsiteX4" fmla="*/ 4686133 w 9517857"/>
              <a:gd name="connsiteY4" fmla="*/ 246727 h 918356"/>
              <a:gd name="connsiteX5" fmla="*/ 4686423 w 9517857"/>
              <a:gd name="connsiteY5" fmla="*/ 247919 h 918356"/>
              <a:gd name="connsiteX6" fmla="*/ 9517856 w 9517857"/>
              <a:gd name="connsiteY6" fmla="*/ 0 h 918356"/>
              <a:gd name="connsiteX7" fmla="*/ 9517857 w 9517857"/>
              <a:gd name="connsiteY7" fmla="*/ 12 h 918356"/>
              <a:gd name="connsiteX8" fmla="*/ 9517857 w 9517857"/>
              <a:gd name="connsiteY8" fmla="*/ 918356 h 918356"/>
              <a:gd name="connsiteX9" fmla="*/ 14604 w 9517857"/>
              <a:gd name="connsiteY9" fmla="*/ 918356 h 918356"/>
              <a:gd name="connsiteX10" fmla="*/ 12841 w 9517857"/>
              <a:gd name="connsiteY10" fmla="*/ 917763 h 918356"/>
              <a:gd name="connsiteX11" fmla="*/ 93 w 9517857"/>
              <a:gd name="connsiteY11" fmla="*/ 912471 h 918356"/>
              <a:gd name="connsiteX12" fmla="*/ 58674 w 9517857"/>
              <a:gd name="connsiteY12" fmla="*/ 890322 h 918356"/>
              <a:gd name="connsiteX13" fmla="*/ 275005 w 9517857"/>
              <a:gd name="connsiteY13" fmla="*/ 807229 h 918356"/>
              <a:gd name="connsiteX14" fmla="*/ 587824 w 9517857"/>
              <a:gd name="connsiteY14" fmla="*/ 798195 h 918356"/>
              <a:gd name="connsiteX15" fmla="*/ 651826 w 9517857"/>
              <a:gd name="connsiteY15" fmla="*/ 738338 h 918356"/>
              <a:gd name="connsiteX16" fmla="*/ 727985 w 9517857"/>
              <a:gd name="connsiteY16" fmla="*/ 719826 h 918356"/>
              <a:gd name="connsiteX17" fmla="*/ 778982 w 9517857"/>
              <a:gd name="connsiteY17" fmla="*/ 710142 h 918356"/>
              <a:gd name="connsiteX18" fmla="*/ 849944 w 9517857"/>
              <a:gd name="connsiteY18" fmla="*/ 717987 h 918356"/>
              <a:gd name="connsiteX19" fmla="*/ 921659 w 9517857"/>
              <a:gd name="connsiteY19" fmla="*/ 712695 h 918356"/>
              <a:gd name="connsiteX20" fmla="*/ 930946 w 9517857"/>
              <a:gd name="connsiteY20" fmla="*/ 734046 h 918356"/>
              <a:gd name="connsiteX21" fmla="*/ 986250 w 9517857"/>
              <a:gd name="connsiteY21" fmla="*/ 713530 h 918356"/>
              <a:gd name="connsiteX22" fmla="*/ 1013752 w 9517857"/>
              <a:gd name="connsiteY22" fmla="*/ 713361 h 918356"/>
              <a:gd name="connsiteX23" fmla="*/ 1023734 w 9517857"/>
              <a:gd name="connsiteY23" fmla="*/ 718571 h 918356"/>
              <a:gd name="connsiteX24" fmla="*/ 1063207 w 9517857"/>
              <a:gd name="connsiteY24" fmla="*/ 715651 h 918356"/>
              <a:gd name="connsiteX25" fmla="*/ 1081980 w 9517857"/>
              <a:gd name="connsiteY25" fmla="*/ 738455 h 918356"/>
              <a:gd name="connsiteX26" fmla="*/ 1218120 w 9517857"/>
              <a:gd name="connsiteY26" fmla="*/ 713280 h 918356"/>
              <a:gd name="connsiteX27" fmla="*/ 1397459 w 9517857"/>
              <a:gd name="connsiteY27" fmla="*/ 691190 h 918356"/>
              <a:gd name="connsiteX28" fmla="*/ 1580688 w 9517857"/>
              <a:gd name="connsiteY28" fmla="*/ 693697 h 918356"/>
              <a:gd name="connsiteX29" fmla="*/ 1772334 w 9517857"/>
              <a:gd name="connsiteY29" fmla="*/ 710640 h 918356"/>
              <a:gd name="connsiteX30" fmla="*/ 2002561 w 9517857"/>
              <a:gd name="connsiteY30" fmla="*/ 659917 h 918356"/>
              <a:gd name="connsiteX31" fmla="*/ 2135144 w 9517857"/>
              <a:gd name="connsiteY31" fmla="*/ 636501 h 918356"/>
              <a:gd name="connsiteX32" fmla="*/ 2440292 w 9517857"/>
              <a:gd name="connsiteY32" fmla="*/ 593862 h 918356"/>
              <a:gd name="connsiteX33" fmla="*/ 2547829 w 9517857"/>
              <a:gd name="connsiteY33" fmla="*/ 566150 h 918356"/>
              <a:gd name="connsiteX34" fmla="*/ 2658055 w 9517857"/>
              <a:gd name="connsiteY34" fmla="*/ 578727 h 918356"/>
              <a:gd name="connsiteX35" fmla="*/ 2693698 w 9517857"/>
              <a:gd name="connsiteY35" fmla="*/ 560029 h 918356"/>
              <a:gd name="connsiteX36" fmla="*/ 2699673 w 9517857"/>
              <a:gd name="connsiteY36" fmla="*/ 556400 h 918356"/>
              <a:gd name="connsiteX37" fmla="*/ 2727306 w 9517857"/>
              <a:gd name="connsiteY37" fmla="*/ 550698 h 918356"/>
              <a:gd name="connsiteX38" fmla="*/ 2730451 w 9517857"/>
              <a:gd name="connsiteY38" fmla="*/ 538058 h 918356"/>
              <a:gd name="connsiteX39" fmla="*/ 2768713 w 9517857"/>
              <a:gd name="connsiteY39" fmla="*/ 521575 h 918356"/>
              <a:gd name="connsiteX40" fmla="*/ 2820868 w 9517857"/>
              <a:gd name="connsiteY40" fmla="*/ 514160 h 918356"/>
              <a:gd name="connsiteX41" fmla="*/ 3073635 w 9517857"/>
              <a:gd name="connsiteY41" fmla="*/ 491294 h 918356"/>
              <a:gd name="connsiteX42" fmla="*/ 3222071 w 9517857"/>
              <a:gd name="connsiteY42" fmla="*/ 470559 h 918356"/>
              <a:gd name="connsiteX43" fmla="*/ 3274069 w 9517857"/>
              <a:gd name="connsiteY43" fmla="*/ 451605 h 918356"/>
              <a:gd name="connsiteX44" fmla="*/ 3349632 w 9517857"/>
              <a:gd name="connsiteY44" fmla="*/ 432583 h 918356"/>
              <a:gd name="connsiteX45" fmla="*/ 3479593 w 9517857"/>
              <a:gd name="connsiteY45" fmla="*/ 390437 h 918356"/>
              <a:gd name="connsiteX46" fmla="*/ 3660110 w 9517857"/>
              <a:gd name="connsiteY46" fmla="*/ 348726 h 918356"/>
              <a:gd name="connsiteX47" fmla="*/ 3750023 w 9517857"/>
              <a:gd name="connsiteY47" fmla="*/ 370678 h 918356"/>
              <a:gd name="connsiteX48" fmla="*/ 3844133 w 9517857"/>
              <a:gd name="connsiteY48" fmla="*/ 360648 h 918356"/>
              <a:gd name="connsiteX49" fmla="*/ 3913545 w 9517857"/>
              <a:gd name="connsiteY49" fmla="*/ 344235 h 918356"/>
              <a:gd name="connsiteX50" fmla="*/ 4266740 w 9517857"/>
              <a:gd name="connsiteY50" fmla="*/ 361454 h 918356"/>
              <a:gd name="connsiteX51" fmla="*/ 4430770 w 9517857"/>
              <a:gd name="connsiteY51" fmla="*/ 342643 h 918356"/>
              <a:gd name="connsiteX52" fmla="*/ 4512664 w 9517857"/>
              <a:gd name="connsiteY52" fmla="*/ 319948 h 918356"/>
              <a:gd name="connsiteX53" fmla="*/ 4616423 w 9517857"/>
              <a:gd name="connsiteY53" fmla="*/ 290914 h 918356"/>
              <a:gd name="connsiteX54" fmla="*/ 4691675 w 9517857"/>
              <a:gd name="connsiteY54" fmla="*/ 254011 h 918356"/>
              <a:gd name="connsiteX55" fmla="*/ 4689051 w 9517857"/>
              <a:gd name="connsiteY55" fmla="*/ 250968 h 918356"/>
              <a:gd name="connsiteX56" fmla="*/ 4719994 w 9517857"/>
              <a:gd name="connsiteY56" fmla="*/ 245307 h 918356"/>
              <a:gd name="connsiteX57" fmla="*/ 4752894 w 9517857"/>
              <a:gd name="connsiteY57" fmla="*/ 239875 h 918356"/>
              <a:gd name="connsiteX58" fmla="*/ 4769329 w 9517857"/>
              <a:gd name="connsiteY58" fmla="*/ 233585 h 918356"/>
              <a:gd name="connsiteX59" fmla="*/ 4775634 w 9517857"/>
              <a:gd name="connsiteY59" fmla="*/ 234063 h 918356"/>
              <a:gd name="connsiteX60" fmla="*/ 4790452 w 9517857"/>
              <a:gd name="connsiteY60" fmla="*/ 233572 h 918356"/>
              <a:gd name="connsiteX61" fmla="*/ 4789062 w 9517857"/>
              <a:gd name="connsiteY61" fmla="*/ 241924 h 918356"/>
              <a:gd name="connsiteX62" fmla="*/ 4827826 w 9517857"/>
              <a:gd name="connsiteY62" fmla="*/ 246977 h 918356"/>
              <a:gd name="connsiteX63" fmla="*/ 4892569 w 9517857"/>
              <a:gd name="connsiteY63" fmla="*/ 249933 h 918356"/>
              <a:gd name="connsiteX64" fmla="*/ 4896611 w 9517857"/>
              <a:gd name="connsiteY64" fmla="*/ 240448 h 918356"/>
              <a:gd name="connsiteX65" fmla="*/ 4917286 w 9517857"/>
              <a:gd name="connsiteY65" fmla="*/ 243659 h 918356"/>
              <a:gd name="connsiteX66" fmla="*/ 4981173 w 9517857"/>
              <a:gd name="connsiteY66" fmla="*/ 247103 h 918356"/>
              <a:gd name="connsiteX67" fmla="*/ 5060397 w 9517857"/>
              <a:gd name="connsiteY67" fmla="*/ 263688 h 918356"/>
              <a:gd name="connsiteX68" fmla="*/ 5252996 w 9517857"/>
              <a:gd name="connsiteY68" fmla="*/ 270655 h 918356"/>
              <a:gd name="connsiteX69" fmla="*/ 5358056 w 9517857"/>
              <a:gd name="connsiteY69" fmla="*/ 247248 h 918356"/>
              <a:gd name="connsiteX70" fmla="*/ 5426496 w 9517857"/>
              <a:gd name="connsiteY70" fmla="*/ 235142 h 918356"/>
              <a:gd name="connsiteX71" fmla="*/ 5497161 w 9517857"/>
              <a:gd name="connsiteY71" fmla="*/ 228808 h 918356"/>
              <a:gd name="connsiteX72" fmla="*/ 5826043 w 9517857"/>
              <a:gd name="connsiteY72" fmla="*/ 148073 h 918356"/>
              <a:gd name="connsiteX73" fmla="*/ 6013415 w 9517857"/>
              <a:gd name="connsiteY73" fmla="*/ 137316 h 918356"/>
              <a:gd name="connsiteX74" fmla="*/ 6080994 w 9517857"/>
              <a:gd name="connsiteY74" fmla="*/ 142938 h 918356"/>
              <a:gd name="connsiteX75" fmla="*/ 6194152 w 9517857"/>
              <a:gd name="connsiteY75" fmla="*/ 151772 h 918356"/>
              <a:gd name="connsiteX76" fmla="*/ 6281379 w 9517857"/>
              <a:gd name="connsiteY76" fmla="*/ 181626 h 918356"/>
              <a:gd name="connsiteX77" fmla="*/ 6374947 w 9517857"/>
              <a:gd name="connsiteY77" fmla="*/ 179799 h 918356"/>
              <a:gd name="connsiteX78" fmla="*/ 6448518 w 9517857"/>
              <a:gd name="connsiteY78" fmla="*/ 164378 h 918356"/>
              <a:gd name="connsiteX79" fmla="*/ 6544700 w 9517857"/>
              <a:gd name="connsiteY79" fmla="*/ 167161 h 918356"/>
              <a:gd name="connsiteX80" fmla="*/ 6648353 w 9517857"/>
              <a:gd name="connsiteY80" fmla="*/ 172250 h 918356"/>
              <a:gd name="connsiteX81" fmla="*/ 6736227 w 9517857"/>
              <a:gd name="connsiteY81" fmla="*/ 173216 h 918356"/>
              <a:gd name="connsiteX82" fmla="*/ 6977218 w 9517857"/>
              <a:gd name="connsiteY82" fmla="*/ 184289 h 918356"/>
              <a:gd name="connsiteX83" fmla="*/ 7065221 w 9517857"/>
              <a:gd name="connsiteY83" fmla="*/ 227531 h 918356"/>
              <a:gd name="connsiteX84" fmla="*/ 7366876 w 9517857"/>
              <a:gd name="connsiteY84" fmla="*/ 248468 h 918356"/>
              <a:gd name="connsiteX85" fmla="*/ 7565449 w 9517857"/>
              <a:gd name="connsiteY85" fmla="*/ 258950 h 918356"/>
              <a:gd name="connsiteX86" fmla="*/ 7599285 w 9517857"/>
              <a:gd name="connsiteY86" fmla="*/ 266021 h 918356"/>
              <a:gd name="connsiteX87" fmla="*/ 7644411 w 9517857"/>
              <a:gd name="connsiteY87" fmla="*/ 258986 h 918356"/>
              <a:gd name="connsiteX88" fmla="*/ 7825110 w 9517857"/>
              <a:gd name="connsiteY88" fmla="*/ 229109 h 918356"/>
              <a:gd name="connsiteX89" fmla="*/ 7965804 w 9517857"/>
              <a:gd name="connsiteY89" fmla="*/ 190545 h 918356"/>
              <a:gd name="connsiteX90" fmla="*/ 8147401 w 9517857"/>
              <a:gd name="connsiteY90" fmla="*/ 205617 h 918356"/>
              <a:gd name="connsiteX91" fmla="*/ 8256033 w 9517857"/>
              <a:gd name="connsiteY91" fmla="*/ 193713 h 918356"/>
              <a:gd name="connsiteX92" fmla="*/ 8410677 w 9517857"/>
              <a:gd name="connsiteY92" fmla="*/ 172167 h 918356"/>
              <a:gd name="connsiteX93" fmla="*/ 8617841 w 9517857"/>
              <a:gd name="connsiteY93" fmla="*/ 155167 h 918356"/>
              <a:gd name="connsiteX94" fmla="*/ 8715976 w 9517857"/>
              <a:gd name="connsiteY94" fmla="*/ 178374 h 918356"/>
              <a:gd name="connsiteX95" fmla="*/ 8778827 w 9517857"/>
              <a:gd name="connsiteY95" fmla="*/ 172936 h 918356"/>
              <a:gd name="connsiteX96" fmla="*/ 8840778 w 9517857"/>
              <a:gd name="connsiteY96" fmla="*/ 143149 h 918356"/>
              <a:gd name="connsiteX97" fmla="*/ 9010380 w 9517857"/>
              <a:gd name="connsiteY97" fmla="*/ 91891 h 918356"/>
              <a:gd name="connsiteX98" fmla="*/ 9110856 w 9517857"/>
              <a:gd name="connsiteY98" fmla="*/ 70997 h 918356"/>
              <a:gd name="connsiteX99" fmla="*/ 9268817 w 9517857"/>
              <a:gd name="connsiteY99" fmla="*/ 53082 h 918356"/>
              <a:gd name="connsiteX100" fmla="*/ 9316667 w 9517857"/>
              <a:gd name="connsiteY100" fmla="*/ 45047 h 918356"/>
              <a:gd name="connsiteX101" fmla="*/ 9428209 w 9517857"/>
              <a:gd name="connsiteY101" fmla="*/ 29923 h 918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9517857" h="918356">
                <a:moveTo>
                  <a:pt x="4686423" y="247919"/>
                </a:moveTo>
                <a:lnTo>
                  <a:pt x="4689051" y="250968"/>
                </a:lnTo>
                <a:lnTo>
                  <a:pt x="4687244" y="251298"/>
                </a:lnTo>
                <a:close/>
                <a:moveTo>
                  <a:pt x="4685225" y="246530"/>
                </a:moveTo>
                <a:cubicBezTo>
                  <a:pt x="4688837" y="243198"/>
                  <a:pt x="4687468" y="244598"/>
                  <a:pt x="4686133" y="246727"/>
                </a:cubicBezTo>
                <a:lnTo>
                  <a:pt x="4686423" y="247919"/>
                </a:lnTo>
                <a:close/>
                <a:moveTo>
                  <a:pt x="9517856" y="0"/>
                </a:moveTo>
                <a:lnTo>
                  <a:pt x="9517857" y="12"/>
                </a:lnTo>
                <a:lnTo>
                  <a:pt x="9517857" y="918356"/>
                </a:lnTo>
                <a:lnTo>
                  <a:pt x="14604" y="918356"/>
                </a:lnTo>
                <a:lnTo>
                  <a:pt x="12841" y="917763"/>
                </a:lnTo>
                <a:cubicBezTo>
                  <a:pt x="4532" y="914864"/>
                  <a:pt x="-773" y="912807"/>
                  <a:pt x="93" y="912471"/>
                </a:cubicBezTo>
                <a:cubicBezTo>
                  <a:pt x="172" y="912298"/>
                  <a:pt x="58594" y="890495"/>
                  <a:pt x="58674" y="890322"/>
                </a:cubicBezTo>
                <a:cubicBezTo>
                  <a:pt x="127436" y="929614"/>
                  <a:pt x="206243" y="828226"/>
                  <a:pt x="275005" y="807229"/>
                </a:cubicBezTo>
                <a:cubicBezTo>
                  <a:pt x="303983" y="806087"/>
                  <a:pt x="504960" y="777375"/>
                  <a:pt x="587824" y="798195"/>
                </a:cubicBezTo>
                <a:cubicBezTo>
                  <a:pt x="598733" y="769348"/>
                  <a:pt x="682904" y="785924"/>
                  <a:pt x="651826" y="738338"/>
                </a:cubicBezTo>
                <a:cubicBezTo>
                  <a:pt x="688440" y="737862"/>
                  <a:pt x="753255" y="750396"/>
                  <a:pt x="727985" y="719826"/>
                </a:cubicBezTo>
                <a:cubicBezTo>
                  <a:pt x="739648" y="718749"/>
                  <a:pt x="775717" y="715087"/>
                  <a:pt x="778982" y="710142"/>
                </a:cubicBezTo>
                <a:cubicBezTo>
                  <a:pt x="779189" y="709407"/>
                  <a:pt x="849736" y="718721"/>
                  <a:pt x="849944" y="717987"/>
                </a:cubicBezTo>
                <a:lnTo>
                  <a:pt x="921659" y="712695"/>
                </a:lnTo>
                <a:lnTo>
                  <a:pt x="930946" y="734046"/>
                </a:lnTo>
                <a:lnTo>
                  <a:pt x="986250" y="713530"/>
                </a:lnTo>
                <a:lnTo>
                  <a:pt x="1013752" y="713361"/>
                </a:lnTo>
                <a:lnTo>
                  <a:pt x="1023734" y="718571"/>
                </a:lnTo>
                <a:cubicBezTo>
                  <a:pt x="1033291" y="721276"/>
                  <a:pt x="1045398" y="721394"/>
                  <a:pt x="1063207" y="715651"/>
                </a:cubicBezTo>
                <a:lnTo>
                  <a:pt x="1081980" y="738455"/>
                </a:lnTo>
                <a:lnTo>
                  <a:pt x="1218120" y="713280"/>
                </a:lnTo>
                <a:cubicBezTo>
                  <a:pt x="1230137" y="716162"/>
                  <a:pt x="1387179" y="685179"/>
                  <a:pt x="1397459" y="691190"/>
                </a:cubicBezTo>
                <a:cubicBezTo>
                  <a:pt x="1490025" y="704984"/>
                  <a:pt x="1465878" y="715604"/>
                  <a:pt x="1580688" y="693697"/>
                </a:cubicBezTo>
                <a:cubicBezTo>
                  <a:pt x="1607067" y="704379"/>
                  <a:pt x="1719477" y="658239"/>
                  <a:pt x="1772334" y="710640"/>
                </a:cubicBezTo>
                <a:cubicBezTo>
                  <a:pt x="1745536" y="644824"/>
                  <a:pt x="1976078" y="716436"/>
                  <a:pt x="2002561" y="659917"/>
                </a:cubicBezTo>
                <a:cubicBezTo>
                  <a:pt x="2045346" y="660357"/>
                  <a:pt x="2166676" y="654391"/>
                  <a:pt x="2135144" y="636501"/>
                </a:cubicBezTo>
                <a:cubicBezTo>
                  <a:pt x="2276591" y="665055"/>
                  <a:pt x="2293173" y="591792"/>
                  <a:pt x="2440292" y="593862"/>
                </a:cubicBezTo>
                <a:cubicBezTo>
                  <a:pt x="2495160" y="534824"/>
                  <a:pt x="2473343" y="585644"/>
                  <a:pt x="2547829" y="566150"/>
                </a:cubicBezTo>
                <a:cubicBezTo>
                  <a:pt x="2545438" y="614169"/>
                  <a:pt x="2632278" y="528280"/>
                  <a:pt x="2658055" y="578727"/>
                </a:cubicBezTo>
                <a:cubicBezTo>
                  <a:pt x="2670795" y="573581"/>
                  <a:pt x="2682322" y="567005"/>
                  <a:pt x="2693698" y="560029"/>
                </a:cubicBezTo>
                <a:lnTo>
                  <a:pt x="2699673" y="556400"/>
                </a:lnTo>
                <a:lnTo>
                  <a:pt x="2727306" y="550698"/>
                </a:lnTo>
                <a:lnTo>
                  <a:pt x="2730451" y="538058"/>
                </a:lnTo>
                <a:lnTo>
                  <a:pt x="2768713" y="521575"/>
                </a:lnTo>
                <a:cubicBezTo>
                  <a:pt x="2783756" y="517104"/>
                  <a:pt x="2800788" y="514291"/>
                  <a:pt x="2820868" y="514160"/>
                </a:cubicBezTo>
                <a:cubicBezTo>
                  <a:pt x="2894791" y="532885"/>
                  <a:pt x="2981506" y="465507"/>
                  <a:pt x="3073635" y="491294"/>
                </a:cubicBezTo>
                <a:cubicBezTo>
                  <a:pt x="3106872" y="496624"/>
                  <a:pt x="3205785" y="487718"/>
                  <a:pt x="3222071" y="470559"/>
                </a:cubicBezTo>
                <a:cubicBezTo>
                  <a:pt x="3242193" y="465514"/>
                  <a:pt x="3267163" y="469136"/>
                  <a:pt x="3274069" y="451605"/>
                </a:cubicBezTo>
                <a:cubicBezTo>
                  <a:pt x="3286659" y="430165"/>
                  <a:pt x="3363648" y="455571"/>
                  <a:pt x="3349632" y="432583"/>
                </a:cubicBezTo>
                <a:cubicBezTo>
                  <a:pt x="3404182" y="449847"/>
                  <a:pt x="3438210" y="404323"/>
                  <a:pt x="3479593" y="390437"/>
                </a:cubicBezTo>
                <a:cubicBezTo>
                  <a:pt x="3523240" y="408403"/>
                  <a:pt x="3567027" y="361554"/>
                  <a:pt x="3660110" y="348726"/>
                </a:cubicBezTo>
                <a:cubicBezTo>
                  <a:pt x="3708299" y="369683"/>
                  <a:pt x="3662447" y="344775"/>
                  <a:pt x="3750023" y="370678"/>
                </a:cubicBezTo>
                <a:cubicBezTo>
                  <a:pt x="3752092" y="367132"/>
                  <a:pt x="3816880" y="365055"/>
                  <a:pt x="3844133" y="360648"/>
                </a:cubicBezTo>
                <a:cubicBezTo>
                  <a:pt x="3871386" y="356240"/>
                  <a:pt x="3882848" y="332490"/>
                  <a:pt x="3913545" y="344235"/>
                </a:cubicBezTo>
                <a:cubicBezTo>
                  <a:pt x="4050255" y="376864"/>
                  <a:pt x="4159924" y="363190"/>
                  <a:pt x="4266740" y="361454"/>
                </a:cubicBezTo>
                <a:cubicBezTo>
                  <a:pt x="4385770" y="354374"/>
                  <a:pt x="4314535" y="340143"/>
                  <a:pt x="4430770" y="342643"/>
                </a:cubicBezTo>
                <a:cubicBezTo>
                  <a:pt x="4439969" y="322594"/>
                  <a:pt x="4478290" y="314645"/>
                  <a:pt x="4512664" y="319948"/>
                </a:cubicBezTo>
                <a:cubicBezTo>
                  <a:pt x="4570011" y="315138"/>
                  <a:pt x="4549085" y="269599"/>
                  <a:pt x="4616423" y="290914"/>
                </a:cubicBezTo>
                <a:cubicBezTo>
                  <a:pt x="4599641" y="270277"/>
                  <a:pt x="4692085" y="269216"/>
                  <a:pt x="4691675" y="254011"/>
                </a:cubicBezTo>
                <a:lnTo>
                  <a:pt x="4689051" y="250968"/>
                </a:lnTo>
                <a:lnTo>
                  <a:pt x="4719994" y="245307"/>
                </a:lnTo>
                <a:cubicBezTo>
                  <a:pt x="4732635" y="242775"/>
                  <a:pt x="4745300" y="240335"/>
                  <a:pt x="4752894" y="239875"/>
                </a:cubicBezTo>
                <a:lnTo>
                  <a:pt x="4769329" y="233585"/>
                </a:lnTo>
                <a:lnTo>
                  <a:pt x="4775634" y="234063"/>
                </a:lnTo>
                <a:lnTo>
                  <a:pt x="4790452" y="233572"/>
                </a:lnTo>
                <a:cubicBezTo>
                  <a:pt x="4789989" y="236356"/>
                  <a:pt x="4789525" y="239141"/>
                  <a:pt x="4789062" y="241924"/>
                </a:cubicBezTo>
                <a:cubicBezTo>
                  <a:pt x="4786342" y="249932"/>
                  <a:pt x="4804560" y="248631"/>
                  <a:pt x="4827826" y="246977"/>
                </a:cubicBezTo>
                <a:cubicBezTo>
                  <a:pt x="4875782" y="239569"/>
                  <a:pt x="4874112" y="283413"/>
                  <a:pt x="4892569" y="249933"/>
                </a:cubicBezTo>
                <a:lnTo>
                  <a:pt x="4896611" y="240448"/>
                </a:lnTo>
                <a:lnTo>
                  <a:pt x="4917286" y="243659"/>
                </a:lnTo>
                <a:cubicBezTo>
                  <a:pt x="4923060" y="243799"/>
                  <a:pt x="4981729" y="240979"/>
                  <a:pt x="4981173" y="247103"/>
                </a:cubicBezTo>
                <a:cubicBezTo>
                  <a:pt x="5024880" y="220690"/>
                  <a:pt x="5014146" y="257963"/>
                  <a:pt x="5060397" y="263688"/>
                </a:cubicBezTo>
                <a:cubicBezTo>
                  <a:pt x="5093356" y="238589"/>
                  <a:pt x="5157892" y="275351"/>
                  <a:pt x="5252996" y="270655"/>
                </a:cubicBezTo>
                <a:cubicBezTo>
                  <a:pt x="5288840" y="241872"/>
                  <a:pt x="5287005" y="287921"/>
                  <a:pt x="5358056" y="247248"/>
                </a:cubicBezTo>
                <a:cubicBezTo>
                  <a:pt x="5361752" y="250257"/>
                  <a:pt x="5403312" y="238215"/>
                  <a:pt x="5426496" y="235142"/>
                </a:cubicBezTo>
                <a:cubicBezTo>
                  <a:pt x="5449679" y="232069"/>
                  <a:pt x="5473549" y="245611"/>
                  <a:pt x="5497161" y="228808"/>
                </a:cubicBezTo>
                <a:cubicBezTo>
                  <a:pt x="5611861" y="172767"/>
                  <a:pt x="5723211" y="165860"/>
                  <a:pt x="5826043" y="148073"/>
                </a:cubicBezTo>
                <a:cubicBezTo>
                  <a:pt x="5943127" y="133166"/>
                  <a:pt x="5872659" y="193078"/>
                  <a:pt x="6013415" y="137316"/>
                </a:cubicBezTo>
                <a:cubicBezTo>
                  <a:pt x="6031924" y="154783"/>
                  <a:pt x="6050745" y="154258"/>
                  <a:pt x="6080994" y="142938"/>
                </a:cubicBezTo>
                <a:cubicBezTo>
                  <a:pt x="6138083" y="137090"/>
                  <a:pt x="6140195" y="184383"/>
                  <a:pt x="6194152" y="151772"/>
                </a:cubicBezTo>
                <a:cubicBezTo>
                  <a:pt x="6187280" y="177783"/>
                  <a:pt x="6304222" y="153410"/>
                  <a:pt x="6281379" y="181626"/>
                </a:cubicBezTo>
                <a:cubicBezTo>
                  <a:pt x="6321899" y="201819"/>
                  <a:pt x="6335111" y="162590"/>
                  <a:pt x="6374947" y="179799"/>
                </a:cubicBezTo>
                <a:cubicBezTo>
                  <a:pt x="6417404" y="181336"/>
                  <a:pt x="6402484" y="169694"/>
                  <a:pt x="6448518" y="164378"/>
                </a:cubicBezTo>
                <a:cubicBezTo>
                  <a:pt x="6504958" y="162488"/>
                  <a:pt x="6493438" y="111203"/>
                  <a:pt x="6544700" y="167161"/>
                </a:cubicBezTo>
                <a:cubicBezTo>
                  <a:pt x="6601507" y="148697"/>
                  <a:pt x="6566269" y="164386"/>
                  <a:pt x="6648353" y="172250"/>
                </a:cubicBezTo>
                <a:cubicBezTo>
                  <a:pt x="6680008" y="155223"/>
                  <a:pt x="6707960" y="160673"/>
                  <a:pt x="6736227" y="173216"/>
                </a:cubicBezTo>
                <a:cubicBezTo>
                  <a:pt x="6813963" y="164284"/>
                  <a:pt x="6888143" y="181296"/>
                  <a:pt x="6977218" y="184289"/>
                </a:cubicBezTo>
                <a:cubicBezTo>
                  <a:pt x="7040424" y="188318"/>
                  <a:pt x="7000278" y="216835"/>
                  <a:pt x="7065221" y="227531"/>
                </a:cubicBezTo>
                <a:cubicBezTo>
                  <a:pt x="7130163" y="238228"/>
                  <a:pt x="7291878" y="238208"/>
                  <a:pt x="7366876" y="248468"/>
                </a:cubicBezTo>
                <a:cubicBezTo>
                  <a:pt x="7491356" y="206752"/>
                  <a:pt x="7367734" y="280166"/>
                  <a:pt x="7565449" y="258950"/>
                </a:cubicBezTo>
                <a:cubicBezTo>
                  <a:pt x="7575959" y="252432"/>
                  <a:pt x="7600854" y="257628"/>
                  <a:pt x="7599285" y="266021"/>
                </a:cubicBezTo>
                <a:cubicBezTo>
                  <a:pt x="7611616" y="262940"/>
                  <a:pt x="7639946" y="245819"/>
                  <a:pt x="7644411" y="258986"/>
                </a:cubicBezTo>
                <a:cubicBezTo>
                  <a:pt x="7708015" y="258012"/>
                  <a:pt x="7770249" y="247724"/>
                  <a:pt x="7825110" y="229109"/>
                </a:cubicBezTo>
                <a:cubicBezTo>
                  <a:pt x="7949762" y="247028"/>
                  <a:pt x="7921956" y="197757"/>
                  <a:pt x="7965804" y="190545"/>
                </a:cubicBezTo>
                <a:cubicBezTo>
                  <a:pt x="8039439" y="213878"/>
                  <a:pt x="8063651" y="191475"/>
                  <a:pt x="8147401" y="205617"/>
                </a:cubicBezTo>
                <a:cubicBezTo>
                  <a:pt x="8166453" y="196610"/>
                  <a:pt x="8225048" y="207099"/>
                  <a:pt x="8256033" y="193713"/>
                </a:cubicBezTo>
                <a:cubicBezTo>
                  <a:pt x="8311388" y="242017"/>
                  <a:pt x="8350376" y="178592"/>
                  <a:pt x="8410677" y="172167"/>
                </a:cubicBezTo>
                <a:cubicBezTo>
                  <a:pt x="8470978" y="165743"/>
                  <a:pt x="8572470" y="206385"/>
                  <a:pt x="8617841" y="155167"/>
                </a:cubicBezTo>
                <a:cubicBezTo>
                  <a:pt x="8646050" y="160448"/>
                  <a:pt x="8664949" y="183631"/>
                  <a:pt x="8715976" y="178374"/>
                </a:cubicBezTo>
                <a:cubicBezTo>
                  <a:pt x="8737194" y="188216"/>
                  <a:pt x="8738009" y="189511"/>
                  <a:pt x="8778827" y="172936"/>
                </a:cubicBezTo>
                <a:cubicBezTo>
                  <a:pt x="8725277" y="146372"/>
                  <a:pt x="8850819" y="175612"/>
                  <a:pt x="8840778" y="143149"/>
                </a:cubicBezTo>
                <a:cubicBezTo>
                  <a:pt x="8903519" y="121096"/>
                  <a:pt x="9021861" y="150359"/>
                  <a:pt x="9010380" y="91891"/>
                </a:cubicBezTo>
                <a:cubicBezTo>
                  <a:pt x="9027103" y="56852"/>
                  <a:pt x="9112524" y="108357"/>
                  <a:pt x="9110856" y="70997"/>
                </a:cubicBezTo>
                <a:cubicBezTo>
                  <a:pt x="9148189" y="94250"/>
                  <a:pt x="9209809" y="53285"/>
                  <a:pt x="9268817" y="53082"/>
                </a:cubicBezTo>
                <a:cubicBezTo>
                  <a:pt x="9279135" y="35997"/>
                  <a:pt x="9292736" y="36520"/>
                  <a:pt x="9316667" y="45047"/>
                </a:cubicBezTo>
                <a:cubicBezTo>
                  <a:pt x="9352186" y="45862"/>
                  <a:pt x="9390008" y="39799"/>
                  <a:pt x="9428209" y="29923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802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08953E74-D241-4DDF-8508-F0365EA13A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5C3C901A-B2F4-4A3C-BCDD-7C8D587ECA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0"/>
            <a:ext cx="12192000" cy="2371134"/>
          </a:xfrm>
          <a:custGeom>
            <a:avLst/>
            <a:gdLst>
              <a:gd name="connsiteX0" fmla="*/ 0 w 12192000"/>
              <a:gd name="connsiteY0" fmla="*/ 0 h 2515690"/>
              <a:gd name="connsiteX1" fmla="*/ 170442 w 12192000"/>
              <a:gd name="connsiteY1" fmla="*/ 96074 h 2515690"/>
              <a:gd name="connsiteX2" fmla="*/ 424739 w 12192000"/>
              <a:gd name="connsiteY2" fmla="*/ 224865 h 2515690"/>
              <a:gd name="connsiteX3" fmla="*/ 748273 w 12192000"/>
              <a:gd name="connsiteY3" fmla="*/ 373939 h 2515690"/>
              <a:gd name="connsiteX4" fmla="*/ 1037058 w 12192000"/>
              <a:gd name="connsiteY4" fmla="*/ 499994 h 2515690"/>
              <a:gd name="connsiteX5" fmla="*/ 1101312 w 12192000"/>
              <a:gd name="connsiteY5" fmla="*/ 428540 h 2515690"/>
              <a:gd name="connsiteX6" fmla="*/ 1367071 w 12192000"/>
              <a:gd name="connsiteY6" fmla="*/ 516118 h 2515690"/>
              <a:gd name="connsiteX7" fmla="*/ 2189943 w 12192000"/>
              <a:gd name="connsiteY7" fmla="*/ 794533 h 2515690"/>
              <a:gd name="connsiteX8" fmla="*/ 2390329 w 12192000"/>
              <a:gd name="connsiteY8" fmla="*/ 920897 h 2515690"/>
              <a:gd name="connsiteX9" fmla="*/ 2459570 w 12192000"/>
              <a:gd name="connsiteY9" fmla="*/ 983740 h 2515690"/>
              <a:gd name="connsiteX10" fmla="*/ 2503252 w 12192000"/>
              <a:gd name="connsiteY10" fmla="*/ 1000151 h 2515690"/>
              <a:gd name="connsiteX11" fmla="*/ 2503252 w 12192000"/>
              <a:gd name="connsiteY11" fmla="*/ 1008273 h 2515690"/>
              <a:gd name="connsiteX12" fmla="*/ 2511191 w 12192000"/>
              <a:gd name="connsiteY12" fmla="*/ 1009499 h 2515690"/>
              <a:gd name="connsiteX13" fmla="*/ 2565029 w 12192000"/>
              <a:gd name="connsiteY13" fmla="*/ 1015977 h 2515690"/>
              <a:gd name="connsiteX14" fmla="*/ 2593745 w 12192000"/>
              <a:gd name="connsiteY14" fmla="*/ 1019963 h 2515690"/>
              <a:gd name="connsiteX15" fmla="*/ 2591015 w 12192000"/>
              <a:gd name="connsiteY15" fmla="*/ 1019651 h 2515690"/>
              <a:gd name="connsiteX16" fmla="*/ 2590137 w 12192000"/>
              <a:gd name="connsiteY16" fmla="*/ 1019549 h 2515690"/>
              <a:gd name="connsiteX17" fmla="*/ 2589021 w 12192000"/>
              <a:gd name="connsiteY17" fmla="*/ 1019424 h 2515690"/>
              <a:gd name="connsiteX18" fmla="*/ 2591015 w 12192000"/>
              <a:gd name="connsiteY18" fmla="*/ 1019651 h 2515690"/>
              <a:gd name="connsiteX19" fmla="*/ 2602385 w 12192000"/>
              <a:gd name="connsiteY19" fmla="*/ 1020975 h 2515690"/>
              <a:gd name="connsiteX20" fmla="*/ 2614445 w 12192000"/>
              <a:gd name="connsiteY20" fmla="*/ 1022389 h 2515690"/>
              <a:gd name="connsiteX21" fmla="*/ 2614445 w 12192000"/>
              <a:gd name="connsiteY21" fmla="*/ 1020966 h 2515690"/>
              <a:gd name="connsiteX22" fmla="*/ 2676661 w 12192000"/>
              <a:gd name="connsiteY22" fmla="*/ 1029355 h 2515690"/>
              <a:gd name="connsiteX23" fmla="*/ 2788597 w 12192000"/>
              <a:gd name="connsiteY23" fmla="*/ 1048926 h 2515690"/>
              <a:gd name="connsiteX24" fmla="*/ 2812742 w 12192000"/>
              <a:gd name="connsiteY24" fmla="*/ 1057667 h 2515690"/>
              <a:gd name="connsiteX25" fmla="*/ 2970201 w 12192000"/>
              <a:gd name="connsiteY25" fmla="*/ 949091 h 2515690"/>
              <a:gd name="connsiteX26" fmla="*/ 3030610 w 12192000"/>
              <a:gd name="connsiteY26" fmla="*/ 1049340 h 2515690"/>
              <a:gd name="connsiteX27" fmla="*/ 3058913 w 12192000"/>
              <a:gd name="connsiteY27" fmla="*/ 1048085 h 2515690"/>
              <a:gd name="connsiteX28" fmla="*/ 3072697 w 12192000"/>
              <a:gd name="connsiteY28" fmla="*/ 1045316 h 2515690"/>
              <a:gd name="connsiteX29" fmla="*/ 3083305 w 12192000"/>
              <a:gd name="connsiteY29" fmla="*/ 1040550 h 2515690"/>
              <a:gd name="connsiteX30" fmla="*/ 3125603 w 12192000"/>
              <a:gd name="connsiteY30" fmla="*/ 1004583 h 2515690"/>
              <a:gd name="connsiteX31" fmla="*/ 3385106 w 12192000"/>
              <a:gd name="connsiteY31" fmla="*/ 1042233 h 2515690"/>
              <a:gd name="connsiteX32" fmla="*/ 3424945 w 12192000"/>
              <a:gd name="connsiteY32" fmla="*/ 1065268 h 2515690"/>
              <a:gd name="connsiteX33" fmla="*/ 3436948 w 12192000"/>
              <a:gd name="connsiteY33" fmla="*/ 1068018 h 2515690"/>
              <a:gd name="connsiteX34" fmla="*/ 3466714 w 12192000"/>
              <a:gd name="connsiteY34" fmla="*/ 1063419 h 2515690"/>
              <a:gd name="connsiteX35" fmla="*/ 3550909 w 12192000"/>
              <a:gd name="connsiteY35" fmla="*/ 1044511 h 2515690"/>
              <a:gd name="connsiteX36" fmla="*/ 3555900 w 12192000"/>
              <a:gd name="connsiteY36" fmla="*/ 1041996 h 2515690"/>
              <a:gd name="connsiteX37" fmla="*/ 3625978 w 12192000"/>
              <a:gd name="connsiteY37" fmla="*/ 1023459 h 2515690"/>
              <a:gd name="connsiteX38" fmla="*/ 3632465 w 12192000"/>
              <a:gd name="connsiteY38" fmla="*/ 1023522 h 2515690"/>
              <a:gd name="connsiteX39" fmla="*/ 3649063 w 12192000"/>
              <a:gd name="connsiteY39" fmla="*/ 1018726 h 2515690"/>
              <a:gd name="connsiteX40" fmla="*/ 3805954 w 12192000"/>
              <a:gd name="connsiteY40" fmla="*/ 917517 h 2515690"/>
              <a:gd name="connsiteX41" fmla="*/ 4020506 w 12192000"/>
              <a:gd name="connsiteY41" fmla="*/ 816231 h 2515690"/>
              <a:gd name="connsiteX42" fmla="*/ 4233682 w 12192000"/>
              <a:gd name="connsiteY42" fmla="*/ 799511 h 2515690"/>
              <a:gd name="connsiteX43" fmla="*/ 4306552 w 12192000"/>
              <a:gd name="connsiteY43" fmla="*/ 610207 h 2515690"/>
              <a:gd name="connsiteX44" fmla="*/ 4816604 w 12192000"/>
              <a:gd name="connsiteY44" fmla="*/ 773163 h 2515690"/>
              <a:gd name="connsiteX45" fmla="*/ 4916502 w 12192000"/>
              <a:gd name="connsiteY45" fmla="*/ 788104 h 2515690"/>
              <a:gd name="connsiteX46" fmla="*/ 5224415 w 12192000"/>
              <a:gd name="connsiteY46" fmla="*/ 674418 h 2515690"/>
              <a:gd name="connsiteX47" fmla="*/ 5274077 w 12192000"/>
              <a:gd name="connsiteY47" fmla="*/ 655978 h 2515690"/>
              <a:gd name="connsiteX48" fmla="*/ 5371217 w 12192000"/>
              <a:gd name="connsiteY48" fmla="*/ 614372 h 2515690"/>
              <a:gd name="connsiteX49" fmla="*/ 5364523 w 12192000"/>
              <a:gd name="connsiteY49" fmla="*/ 502501 h 2515690"/>
              <a:gd name="connsiteX50" fmla="*/ 5457871 w 12192000"/>
              <a:gd name="connsiteY50" fmla="*/ 558285 h 2515690"/>
              <a:gd name="connsiteX51" fmla="*/ 5750580 w 12192000"/>
              <a:gd name="connsiteY51" fmla="*/ 663503 h 2515690"/>
              <a:gd name="connsiteX52" fmla="*/ 5976618 w 12192000"/>
              <a:gd name="connsiteY52" fmla="*/ 582652 h 2515690"/>
              <a:gd name="connsiteX53" fmla="*/ 6009346 w 12192000"/>
              <a:gd name="connsiteY53" fmla="*/ 559470 h 2515690"/>
              <a:gd name="connsiteX54" fmla="*/ 6069735 w 12192000"/>
              <a:gd name="connsiteY54" fmla="*/ 587803 h 2515690"/>
              <a:gd name="connsiteX55" fmla="*/ 6270319 w 12192000"/>
              <a:gd name="connsiteY55" fmla="*/ 643982 h 2515690"/>
              <a:gd name="connsiteX56" fmla="*/ 6406781 w 12192000"/>
              <a:gd name="connsiteY56" fmla="*/ 672327 h 2515690"/>
              <a:gd name="connsiteX57" fmla="*/ 6469508 w 12192000"/>
              <a:gd name="connsiteY57" fmla="*/ 708574 h 2515690"/>
              <a:gd name="connsiteX58" fmla="*/ 6515869 w 12192000"/>
              <a:gd name="connsiteY58" fmla="*/ 715738 h 2515690"/>
              <a:gd name="connsiteX59" fmla="*/ 6725938 w 12192000"/>
              <a:gd name="connsiteY59" fmla="*/ 691128 h 2515690"/>
              <a:gd name="connsiteX60" fmla="*/ 6778240 w 12192000"/>
              <a:gd name="connsiteY60" fmla="*/ 678998 h 2515690"/>
              <a:gd name="connsiteX61" fmla="*/ 6806944 w 12192000"/>
              <a:gd name="connsiteY61" fmla="*/ 646178 h 2515690"/>
              <a:gd name="connsiteX62" fmla="*/ 6830632 w 12192000"/>
              <a:gd name="connsiteY62" fmla="*/ 633915 h 2515690"/>
              <a:gd name="connsiteX63" fmla="*/ 6858072 w 12192000"/>
              <a:gd name="connsiteY63" fmla="*/ 646178 h 2515690"/>
              <a:gd name="connsiteX64" fmla="*/ 6891322 w 12192000"/>
              <a:gd name="connsiteY64" fmla="*/ 678998 h 2515690"/>
              <a:gd name="connsiteX65" fmla="*/ 6951905 w 12192000"/>
              <a:gd name="connsiteY65" fmla="*/ 691128 h 2515690"/>
              <a:gd name="connsiteX66" fmla="*/ 7195246 w 12192000"/>
              <a:gd name="connsiteY66" fmla="*/ 715738 h 2515690"/>
              <a:gd name="connsiteX67" fmla="*/ 7248949 w 12192000"/>
              <a:gd name="connsiteY67" fmla="*/ 708574 h 2515690"/>
              <a:gd name="connsiteX68" fmla="*/ 7321609 w 12192000"/>
              <a:gd name="connsiteY68" fmla="*/ 672327 h 2515690"/>
              <a:gd name="connsiteX69" fmla="*/ 7479684 w 12192000"/>
              <a:gd name="connsiteY69" fmla="*/ 643982 h 2515690"/>
              <a:gd name="connsiteX70" fmla="*/ 7712035 w 12192000"/>
              <a:gd name="connsiteY70" fmla="*/ 587803 h 2515690"/>
              <a:gd name="connsiteX71" fmla="*/ 7781987 w 12192000"/>
              <a:gd name="connsiteY71" fmla="*/ 559470 h 2515690"/>
              <a:gd name="connsiteX72" fmla="*/ 7819900 w 12192000"/>
              <a:gd name="connsiteY72" fmla="*/ 582652 h 2515690"/>
              <a:gd name="connsiteX73" fmla="*/ 8081736 w 12192000"/>
              <a:gd name="connsiteY73" fmla="*/ 663503 h 2515690"/>
              <a:gd name="connsiteX74" fmla="*/ 8420801 w 12192000"/>
              <a:gd name="connsiteY74" fmla="*/ 558285 h 2515690"/>
              <a:gd name="connsiteX75" fmla="*/ 8528933 w 12192000"/>
              <a:gd name="connsiteY75" fmla="*/ 502501 h 2515690"/>
              <a:gd name="connsiteX76" fmla="*/ 8521178 w 12192000"/>
              <a:gd name="connsiteY76" fmla="*/ 614372 h 2515690"/>
              <a:gd name="connsiteX77" fmla="*/ 8633702 w 12192000"/>
              <a:gd name="connsiteY77" fmla="*/ 655978 h 2515690"/>
              <a:gd name="connsiteX78" fmla="*/ 8691231 w 12192000"/>
              <a:gd name="connsiteY78" fmla="*/ 674418 h 2515690"/>
              <a:gd name="connsiteX79" fmla="*/ 9047908 w 12192000"/>
              <a:gd name="connsiteY79" fmla="*/ 788104 h 2515690"/>
              <a:gd name="connsiteX80" fmla="*/ 9163628 w 12192000"/>
              <a:gd name="connsiteY80" fmla="*/ 773163 h 2515690"/>
              <a:gd name="connsiteX81" fmla="*/ 9754459 w 12192000"/>
              <a:gd name="connsiteY81" fmla="*/ 610207 h 2515690"/>
              <a:gd name="connsiteX82" fmla="*/ 9838868 w 12192000"/>
              <a:gd name="connsiteY82" fmla="*/ 799511 h 2515690"/>
              <a:gd name="connsiteX83" fmla="*/ 10085808 w 12192000"/>
              <a:gd name="connsiteY83" fmla="*/ 816231 h 2515690"/>
              <a:gd name="connsiteX84" fmla="*/ 10334338 w 12192000"/>
              <a:gd name="connsiteY84" fmla="*/ 917517 h 2515690"/>
              <a:gd name="connsiteX85" fmla="*/ 10516076 w 12192000"/>
              <a:gd name="connsiteY85" fmla="*/ 1018726 h 2515690"/>
              <a:gd name="connsiteX86" fmla="*/ 10535302 w 12192000"/>
              <a:gd name="connsiteY86" fmla="*/ 1023522 h 2515690"/>
              <a:gd name="connsiteX87" fmla="*/ 10542819 w 12192000"/>
              <a:gd name="connsiteY87" fmla="*/ 1023458 h 2515690"/>
              <a:gd name="connsiteX88" fmla="*/ 10623994 w 12192000"/>
              <a:gd name="connsiteY88" fmla="*/ 1041996 h 2515690"/>
              <a:gd name="connsiteX89" fmla="*/ 10629774 w 12192000"/>
              <a:gd name="connsiteY89" fmla="*/ 1044511 h 2515690"/>
              <a:gd name="connsiteX90" fmla="*/ 10727305 w 12192000"/>
              <a:gd name="connsiteY90" fmla="*/ 1063419 h 2515690"/>
              <a:gd name="connsiteX91" fmla="*/ 10761785 w 12192000"/>
              <a:gd name="connsiteY91" fmla="*/ 1068017 h 2515690"/>
              <a:gd name="connsiteX92" fmla="*/ 10775688 w 12192000"/>
              <a:gd name="connsiteY92" fmla="*/ 1065268 h 2515690"/>
              <a:gd name="connsiteX93" fmla="*/ 10821837 w 12192000"/>
              <a:gd name="connsiteY93" fmla="*/ 1042232 h 2515690"/>
              <a:gd name="connsiteX94" fmla="*/ 11122438 w 12192000"/>
              <a:gd name="connsiteY94" fmla="*/ 1004583 h 2515690"/>
              <a:gd name="connsiteX95" fmla="*/ 11171433 w 12192000"/>
              <a:gd name="connsiteY95" fmla="*/ 1040550 h 2515690"/>
              <a:gd name="connsiteX96" fmla="*/ 11183724 w 12192000"/>
              <a:gd name="connsiteY96" fmla="*/ 1045316 h 2515690"/>
              <a:gd name="connsiteX97" fmla="*/ 11199690 w 12192000"/>
              <a:gd name="connsiteY97" fmla="*/ 1048085 h 2515690"/>
              <a:gd name="connsiteX98" fmla="*/ 11232475 w 12192000"/>
              <a:gd name="connsiteY98" fmla="*/ 1049340 h 2515690"/>
              <a:gd name="connsiteX99" fmla="*/ 11302451 w 12192000"/>
              <a:gd name="connsiteY99" fmla="*/ 949091 h 2515690"/>
              <a:gd name="connsiteX100" fmla="*/ 11484849 w 12192000"/>
              <a:gd name="connsiteY100" fmla="*/ 1057667 h 2515690"/>
              <a:gd name="connsiteX101" fmla="*/ 11512818 w 12192000"/>
              <a:gd name="connsiteY101" fmla="*/ 1048926 h 2515690"/>
              <a:gd name="connsiteX102" fmla="*/ 11642481 w 12192000"/>
              <a:gd name="connsiteY102" fmla="*/ 1029355 h 2515690"/>
              <a:gd name="connsiteX103" fmla="*/ 11714551 w 12192000"/>
              <a:gd name="connsiteY103" fmla="*/ 1020966 h 2515690"/>
              <a:gd name="connsiteX104" fmla="*/ 11714551 w 12192000"/>
              <a:gd name="connsiteY104" fmla="*/ 1022389 h 2515690"/>
              <a:gd name="connsiteX105" fmla="*/ 11728519 w 12192000"/>
              <a:gd name="connsiteY105" fmla="*/ 1020975 h 2515690"/>
              <a:gd name="connsiteX106" fmla="*/ 11741691 w 12192000"/>
              <a:gd name="connsiteY106" fmla="*/ 1019651 h 2515690"/>
              <a:gd name="connsiteX107" fmla="*/ 11743999 w 12192000"/>
              <a:gd name="connsiteY107" fmla="*/ 1019424 h 2515690"/>
              <a:gd name="connsiteX108" fmla="*/ 11742709 w 12192000"/>
              <a:gd name="connsiteY108" fmla="*/ 1019549 h 2515690"/>
              <a:gd name="connsiteX109" fmla="*/ 11741691 w 12192000"/>
              <a:gd name="connsiteY109" fmla="*/ 1019651 h 2515690"/>
              <a:gd name="connsiteX110" fmla="*/ 11738529 w 12192000"/>
              <a:gd name="connsiteY110" fmla="*/ 1019963 h 2515690"/>
              <a:gd name="connsiteX111" fmla="*/ 11771791 w 12192000"/>
              <a:gd name="connsiteY111" fmla="*/ 1015977 h 2515690"/>
              <a:gd name="connsiteX112" fmla="*/ 11834157 w 12192000"/>
              <a:gd name="connsiteY112" fmla="*/ 1009499 h 2515690"/>
              <a:gd name="connsiteX113" fmla="*/ 11843354 w 12192000"/>
              <a:gd name="connsiteY113" fmla="*/ 1008273 h 2515690"/>
              <a:gd name="connsiteX114" fmla="*/ 11843354 w 12192000"/>
              <a:gd name="connsiteY114" fmla="*/ 1000151 h 2515690"/>
              <a:gd name="connsiteX115" fmla="*/ 11893955 w 12192000"/>
              <a:gd name="connsiteY115" fmla="*/ 983740 h 2515690"/>
              <a:gd name="connsiteX116" fmla="*/ 11974160 w 12192000"/>
              <a:gd name="connsiteY116" fmla="*/ 920897 h 2515690"/>
              <a:gd name="connsiteX117" fmla="*/ 12143531 w 12192000"/>
              <a:gd name="connsiteY117" fmla="*/ 823664 h 2515690"/>
              <a:gd name="connsiteX118" fmla="*/ 12192000 w 12192000"/>
              <a:gd name="connsiteY118" fmla="*/ 801163 h 2515690"/>
              <a:gd name="connsiteX119" fmla="*/ 12192000 w 12192000"/>
              <a:gd name="connsiteY119" fmla="*/ 2515690 h 2515690"/>
              <a:gd name="connsiteX120" fmla="*/ 0 w 12192000"/>
              <a:gd name="connsiteY120" fmla="*/ 2515690 h 2515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</a:cxnLst>
            <a:rect l="l" t="t" r="r" b="b"/>
            <a:pathLst>
              <a:path w="12192000" h="2515690">
                <a:moveTo>
                  <a:pt x="0" y="0"/>
                </a:moveTo>
                <a:lnTo>
                  <a:pt x="170442" y="96074"/>
                </a:lnTo>
                <a:cubicBezTo>
                  <a:pt x="323315" y="179510"/>
                  <a:pt x="418777" y="223899"/>
                  <a:pt x="424739" y="224865"/>
                </a:cubicBezTo>
                <a:cubicBezTo>
                  <a:pt x="573781" y="248496"/>
                  <a:pt x="654649" y="314572"/>
                  <a:pt x="748273" y="373939"/>
                </a:cubicBezTo>
                <a:cubicBezTo>
                  <a:pt x="830321" y="425631"/>
                  <a:pt x="917271" y="480784"/>
                  <a:pt x="1037058" y="499994"/>
                </a:cubicBezTo>
                <a:cubicBezTo>
                  <a:pt x="1195925" y="525362"/>
                  <a:pt x="1048105" y="445478"/>
                  <a:pt x="1101312" y="428540"/>
                </a:cubicBezTo>
                <a:cubicBezTo>
                  <a:pt x="1188473" y="458169"/>
                  <a:pt x="1274625" y="505369"/>
                  <a:pt x="1367071" y="516118"/>
                </a:cubicBezTo>
                <a:cubicBezTo>
                  <a:pt x="1701323" y="554463"/>
                  <a:pt x="1964451" y="648887"/>
                  <a:pt x="2189943" y="794533"/>
                </a:cubicBezTo>
                <a:cubicBezTo>
                  <a:pt x="2255082" y="836300"/>
                  <a:pt x="2357481" y="862342"/>
                  <a:pt x="2390329" y="920897"/>
                </a:cubicBezTo>
                <a:cubicBezTo>
                  <a:pt x="2406050" y="949359"/>
                  <a:pt x="2430126" y="969285"/>
                  <a:pt x="2459570" y="983740"/>
                </a:cubicBezTo>
                <a:lnTo>
                  <a:pt x="2503252" y="1000151"/>
                </a:lnTo>
                <a:lnTo>
                  <a:pt x="2503252" y="1008273"/>
                </a:lnTo>
                <a:lnTo>
                  <a:pt x="2511191" y="1009499"/>
                </a:lnTo>
                <a:cubicBezTo>
                  <a:pt x="2529847" y="1011974"/>
                  <a:pt x="2562849" y="1015701"/>
                  <a:pt x="2565029" y="1015977"/>
                </a:cubicBezTo>
                <a:cubicBezTo>
                  <a:pt x="2610845" y="1021778"/>
                  <a:pt x="2601577" y="1020837"/>
                  <a:pt x="2593745" y="1019963"/>
                </a:cubicBezTo>
                <a:lnTo>
                  <a:pt x="2591015" y="1019651"/>
                </a:lnTo>
                <a:lnTo>
                  <a:pt x="2590137" y="1019549"/>
                </a:lnTo>
                <a:cubicBezTo>
                  <a:pt x="2588203" y="1019326"/>
                  <a:pt x="2588125" y="1019321"/>
                  <a:pt x="2589021" y="1019424"/>
                </a:cubicBezTo>
                <a:lnTo>
                  <a:pt x="2591015" y="1019651"/>
                </a:lnTo>
                <a:lnTo>
                  <a:pt x="2602385" y="1020975"/>
                </a:lnTo>
                <a:lnTo>
                  <a:pt x="2614445" y="1022389"/>
                </a:lnTo>
                <a:lnTo>
                  <a:pt x="2614445" y="1020966"/>
                </a:lnTo>
                <a:lnTo>
                  <a:pt x="2676661" y="1029355"/>
                </a:lnTo>
                <a:cubicBezTo>
                  <a:pt x="2715592" y="1034194"/>
                  <a:pt x="2753901" y="1039695"/>
                  <a:pt x="2788597" y="1048926"/>
                </a:cubicBezTo>
                <a:lnTo>
                  <a:pt x="2812742" y="1057667"/>
                </a:lnTo>
                <a:lnTo>
                  <a:pt x="2970201" y="949091"/>
                </a:lnTo>
                <a:cubicBezTo>
                  <a:pt x="3052785" y="982961"/>
                  <a:pt x="2996105" y="1020057"/>
                  <a:pt x="3030610" y="1049340"/>
                </a:cubicBezTo>
                <a:cubicBezTo>
                  <a:pt x="3039005" y="1048442"/>
                  <a:pt x="3049621" y="1048500"/>
                  <a:pt x="3058913" y="1048085"/>
                </a:cubicBezTo>
                <a:lnTo>
                  <a:pt x="3072697" y="1045316"/>
                </a:lnTo>
                <a:lnTo>
                  <a:pt x="3083305" y="1040550"/>
                </a:lnTo>
                <a:lnTo>
                  <a:pt x="3125603" y="1004583"/>
                </a:lnTo>
                <a:cubicBezTo>
                  <a:pt x="3221669" y="925596"/>
                  <a:pt x="3242489" y="937564"/>
                  <a:pt x="3385106" y="1042233"/>
                </a:cubicBezTo>
                <a:cubicBezTo>
                  <a:pt x="3399403" y="1052670"/>
                  <a:pt x="3412529" y="1060209"/>
                  <a:pt x="3424945" y="1065268"/>
                </a:cubicBezTo>
                <a:lnTo>
                  <a:pt x="3436948" y="1068018"/>
                </a:lnTo>
                <a:lnTo>
                  <a:pt x="3466714" y="1063419"/>
                </a:lnTo>
                <a:lnTo>
                  <a:pt x="3550909" y="1044511"/>
                </a:lnTo>
                <a:lnTo>
                  <a:pt x="3555900" y="1041996"/>
                </a:lnTo>
                <a:cubicBezTo>
                  <a:pt x="3573827" y="1033454"/>
                  <a:pt x="3594382" y="1025941"/>
                  <a:pt x="3625978" y="1023459"/>
                </a:cubicBezTo>
                <a:lnTo>
                  <a:pt x="3632465" y="1023522"/>
                </a:lnTo>
                <a:lnTo>
                  <a:pt x="3649063" y="1018726"/>
                </a:lnTo>
                <a:cubicBezTo>
                  <a:pt x="3741849" y="989371"/>
                  <a:pt x="3810578" y="953657"/>
                  <a:pt x="3805954" y="917517"/>
                </a:cubicBezTo>
                <a:cubicBezTo>
                  <a:pt x="4031729" y="953901"/>
                  <a:pt x="4031729" y="953901"/>
                  <a:pt x="4020506" y="816231"/>
                </a:cubicBezTo>
                <a:cubicBezTo>
                  <a:pt x="4171643" y="865324"/>
                  <a:pt x="4206308" y="864422"/>
                  <a:pt x="4233682" y="799511"/>
                </a:cubicBezTo>
                <a:cubicBezTo>
                  <a:pt x="4260226" y="737017"/>
                  <a:pt x="4254728" y="668575"/>
                  <a:pt x="4306552" y="610207"/>
                </a:cubicBezTo>
                <a:cubicBezTo>
                  <a:pt x="4495313" y="657923"/>
                  <a:pt x="4699922" y="667347"/>
                  <a:pt x="4816604" y="773163"/>
                </a:cubicBezTo>
                <a:cubicBezTo>
                  <a:pt x="4834734" y="789836"/>
                  <a:pt x="4890507" y="799946"/>
                  <a:pt x="4916502" y="788104"/>
                </a:cubicBezTo>
                <a:cubicBezTo>
                  <a:pt x="5013526" y="746101"/>
                  <a:pt x="5238129" y="796871"/>
                  <a:pt x="5224415" y="674418"/>
                </a:cubicBezTo>
                <a:cubicBezTo>
                  <a:pt x="5223051" y="659300"/>
                  <a:pt x="5240524" y="644890"/>
                  <a:pt x="5274077" y="655978"/>
                </a:cubicBezTo>
                <a:cubicBezTo>
                  <a:pt x="5388582" y="694066"/>
                  <a:pt x="5367022" y="644784"/>
                  <a:pt x="5371217" y="614372"/>
                </a:cubicBezTo>
                <a:cubicBezTo>
                  <a:pt x="5375856" y="577567"/>
                  <a:pt x="5319010" y="537578"/>
                  <a:pt x="5364523" y="502501"/>
                </a:cubicBezTo>
                <a:cubicBezTo>
                  <a:pt x="5425408" y="508891"/>
                  <a:pt x="5433299" y="538191"/>
                  <a:pt x="5457871" y="558285"/>
                </a:cubicBezTo>
                <a:cubicBezTo>
                  <a:pt x="5530352" y="617005"/>
                  <a:pt x="5609566" y="664386"/>
                  <a:pt x="5750580" y="663503"/>
                </a:cubicBezTo>
                <a:cubicBezTo>
                  <a:pt x="5864519" y="662926"/>
                  <a:pt x="5966527" y="666650"/>
                  <a:pt x="5976618" y="582652"/>
                </a:cubicBezTo>
                <a:cubicBezTo>
                  <a:pt x="5978145" y="569455"/>
                  <a:pt x="5990792" y="562346"/>
                  <a:pt x="6009346" y="559470"/>
                </a:cubicBezTo>
                <a:cubicBezTo>
                  <a:pt x="6030639" y="568485"/>
                  <a:pt x="6052592" y="577083"/>
                  <a:pt x="6069735" y="587803"/>
                </a:cubicBezTo>
                <a:cubicBezTo>
                  <a:pt x="6126182" y="623812"/>
                  <a:pt x="6196945" y="634730"/>
                  <a:pt x="6270319" y="643982"/>
                </a:cubicBezTo>
                <a:cubicBezTo>
                  <a:pt x="6317101" y="649940"/>
                  <a:pt x="6363466" y="657107"/>
                  <a:pt x="6406781" y="672327"/>
                </a:cubicBezTo>
                <a:cubicBezTo>
                  <a:pt x="6433586" y="681598"/>
                  <a:pt x="6454928" y="693402"/>
                  <a:pt x="6469508" y="708574"/>
                </a:cubicBezTo>
                <a:cubicBezTo>
                  <a:pt x="6482729" y="721786"/>
                  <a:pt x="6496225" y="725422"/>
                  <a:pt x="6515869" y="715738"/>
                </a:cubicBezTo>
                <a:cubicBezTo>
                  <a:pt x="6572200" y="688353"/>
                  <a:pt x="6639257" y="676241"/>
                  <a:pt x="6725938" y="691128"/>
                </a:cubicBezTo>
                <a:cubicBezTo>
                  <a:pt x="6752109" y="695629"/>
                  <a:pt x="6772625" y="691505"/>
                  <a:pt x="6778240" y="678998"/>
                </a:cubicBezTo>
                <a:cubicBezTo>
                  <a:pt x="6784286" y="665981"/>
                  <a:pt x="6794269" y="655280"/>
                  <a:pt x="6806944" y="646178"/>
                </a:cubicBezTo>
                <a:lnTo>
                  <a:pt x="6830632" y="633915"/>
                </a:lnTo>
                <a:lnTo>
                  <a:pt x="6858072" y="646178"/>
                </a:lnTo>
                <a:cubicBezTo>
                  <a:pt x="6872754" y="655280"/>
                  <a:pt x="6884317" y="665981"/>
                  <a:pt x="6891322" y="678998"/>
                </a:cubicBezTo>
                <a:cubicBezTo>
                  <a:pt x="6897826" y="691505"/>
                  <a:pt x="6921592" y="695629"/>
                  <a:pt x="6951905" y="691128"/>
                </a:cubicBezTo>
                <a:cubicBezTo>
                  <a:pt x="7052317" y="676241"/>
                  <a:pt x="7129994" y="688353"/>
                  <a:pt x="7195246" y="715738"/>
                </a:cubicBezTo>
                <a:cubicBezTo>
                  <a:pt x="7217999" y="725422"/>
                  <a:pt x="7233634" y="721786"/>
                  <a:pt x="7248949" y="708574"/>
                </a:cubicBezTo>
                <a:cubicBezTo>
                  <a:pt x="7265838" y="693402"/>
                  <a:pt x="7290560" y="681598"/>
                  <a:pt x="7321609" y="672327"/>
                </a:cubicBezTo>
                <a:cubicBezTo>
                  <a:pt x="7371785" y="657107"/>
                  <a:pt x="7425493" y="649940"/>
                  <a:pt x="7479684" y="643982"/>
                </a:cubicBezTo>
                <a:cubicBezTo>
                  <a:pt x="7564679" y="634730"/>
                  <a:pt x="7646649" y="623812"/>
                  <a:pt x="7712035" y="587803"/>
                </a:cubicBezTo>
                <a:cubicBezTo>
                  <a:pt x="7731892" y="577083"/>
                  <a:pt x="7757322" y="568485"/>
                  <a:pt x="7781987" y="559470"/>
                </a:cubicBezTo>
                <a:cubicBezTo>
                  <a:pt x="7803481" y="562346"/>
                  <a:pt x="7818130" y="569455"/>
                  <a:pt x="7819900" y="582652"/>
                </a:cubicBezTo>
                <a:cubicBezTo>
                  <a:pt x="7831588" y="666650"/>
                  <a:pt x="7949751" y="662926"/>
                  <a:pt x="8081736" y="663503"/>
                </a:cubicBezTo>
                <a:cubicBezTo>
                  <a:pt x="8245081" y="664386"/>
                  <a:pt x="8336842" y="617005"/>
                  <a:pt x="8420801" y="558285"/>
                </a:cubicBezTo>
                <a:cubicBezTo>
                  <a:pt x="8449265" y="538191"/>
                  <a:pt x="8458404" y="508890"/>
                  <a:pt x="8528933" y="502501"/>
                </a:cubicBezTo>
                <a:cubicBezTo>
                  <a:pt x="8581654" y="537578"/>
                  <a:pt x="8515805" y="577567"/>
                  <a:pt x="8521178" y="614372"/>
                </a:cubicBezTo>
                <a:cubicBezTo>
                  <a:pt x="8526038" y="644784"/>
                  <a:pt x="8501063" y="694066"/>
                  <a:pt x="8633702" y="655978"/>
                </a:cubicBezTo>
                <a:cubicBezTo>
                  <a:pt x="8672570" y="644890"/>
                  <a:pt x="8692811" y="659300"/>
                  <a:pt x="8691231" y="674418"/>
                </a:cubicBezTo>
                <a:cubicBezTo>
                  <a:pt x="8675345" y="796871"/>
                  <a:pt x="8935518" y="746101"/>
                  <a:pt x="9047908" y="788104"/>
                </a:cubicBezTo>
                <a:cubicBezTo>
                  <a:pt x="9078021" y="799946"/>
                  <a:pt x="9142627" y="789836"/>
                  <a:pt x="9163628" y="773163"/>
                </a:cubicBezTo>
                <a:cubicBezTo>
                  <a:pt x="9298789" y="667347"/>
                  <a:pt x="9535801" y="657923"/>
                  <a:pt x="9754459" y="610207"/>
                </a:cubicBezTo>
                <a:cubicBezTo>
                  <a:pt x="9814490" y="668575"/>
                  <a:pt x="9808123" y="737017"/>
                  <a:pt x="9838868" y="799511"/>
                </a:cubicBezTo>
                <a:cubicBezTo>
                  <a:pt x="9870579" y="864422"/>
                  <a:pt x="9910733" y="865324"/>
                  <a:pt x="10085808" y="816231"/>
                </a:cubicBezTo>
                <a:cubicBezTo>
                  <a:pt x="10072804" y="953901"/>
                  <a:pt x="10072804" y="953901"/>
                  <a:pt x="10334338" y="917517"/>
                </a:cubicBezTo>
                <a:cubicBezTo>
                  <a:pt x="10328982" y="953657"/>
                  <a:pt x="10408594" y="989371"/>
                  <a:pt x="10516076" y="1018726"/>
                </a:cubicBezTo>
                <a:lnTo>
                  <a:pt x="10535302" y="1023522"/>
                </a:lnTo>
                <a:lnTo>
                  <a:pt x="10542819" y="1023458"/>
                </a:lnTo>
                <a:cubicBezTo>
                  <a:pt x="10579419" y="1025941"/>
                  <a:pt x="10603227" y="1033454"/>
                  <a:pt x="10623994" y="1041996"/>
                </a:cubicBezTo>
                <a:lnTo>
                  <a:pt x="10629774" y="1044511"/>
                </a:lnTo>
                <a:lnTo>
                  <a:pt x="10727305" y="1063419"/>
                </a:lnTo>
                <a:lnTo>
                  <a:pt x="10761785" y="1068017"/>
                </a:lnTo>
                <a:lnTo>
                  <a:pt x="10775688" y="1065268"/>
                </a:lnTo>
                <a:cubicBezTo>
                  <a:pt x="10790070" y="1060209"/>
                  <a:pt x="10805275" y="1052670"/>
                  <a:pt x="10821837" y="1042232"/>
                </a:cubicBezTo>
                <a:cubicBezTo>
                  <a:pt x="10987041" y="937564"/>
                  <a:pt x="11011156" y="925596"/>
                  <a:pt x="11122438" y="1004583"/>
                </a:cubicBezTo>
                <a:lnTo>
                  <a:pt x="11171433" y="1040550"/>
                </a:lnTo>
                <a:lnTo>
                  <a:pt x="11183724" y="1045316"/>
                </a:lnTo>
                <a:lnTo>
                  <a:pt x="11199690" y="1048085"/>
                </a:lnTo>
                <a:cubicBezTo>
                  <a:pt x="11210452" y="1048499"/>
                  <a:pt x="11222752" y="1048442"/>
                  <a:pt x="11232475" y="1049340"/>
                </a:cubicBezTo>
                <a:cubicBezTo>
                  <a:pt x="11272445" y="1020057"/>
                  <a:pt x="11206789" y="982961"/>
                  <a:pt x="11302451" y="949091"/>
                </a:cubicBezTo>
                <a:lnTo>
                  <a:pt x="11484849" y="1057667"/>
                </a:lnTo>
                <a:lnTo>
                  <a:pt x="11512818" y="1048926"/>
                </a:lnTo>
                <a:cubicBezTo>
                  <a:pt x="11553007" y="1039695"/>
                  <a:pt x="11597385" y="1034194"/>
                  <a:pt x="11642481" y="1029355"/>
                </a:cubicBezTo>
                <a:lnTo>
                  <a:pt x="11714551" y="1020966"/>
                </a:lnTo>
                <a:lnTo>
                  <a:pt x="11714551" y="1022389"/>
                </a:lnTo>
                <a:lnTo>
                  <a:pt x="11728519" y="1020975"/>
                </a:lnTo>
                <a:lnTo>
                  <a:pt x="11741691" y="1019651"/>
                </a:lnTo>
                <a:lnTo>
                  <a:pt x="11743999" y="1019424"/>
                </a:lnTo>
                <a:cubicBezTo>
                  <a:pt x="11745037" y="1019320"/>
                  <a:pt x="11744948" y="1019326"/>
                  <a:pt x="11742709" y="1019549"/>
                </a:cubicBezTo>
                <a:lnTo>
                  <a:pt x="11741691" y="1019651"/>
                </a:lnTo>
                <a:lnTo>
                  <a:pt x="11738529" y="1019963"/>
                </a:lnTo>
                <a:cubicBezTo>
                  <a:pt x="11729455" y="1020837"/>
                  <a:pt x="11718720" y="1021778"/>
                  <a:pt x="11771791" y="1015977"/>
                </a:cubicBezTo>
                <a:cubicBezTo>
                  <a:pt x="11774317" y="1015701"/>
                  <a:pt x="11812546" y="1011974"/>
                  <a:pt x="11834157" y="1009499"/>
                </a:cubicBezTo>
                <a:lnTo>
                  <a:pt x="11843354" y="1008273"/>
                </a:lnTo>
                <a:lnTo>
                  <a:pt x="11843354" y="1000151"/>
                </a:lnTo>
                <a:lnTo>
                  <a:pt x="11893955" y="983740"/>
                </a:lnTo>
                <a:cubicBezTo>
                  <a:pt x="11928061" y="969285"/>
                  <a:pt x="11955951" y="949359"/>
                  <a:pt x="11974160" y="920897"/>
                </a:cubicBezTo>
                <a:cubicBezTo>
                  <a:pt x="12002698" y="876981"/>
                  <a:pt x="12076554" y="851353"/>
                  <a:pt x="12143531" y="823664"/>
                </a:cubicBezTo>
                <a:lnTo>
                  <a:pt x="12192000" y="801163"/>
                </a:lnTo>
                <a:lnTo>
                  <a:pt x="12192000" y="2515690"/>
                </a:lnTo>
                <a:lnTo>
                  <a:pt x="0" y="2515690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42D910-0E8F-B11B-757D-468B0B9B8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40544"/>
            <a:ext cx="10515600" cy="930275"/>
          </a:xfrm>
        </p:spPr>
        <p:txBody>
          <a:bodyPr>
            <a:normAutofit/>
          </a:bodyPr>
          <a:lstStyle/>
          <a:p>
            <a:r>
              <a:rPr lang="en-US" sz="2800" dirty="0"/>
              <a:t>Existing Solutions &amp; Limitations</a:t>
            </a:r>
            <a:br>
              <a:rPr lang="en-US" sz="2800" dirty="0"/>
            </a:br>
            <a:endParaRPr lang="he-IL" sz="2800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542F8E0-E639-5BCD-2D08-B9266F9891C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26161943"/>
              </p:ext>
            </p:extLst>
          </p:nvPr>
        </p:nvGraphicFramePr>
        <p:xfrm>
          <a:off x="838200" y="2011363"/>
          <a:ext cx="10515600" cy="41608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667971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08953E74-D241-4DDF-8508-F0365EA13A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5C3C901A-B2F4-4A3C-BCDD-7C8D587ECA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0"/>
            <a:ext cx="12192000" cy="2371134"/>
          </a:xfrm>
          <a:custGeom>
            <a:avLst/>
            <a:gdLst>
              <a:gd name="connsiteX0" fmla="*/ 0 w 12192000"/>
              <a:gd name="connsiteY0" fmla="*/ 0 h 2515690"/>
              <a:gd name="connsiteX1" fmla="*/ 170442 w 12192000"/>
              <a:gd name="connsiteY1" fmla="*/ 96074 h 2515690"/>
              <a:gd name="connsiteX2" fmla="*/ 424739 w 12192000"/>
              <a:gd name="connsiteY2" fmla="*/ 224865 h 2515690"/>
              <a:gd name="connsiteX3" fmla="*/ 748273 w 12192000"/>
              <a:gd name="connsiteY3" fmla="*/ 373939 h 2515690"/>
              <a:gd name="connsiteX4" fmla="*/ 1037058 w 12192000"/>
              <a:gd name="connsiteY4" fmla="*/ 499994 h 2515690"/>
              <a:gd name="connsiteX5" fmla="*/ 1101312 w 12192000"/>
              <a:gd name="connsiteY5" fmla="*/ 428540 h 2515690"/>
              <a:gd name="connsiteX6" fmla="*/ 1367071 w 12192000"/>
              <a:gd name="connsiteY6" fmla="*/ 516118 h 2515690"/>
              <a:gd name="connsiteX7" fmla="*/ 2189943 w 12192000"/>
              <a:gd name="connsiteY7" fmla="*/ 794533 h 2515690"/>
              <a:gd name="connsiteX8" fmla="*/ 2390329 w 12192000"/>
              <a:gd name="connsiteY8" fmla="*/ 920897 h 2515690"/>
              <a:gd name="connsiteX9" fmla="*/ 2459570 w 12192000"/>
              <a:gd name="connsiteY9" fmla="*/ 983740 h 2515690"/>
              <a:gd name="connsiteX10" fmla="*/ 2503252 w 12192000"/>
              <a:gd name="connsiteY10" fmla="*/ 1000151 h 2515690"/>
              <a:gd name="connsiteX11" fmla="*/ 2503252 w 12192000"/>
              <a:gd name="connsiteY11" fmla="*/ 1008273 h 2515690"/>
              <a:gd name="connsiteX12" fmla="*/ 2511191 w 12192000"/>
              <a:gd name="connsiteY12" fmla="*/ 1009499 h 2515690"/>
              <a:gd name="connsiteX13" fmla="*/ 2565029 w 12192000"/>
              <a:gd name="connsiteY13" fmla="*/ 1015977 h 2515690"/>
              <a:gd name="connsiteX14" fmla="*/ 2593745 w 12192000"/>
              <a:gd name="connsiteY14" fmla="*/ 1019963 h 2515690"/>
              <a:gd name="connsiteX15" fmla="*/ 2591015 w 12192000"/>
              <a:gd name="connsiteY15" fmla="*/ 1019651 h 2515690"/>
              <a:gd name="connsiteX16" fmla="*/ 2590137 w 12192000"/>
              <a:gd name="connsiteY16" fmla="*/ 1019549 h 2515690"/>
              <a:gd name="connsiteX17" fmla="*/ 2589021 w 12192000"/>
              <a:gd name="connsiteY17" fmla="*/ 1019424 h 2515690"/>
              <a:gd name="connsiteX18" fmla="*/ 2591015 w 12192000"/>
              <a:gd name="connsiteY18" fmla="*/ 1019651 h 2515690"/>
              <a:gd name="connsiteX19" fmla="*/ 2602385 w 12192000"/>
              <a:gd name="connsiteY19" fmla="*/ 1020975 h 2515690"/>
              <a:gd name="connsiteX20" fmla="*/ 2614445 w 12192000"/>
              <a:gd name="connsiteY20" fmla="*/ 1022389 h 2515690"/>
              <a:gd name="connsiteX21" fmla="*/ 2614445 w 12192000"/>
              <a:gd name="connsiteY21" fmla="*/ 1020966 h 2515690"/>
              <a:gd name="connsiteX22" fmla="*/ 2676661 w 12192000"/>
              <a:gd name="connsiteY22" fmla="*/ 1029355 h 2515690"/>
              <a:gd name="connsiteX23" fmla="*/ 2788597 w 12192000"/>
              <a:gd name="connsiteY23" fmla="*/ 1048926 h 2515690"/>
              <a:gd name="connsiteX24" fmla="*/ 2812742 w 12192000"/>
              <a:gd name="connsiteY24" fmla="*/ 1057667 h 2515690"/>
              <a:gd name="connsiteX25" fmla="*/ 2970201 w 12192000"/>
              <a:gd name="connsiteY25" fmla="*/ 949091 h 2515690"/>
              <a:gd name="connsiteX26" fmla="*/ 3030610 w 12192000"/>
              <a:gd name="connsiteY26" fmla="*/ 1049340 h 2515690"/>
              <a:gd name="connsiteX27" fmla="*/ 3058913 w 12192000"/>
              <a:gd name="connsiteY27" fmla="*/ 1048085 h 2515690"/>
              <a:gd name="connsiteX28" fmla="*/ 3072697 w 12192000"/>
              <a:gd name="connsiteY28" fmla="*/ 1045316 h 2515690"/>
              <a:gd name="connsiteX29" fmla="*/ 3083305 w 12192000"/>
              <a:gd name="connsiteY29" fmla="*/ 1040550 h 2515690"/>
              <a:gd name="connsiteX30" fmla="*/ 3125603 w 12192000"/>
              <a:gd name="connsiteY30" fmla="*/ 1004583 h 2515690"/>
              <a:gd name="connsiteX31" fmla="*/ 3385106 w 12192000"/>
              <a:gd name="connsiteY31" fmla="*/ 1042233 h 2515690"/>
              <a:gd name="connsiteX32" fmla="*/ 3424945 w 12192000"/>
              <a:gd name="connsiteY32" fmla="*/ 1065268 h 2515690"/>
              <a:gd name="connsiteX33" fmla="*/ 3436948 w 12192000"/>
              <a:gd name="connsiteY33" fmla="*/ 1068018 h 2515690"/>
              <a:gd name="connsiteX34" fmla="*/ 3466714 w 12192000"/>
              <a:gd name="connsiteY34" fmla="*/ 1063419 h 2515690"/>
              <a:gd name="connsiteX35" fmla="*/ 3550909 w 12192000"/>
              <a:gd name="connsiteY35" fmla="*/ 1044511 h 2515690"/>
              <a:gd name="connsiteX36" fmla="*/ 3555900 w 12192000"/>
              <a:gd name="connsiteY36" fmla="*/ 1041996 h 2515690"/>
              <a:gd name="connsiteX37" fmla="*/ 3625978 w 12192000"/>
              <a:gd name="connsiteY37" fmla="*/ 1023459 h 2515690"/>
              <a:gd name="connsiteX38" fmla="*/ 3632465 w 12192000"/>
              <a:gd name="connsiteY38" fmla="*/ 1023522 h 2515690"/>
              <a:gd name="connsiteX39" fmla="*/ 3649063 w 12192000"/>
              <a:gd name="connsiteY39" fmla="*/ 1018726 h 2515690"/>
              <a:gd name="connsiteX40" fmla="*/ 3805954 w 12192000"/>
              <a:gd name="connsiteY40" fmla="*/ 917517 h 2515690"/>
              <a:gd name="connsiteX41" fmla="*/ 4020506 w 12192000"/>
              <a:gd name="connsiteY41" fmla="*/ 816231 h 2515690"/>
              <a:gd name="connsiteX42" fmla="*/ 4233682 w 12192000"/>
              <a:gd name="connsiteY42" fmla="*/ 799511 h 2515690"/>
              <a:gd name="connsiteX43" fmla="*/ 4306552 w 12192000"/>
              <a:gd name="connsiteY43" fmla="*/ 610207 h 2515690"/>
              <a:gd name="connsiteX44" fmla="*/ 4816604 w 12192000"/>
              <a:gd name="connsiteY44" fmla="*/ 773163 h 2515690"/>
              <a:gd name="connsiteX45" fmla="*/ 4916502 w 12192000"/>
              <a:gd name="connsiteY45" fmla="*/ 788104 h 2515690"/>
              <a:gd name="connsiteX46" fmla="*/ 5224415 w 12192000"/>
              <a:gd name="connsiteY46" fmla="*/ 674418 h 2515690"/>
              <a:gd name="connsiteX47" fmla="*/ 5274077 w 12192000"/>
              <a:gd name="connsiteY47" fmla="*/ 655978 h 2515690"/>
              <a:gd name="connsiteX48" fmla="*/ 5371217 w 12192000"/>
              <a:gd name="connsiteY48" fmla="*/ 614372 h 2515690"/>
              <a:gd name="connsiteX49" fmla="*/ 5364523 w 12192000"/>
              <a:gd name="connsiteY49" fmla="*/ 502501 h 2515690"/>
              <a:gd name="connsiteX50" fmla="*/ 5457871 w 12192000"/>
              <a:gd name="connsiteY50" fmla="*/ 558285 h 2515690"/>
              <a:gd name="connsiteX51" fmla="*/ 5750580 w 12192000"/>
              <a:gd name="connsiteY51" fmla="*/ 663503 h 2515690"/>
              <a:gd name="connsiteX52" fmla="*/ 5976618 w 12192000"/>
              <a:gd name="connsiteY52" fmla="*/ 582652 h 2515690"/>
              <a:gd name="connsiteX53" fmla="*/ 6009346 w 12192000"/>
              <a:gd name="connsiteY53" fmla="*/ 559470 h 2515690"/>
              <a:gd name="connsiteX54" fmla="*/ 6069735 w 12192000"/>
              <a:gd name="connsiteY54" fmla="*/ 587803 h 2515690"/>
              <a:gd name="connsiteX55" fmla="*/ 6270319 w 12192000"/>
              <a:gd name="connsiteY55" fmla="*/ 643982 h 2515690"/>
              <a:gd name="connsiteX56" fmla="*/ 6406781 w 12192000"/>
              <a:gd name="connsiteY56" fmla="*/ 672327 h 2515690"/>
              <a:gd name="connsiteX57" fmla="*/ 6469508 w 12192000"/>
              <a:gd name="connsiteY57" fmla="*/ 708574 h 2515690"/>
              <a:gd name="connsiteX58" fmla="*/ 6515869 w 12192000"/>
              <a:gd name="connsiteY58" fmla="*/ 715738 h 2515690"/>
              <a:gd name="connsiteX59" fmla="*/ 6725938 w 12192000"/>
              <a:gd name="connsiteY59" fmla="*/ 691128 h 2515690"/>
              <a:gd name="connsiteX60" fmla="*/ 6778240 w 12192000"/>
              <a:gd name="connsiteY60" fmla="*/ 678998 h 2515690"/>
              <a:gd name="connsiteX61" fmla="*/ 6806944 w 12192000"/>
              <a:gd name="connsiteY61" fmla="*/ 646178 h 2515690"/>
              <a:gd name="connsiteX62" fmla="*/ 6830632 w 12192000"/>
              <a:gd name="connsiteY62" fmla="*/ 633915 h 2515690"/>
              <a:gd name="connsiteX63" fmla="*/ 6858072 w 12192000"/>
              <a:gd name="connsiteY63" fmla="*/ 646178 h 2515690"/>
              <a:gd name="connsiteX64" fmla="*/ 6891322 w 12192000"/>
              <a:gd name="connsiteY64" fmla="*/ 678998 h 2515690"/>
              <a:gd name="connsiteX65" fmla="*/ 6951905 w 12192000"/>
              <a:gd name="connsiteY65" fmla="*/ 691128 h 2515690"/>
              <a:gd name="connsiteX66" fmla="*/ 7195246 w 12192000"/>
              <a:gd name="connsiteY66" fmla="*/ 715738 h 2515690"/>
              <a:gd name="connsiteX67" fmla="*/ 7248949 w 12192000"/>
              <a:gd name="connsiteY67" fmla="*/ 708574 h 2515690"/>
              <a:gd name="connsiteX68" fmla="*/ 7321609 w 12192000"/>
              <a:gd name="connsiteY68" fmla="*/ 672327 h 2515690"/>
              <a:gd name="connsiteX69" fmla="*/ 7479684 w 12192000"/>
              <a:gd name="connsiteY69" fmla="*/ 643982 h 2515690"/>
              <a:gd name="connsiteX70" fmla="*/ 7712035 w 12192000"/>
              <a:gd name="connsiteY70" fmla="*/ 587803 h 2515690"/>
              <a:gd name="connsiteX71" fmla="*/ 7781987 w 12192000"/>
              <a:gd name="connsiteY71" fmla="*/ 559470 h 2515690"/>
              <a:gd name="connsiteX72" fmla="*/ 7819900 w 12192000"/>
              <a:gd name="connsiteY72" fmla="*/ 582652 h 2515690"/>
              <a:gd name="connsiteX73" fmla="*/ 8081736 w 12192000"/>
              <a:gd name="connsiteY73" fmla="*/ 663503 h 2515690"/>
              <a:gd name="connsiteX74" fmla="*/ 8420801 w 12192000"/>
              <a:gd name="connsiteY74" fmla="*/ 558285 h 2515690"/>
              <a:gd name="connsiteX75" fmla="*/ 8528933 w 12192000"/>
              <a:gd name="connsiteY75" fmla="*/ 502501 h 2515690"/>
              <a:gd name="connsiteX76" fmla="*/ 8521178 w 12192000"/>
              <a:gd name="connsiteY76" fmla="*/ 614372 h 2515690"/>
              <a:gd name="connsiteX77" fmla="*/ 8633702 w 12192000"/>
              <a:gd name="connsiteY77" fmla="*/ 655978 h 2515690"/>
              <a:gd name="connsiteX78" fmla="*/ 8691231 w 12192000"/>
              <a:gd name="connsiteY78" fmla="*/ 674418 h 2515690"/>
              <a:gd name="connsiteX79" fmla="*/ 9047908 w 12192000"/>
              <a:gd name="connsiteY79" fmla="*/ 788104 h 2515690"/>
              <a:gd name="connsiteX80" fmla="*/ 9163628 w 12192000"/>
              <a:gd name="connsiteY80" fmla="*/ 773163 h 2515690"/>
              <a:gd name="connsiteX81" fmla="*/ 9754459 w 12192000"/>
              <a:gd name="connsiteY81" fmla="*/ 610207 h 2515690"/>
              <a:gd name="connsiteX82" fmla="*/ 9838868 w 12192000"/>
              <a:gd name="connsiteY82" fmla="*/ 799511 h 2515690"/>
              <a:gd name="connsiteX83" fmla="*/ 10085808 w 12192000"/>
              <a:gd name="connsiteY83" fmla="*/ 816231 h 2515690"/>
              <a:gd name="connsiteX84" fmla="*/ 10334338 w 12192000"/>
              <a:gd name="connsiteY84" fmla="*/ 917517 h 2515690"/>
              <a:gd name="connsiteX85" fmla="*/ 10516076 w 12192000"/>
              <a:gd name="connsiteY85" fmla="*/ 1018726 h 2515690"/>
              <a:gd name="connsiteX86" fmla="*/ 10535302 w 12192000"/>
              <a:gd name="connsiteY86" fmla="*/ 1023522 h 2515690"/>
              <a:gd name="connsiteX87" fmla="*/ 10542819 w 12192000"/>
              <a:gd name="connsiteY87" fmla="*/ 1023458 h 2515690"/>
              <a:gd name="connsiteX88" fmla="*/ 10623994 w 12192000"/>
              <a:gd name="connsiteY88" fmla="*/ 1041996 h 2515690"/>
              <a:gd name="connsiteX89" fmla="*/ 10629774 w 12192000"/>
              <a:gd name="connsiteY89" fmla="*/ 1044511 h 2515690"/>
              <a:gd name="connsiteX90" fmla="*/ 10727305 w 12192000"/>
              <a:gd name="connsiteY90" fmla="*/ 1063419 h 2515690"/>
              <a:gd name="connsiteX91" fmla="*/ 10761785 w 12192000"/>
              <a:gd name="connsiteY91" fmla="*/ 1068017 h 2515690"/>
              <a:gd name="connsiteX92" fmla="*/ 10775688 w 12192000"/>
              <a:gd name="connsiteY92" fmla="*/ 1065268 h 2515690"/>
              <a:gd name="connsiteX93" fmla="*/ 10821837 w 12192000"/>
              <a:gd name="connsiteY93" fmla="*/ 1042232 h 2515690"/>
              <a:gd name="connsiteX94" fmla="*/ 11122438 w 12192000"/>
              <a:gd name="connsiteY94" fmla="*/ 1004583 h 2515690"/>
              <a:gd name="connsiteX95" fmla="*/ 11171433 w 12192000"/>
              <a:gd name="connsiteY95" fmla="*/ 1040550 h 2515690"/>
              <a:gd name="connsiteX96" fmla="*/ 11183724 w 12192000"/>
              <a:gd name="connsiteY96" fmla="*/ 1045316 h 2515690"/>
              <a:gd name="connsiteX97" fmla="*/ 11199690 w 12192000"/>
              <a:gd name="connsiteY97" fmla="*/ 1048085 h 2515690"/>
              <a:gd name="connsiteX98" fmla="*/ 11232475 w 12192000"/>
              <a:gd name="connsiteY98" fmla="*/ 1049340 h 2515690"/>
              <a:gd name="connsiteX99" fmla="*/ 11302451 w 12192000"/>
              <a:gd name="connsiteY99" fmla="*/ 949091 h 2515690"/>
              <a:gd name="connsiteX100" fmla="*/ 11484849 w 12192000"/>
              <a:gd name="connsiteY100" fmla="*/ 1057667 h 2515690"/>
              <a:gd name="connsiteX101" fmla="*/ 11512818 w 12192000"/>
              <a:gd name="connsiteY101" fmla="*/ 1048926 h 2515690"/>
              <a:gd name="connsiteX102" fmla="*/ 11642481 w 12192000"/>
              <a:gd name="connsiteY102" fmla="*/ 1029355 h 2515690"/>
              <a:gd name="connsiteX103" fmla="*/ 11714551 w 12192000"/>
              <a:gd name="connsiteY103" fmla="*/ 1020966 h 2515690"/>
              <a:gd name="connsiteX104" fmla="*/ 11714551 w 12192000"/>
              <a:gd name="connsiteY104" fmla="*/ 1022389 h 2515690"/>
              <a:gd name="connsiteX105" fmla="*/ 11728519 w 12192000"/>
              <a:gd name="connsiteY105" fmla="*/ 1020975 h 2515690"/>
              <a:gd name="connsiteX106" fmla="*/ 11741691 w 12192000"/>
              <a:gd name="connsiteY106" fmla="*/ 1019651 h 2515690"/>
              <a:gd name="connsiteX107" fmla="*/ 11743999 w 12192000"/>
              <a:gd name="connsiteY107" fmla="*/ 1019424 h 2515690"/>
              <a:gd name="connsiteX108" fmla="*/ 11742709 w 12192000"/>
              <a:gd name="connsiteY108" fmla="*/ 1019549 h 2515690"/>
              <a:gd name="connsiteX109" fmla="*/ 11741691 w 12192000"/>
              <a:gd name="connsiteY109" fmla="*/ 1019651 h 2515690"/>
              <a:gd name="connsiteX110" fmla="*/ 11738529 w 12192000"/>
              <a:gd name="connsiteY110" fmla="*/ 1019963 h 2515690"/>
              <a:gd name="connsiteX111" fmla="*/ 11771791 w 12192000"/>
              <a:gd name="connsiteY111" fmla="*/ 1015977 h 2515690"/>
              <a:gd name="connsiteX112" fmla="*/ 11834157 w 12192000"/>
              <a:gd name="connsiteY112" fmla="*/ 1009499 h 2515690"/>
              <a:gd name="connsiteX113" fmla="*/ 11843354 w 12192000"/>
              <a:gd name="connsiteY113" fmla="*/ 1008273 h 2515690"/>
              <a:gd name="connsiteX114" fmla="*/ 11843354 w 12192000"/>
              <a:gd name="connsiteY114" fmla="*/ 1000151 h 2515690"/>
              <a:gd name="connsiteX115" fmla="*/ 11893955 w 12192000"/>
              <a:gd name="connsiteY115" fmla="*/ 983740 h 2515690"/>
              <a:gd name="connsiteX116" fmla="*/ 11974160 w 12192000"/>
              <a:gd name="connsiteY116" fmla="*/ 920897 h 2515690"/>
              <a:gd name="connsiteX117" fmla="*/ 12143531 w 12192000"/>
              <a:gd name="connsiteY117" fmla="*/ 823664 h 2515690"/>
              <a:gd name="connsiteX118" fmla="*/ 12192000 w 12192000"/>
              <a:gd name="connsiteY118" fmla="*/ 801163 h 2515690"/>
              <a:gd name="connsiteX119" fmla="*/ 12192000 w 12192000"/>
              <a:gd name="connsiteY119" fmla="*/ 2515690 h 2515690"/>
              <a:gd name="connsiteX120" fmla="*/ 0 w 12192000"/>
              <a:gd name="connsiteY120" fmla="*/ 2515690 h 2515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</a:cxnLst>
            <a:rect l="l" t="t" r="r" b="b"/>
            <a:pathLst>
              <a:path w="12192000" h="2515690">
                <a:moveTo>
                  <a:pt x="0" y="0"/>
                </a:moveTo>
                <a:lnTo>
                  <a:pt x="170442" y="96074"/>
                </a:lnTo>
                <a:cubicBezTo>
                  <a:pt x="323315" y="179510"/>
                  <a:pt x="418777" y="223899"/>
                  <a:pt x="424739" y="224865"/>
                </a:cubicBezTo>
                <a:cubicBezTo>
                  <a:pt x="573781" y="248496"/>
                  <a:pt x="654649" y="314572"/>
                  <a:pt x="748273" y="373939"/>
                </a:cubicBezTo>
                <a:cubicBezTo>
                  <a:pt x="830321" y="425631"/>
                  <a:pt x="917271" y="480784"/>
                  <a:pt x="1037058" y="499994"/>
                </a:cubicBezTo>
                <a:cubicBezTo>
                  <a:pt x="1195925" y="525362"/>
                  <a:pt x="1048105" y="445478"/>
                  <a:pt x="1101312" y="428540"/>
                </a:cubicBezTo>
                <a:cubicBezTo>
                  <a:pt x="1188473" y="458169"/>
                  <a:pt x="1274625" y="505369"/>
                  <a:pt x="1367071" y="516118"/>
                </a:cubicBezTo>
                <a:cubicBezTo>
                  <a:pt x="1701323" y="554463"/>
                  <a:pt x="1964451" y="648887"/>
                  <a:pt x="2189943" y="794533"/>
                </a:cubicBezTo>
                <a:cubicBezTo>
                  <a:pt x="2255082" y="836300"/>
                  <a:pt x="2357481" y="862342"/>
                  <a:pt x="2390329" y="920897"/>
                </a:cubicBezTo>
                <a:cubicBezTo>
                  <a:pt x="2406050" y="949359"/>
                  <a:pt x="2430126" y="969285"/>
                  <a:pt x="2459570" y="983740"/>
                </a:cubicBezTo>
                <a:lnTo>
                  <a:pt x="2503252" y="1000151"/>
                </a:lnTo>
                <a:lnTo>
                  <a:pt x="2503252" y="1008273"/>
                </a:lnTo>
                <a:lnTo>
                  <a:pt x="2511191" y="1009499"/>
                </a:lnTo>
                <a:cubicBezTo>
                  <a:pt x="2529847" y="1011974"/>
                  <a:pt x="2562849" y="1015701"/>
                  <a:pt x="2565029" y="1015977"/>
                </a:cubicBezTo>
                <a:cubicBezTo>
                  <a:pt x="2610845" y="1021778"/>
                  <a:pt x="2601577" y="1020837"/>
                  <a:pt x="2593745" y="1019963"/>
                </a:cubicBezTo>
                <a:lnTo>
                  <a:pt x="2591015" y="1019651"/>
                </a:lnTo>
                <a:lnTo>
                  <a:pt x="2590137" y="1019549"/>
                </a:lnTo>
                <a:cubicBezTo>
                  <a:pt x="2588203" y="1019326"/>
                  <a:pt x="2588125" y="1019321"/>
                  <a:pt x="2589021" y="1019424"/>
                </a:cubicBezTo>
                <a:lnTo>
                  <a:pt x="2591015" y="1019651"/>
                </a:lnTo>
                <a:lnTo>
                  <a:pt x="2602385" y="1020975"/>
                </a:lnTo>
                <a:lnTo>
                  <a:pt x="2614445" y="1022389"/>
                </a:lnTo>
                <a:lnTo>
                  <a:pt x="2614445" y="1020966"/>
                </a:lnTo>
                <a:lnTo>
                  <a:pt x="2676661" y="1029355"/>
                </a:lnTo>
                <a:cubicBezTo>
                  <a:pt x="2715592" y="1034194"/>
                  <a:pt x="2753901" y="1039695"/>
                  <a:pt x="2788597" y="1048926"/>
                </a:cubicBezTo>
                <a:lnTo>
                  <a:pt x="2812742" y="1057667"/>
                </a:lnTo>
                <a:lnTo>
                  <a:pt x="2970201" y="949091"/>
                </a:lnTo>
                <a:cubicBezTo>
                  <a:pt x="3052785" y="982961"/>
                  <a:pt x="2996105" y="1020057"/>
                  <a:pt x="3030610" y="1049340"/>
                </a:cubicBezTo>
                <a:cubicBezTo>
                  <a:pt x="3039005" y="1048442"/>
                  <a:pt x="3049621" y="1048500"/>
                  <a:pt x="3058913" y="1048085"/>
                </a:cubicBezTo>
                <a:lnTo>
                  <a:pt x="3072697" y="1045316"/>
                </a:lnTo>
                <a:lnTo>
                  <a:pt x="3083305" y="1040550"/>
                </a:lnTo>
                <a:lnTo>
                  <a:pt x="3125603" y="1004583"/>
                </a:lnTo>
                <a:cubicBezTo>
                  <a:pt x="3221669" y="925596"/>
                  <a:pt x="3242489" y="937564"/>
                  <a:pt x="3385106" y="1042233"/>
                </a:cubicBezTo>
                <a:cubicBezTo>
                  <a:pt x="3399403" y="1052670"/>
                  <a:pt x="3412529" y="1060209"/>
                  <a:pt x="3424945" y="1065268"/>
                </a:cubicBezTo>
                <a:lnTo>
                  <a:pt x="3436948" y="1068018"/>
                </a:lnTo>
                <a:lnTo>
                  <a:pt x="3466714" y="1063419"/>
                </a:lnTo>
                <a:lnTo>
                  <a:pt x="3550909" y="1044511"/>
                </a:lnTo>
                <a:lnTo>
                  <a:pt x="3555900" y="1041996"/>
                </a:lnTo>
                <a:cubicBezTo>
                  <a:pt x="3573827" y="1033454"/>
                  <a:pt x="3594382" y="1025941"/>
                  <a:pt x="3625978" y="1023459"/>
                </a:cubicBezTo>
                <a:lnTo>
                  <a:pt x="3632465" y="1023522"/>
                </a:lnTo>
                <a:lnTo>
                  <a:pt x="3649063" y="1018726"/>
                </a:lnTo>
                <a:cubicBezTo>
                  <a:pt x="3741849" y="989371"/>
                  <a:pt x="3810578" y="953657"/>
                  <a:pt x="3805954" y="917517"/>
                </a:cubicBezTo>
                <a:cubicBezTo>
                  <a:pt x="4031729" y="953901"/>
                  <a:pt x="4031729" y="953901"/>
                  <a:pt x="4020506" y="816231"/>
                </a:cubicBezTo>
                <a:cubicBezTo>
                  <a:pt x="4171643" y="865324"/>
                  <a:pt x="4206308" y="864422"/>
                  <a:pt x="4233682" y="799511"/>
                </a:cubicBezTo>
                <a:cubicBezTo>
                  <a:pt x="4260226" y="737017"/>
                  <a:pt x="4254728" y="668575"/>
                  <a:pt x="4306552" y="610207"/>
                </a:cubicBezTo>
                <a:cubicBezTo>
                  <a:pt x="4495313" y="657923"/>
                  <a:pt x="4699922" y="667347"/>
                  <a:pt x="4816604" y="773163"/>
                </a:cubicBezTo>
                <a:cubicBezTo>
                  <a:pt x="4834734" y="789836"/>
                  <a:pt x="4890507" y="799946"/>
                  <a:pt x="4916502" y="788104"/>
                </a:cubicBezTo>
                <a:cubicBezTo>
                  <a:pt x="5013526" y="746101"/>
                  <a:pt x="5238129" y="796871"/>
                  <a:pt x="5224415" y="674418"/>
                </a:cubicBezTo>
                <a:cubicBezTo>
                  <a:pt x="5223051" y="659300"/>
                  <a:pt x="5240524" y="644890"/>
                  <a:pt x="5274077" y="655978"/>
                </a:cubicBezTo>
                <a:cubicBezTo>
                  <a:pt x="5388582" y="694066"/>
                  <a:pt x="5367022" y="644784"/>
                  <a:pt x="5371217" y="614372"/>
                </a:cubicBezTo>
                <a:cubicBezTo>
                  <a:pt x="5375856" y="577567"/>
                  <a:pt x="5319010" y="537578"/>
                  <a:pt x="5364523" y="502501"/>
                </a:cubicBezTo>
                <a:cubicBezTo>
                  <a:pt x="5425408" y="508891"/>
                  <a:pt x="5433299" y="538191"/>
                  <a:pt x="5457871" y="558285"/>
                </a:cubicBezTo>
                <a:cubicBezTo>
                  <a:pt x="5530352" y="617005"/>
                  <a:pt x="5609566" y="664386"/>
                  <a:pt x="5750580" y="663503"/>
                </a:cubicBezTo>
                <a:cubicBezTo>
                  <a:pt x="5864519" y="662926"/>
                  <a:pt x="5966527" y="666650"/>
                  <a:pt x="5976618" y="582652"/>
                </a:cubicBezTo>
                <a:cubicBezTo>
                  <a:pt x="5978145" y="569455"/>
                  <a:pt x="5990792" y="562346"/>
                  <a:pt x="6009346" y="559470"/>
                </a:cubicBezTo>
                <a:cubicBezTo>
                  <a:pt x="6030639" y="568485"/>
                  <a:pt x="6052592" y="577083"/>
                  <a:pt x="6069735" y="587803"/>
                </a:cubicBezTo>
                <a:cubicBezTo>
                  <a:pt x="6126182" y="623812"/>
                  <a:pt x="6196945" y="634730"/>
                  <a:pt x="6270319" y="643982"/>
                </a:cubicBezTo>
                <a:cubicBezTo>
                  <a:pt x="6317101" y="649940"/>
                  <a:pt x="6363466" y="657107"/>
                  <a:pt x="6406781" y="672327"/>
                </a:cubicBezTo>
                <a:cubicBezTo>
                  <a:pt x="6433586" y="681598"/>
                  <a:pt x="6454928" y="693402"/>
                  <a:pt x="6469508" y="708574"/>
                </a:cubicBezTo>
                <a:cubicBezTo>
                  <a:pt x="6482729" y="721786"/>
                  <a:pt x="6496225" y="725422"/>
                  <a:pt x="6515869" y="715738"/>
                </a:cubicBezTo>
                <a:cubicBezTo>
                  <a:pt x="6572200" y="688353"/>
                  <a:pt x="6639257" y="676241"/>
                  <a:pt x="6725938" y="691128"/>
                </a:cubicBezTo>
                <a:cubicBezTo>
                  <a:pt x="6752109" y="695629"/>
                  <a:pt x="6772625" y="691505"/>
                  <a:pt x="6778240" y="678998"/>
                </a:cubicBezTo>
                <a:cubicBezTo>
                  <a:pt x="6784286" y="665981"/>
                  <a:pt x="6794269" y="655280"/>
                  <a:pt x="6806944" y="646178"/>
                </a:cubicBezTo>
                <a:lnTo>
                  <a:pt x="6830632" y="633915"/>
                </a:lnTo>
                <a:lnTo>
                  <a:pt x="6858072" y="646178"/>
                </a:lnTo>
                <a:cubicBezTo>
                  <a:pt x="6872754" y="655280"/>
                  <a:pt x="6884317" y="665981"/>
                  <a:pt x="6891322" y="678998"/>
                </a:cubicBezTo>
                <a:cubicBezTo>
                  <a:pt x="6897826" y="691505"/>
                  <a:pt x="6921592" y="695629"/>
                  <a:pt x="6951905" y="691128"/>
                </a:cubicBezTo>
                <a:cubicBezTo>
                  <a:pt x="7052317" y="676241"/>
                  <a:pt x="7129994" y="688353"/>
                  <a:pt x="7195246" y="715738"/>
                </a:cubicBezTo>
                <a:cubicBezTo>
                  <a:pt x="7217999" y="725422"/>
                  <a:pt x="7233634" y="721786"/>
                  <a:pt x="7248949" y="708574"/>
                </a:cubicBezTo>
                <a:cubicBezTo>
                  <a:pt x="7265838" y="693402"/>
                  <a:pt x="7290560" y="681598"/>
                  <a:pt x="7321609" y="672327"/>
                </a:cubicBezTo>
                <a:cubicBezTo>
                  <a:pt x="7371785" y="657107"/>
                  <a:pt x="7425493" y="649940"/>
                  <a:pt x="7479684" y="643982"/>
                </a:cubicBezTo>
                <a:cubicBezTo>
                  <a:pt x="7564679" y="634730"/>
                  <a:pt x="7646649" y="623812"/>
                  <a:pt x="7712035" y="587803"/>
                </a:cubicBezTo>
                <a:cubicBezTo>
                  <a:pt x="7731892" y="577083"/>
                  <a:pt x="7757322" y="568485"/>
                  <a:pt x="7781987" y="559470"/>
                </a:cubicBezTo>
                <a:cubicBezTo>
                  <a:pt x="7803481" y="562346"/>
                  <a:pt x="7818130" y="569455"/>
                  <a:pt x="7819900" y="582652"/>
                </a:cubicBezTo>
                <a:cubicBezTo>
                  <a:pt x="7831588" y="666650"/>
                  <a:pt x="7949751" y="662926"/>
                  <a:pt x="8081736" y="663503"/>
                </a:cubicBezTo>
                <a:cubicBezTo>
                  <a:pt x="8245081" y="664386"/>
                  <a:pt x="8336842" y="617005"/>
                  <a:pt x="8420801" y="558285"/>
                </a:cubicBezTo>
                <a:cubicBezTo>
                  <a:pt x="8449265" y="538191"/>
                  <a:pt x="8458404" y="508890"/>
                  <a:pt x="8528933" y="502501"/>
                </a:cubicBezTo>
                <a:cubicBezTo>
                  <a:pt x="8581654" y="537578"/>
                  <a:pt x="8515805" y="577567"/>
                  <a:pt x="8521178" y="614372"/>
                </a:cubicBezTo>
                <a:cubicBezTo>
                  <a:pt x="8526038" y="644784"/>
                  <a:pt x="8501063" y="694066"/>
                  <a:pt x="8633702" y="655978"/>
                </a:cubicBezTo>
                <a:cubicBezTo>
                  <a:pt x="8672570" y="644890"/>
                  <a:pt x="8692811" y="659300"/>
                  <a:pt x="8691231" y="674418"/>
                </a:cubicBezTo>
                <a:cubicBezTo>
                  <a:pt x="8675345" y="796871"/>
                  <a:pt x="8935518" y="746101"/>
                  <a:pt x="9047908" y="788104"/>
                </a:cubicBezTo>
                <a:cubicBezTo>
                  <a:pt x="9078021" y="799946"/>
                  <a:pt x="9142627" y="789836"/>
                  <a:pt x="9163628" y="773163"/>
                </a:cubicBezTo>
                <a:cubicBezTo>
                  <a:pt x="9298789" y="667347"/>
                  <a:pt x="9535801" y="657923"/>
                  <a:pt x="9754459" y="610207"/>
                </a:cubicBezTo>
                <a:cubicBezTo>
                  <a:pt x="9814490" y="668575"/>
                  <a:pt x="9808123" y="737017"/>
                  <a:pt x="9838868" y="799511"/>
                </a:cubicBezTo>
                <a:cubicBezTo>
                  <a:pt x="9870579" y="864422"/>
                  <a:pt x="9910733" y="865324"/>
                  <a:pt x="10085808" y="816231"/>
                </a:cubicBezTo>
                <a:cubicBezTo>
                  <a:pt x="10072804" y="953901"/>
                  <a:pt x="10072804" y="953901"/>
                  <a:pt x="10334338" y="917517"/>
                </a:cubicBezTo>
                <a:cubicBezTo>
                  <a:pt x="10328982" y="953657"/>
                  <a:pt x="10408594" y="989371"/>
                  <a:pt x="10516076" y="1018726"/>
                </a:cubicBezTo>
                <a:lnTo>
                  <a:pt x="10535302" y="1023522"/>
                </a:lnTo>
                <a:lnTo>
                  <a:pt x="10542819" y="1023458"/>
                </a:lnTo>
                <a:cubicBezTo>
                  <a:pt x="10579419" y="1025941"/>
                  <a:pt x="10603227" y="1033454"/>
                  <a:pt x="10623994" y="1041996"/>
                </a:cubicBezTo>
                <a:lnTo>
                  <a:pt x="10629774" y="1044511"/>
                </a:lnTo>
                <a:lnTo>
                  <a:pt x="10727305" y="1063419"/>
                </a:lnTo>
                <a:lnTo>
                  <a:pt x="10761785" y="1068017"/>
                </a:lnTo>
                <a:lnTo>
                  <a:pt x="10775688" y="1065268"/>
                </a:lnTo>
                <a:cubicBezTo>
                  <a:pt x="10790070" y="1060209"/>
                  <a:pt x="10805275" y="1052670"/>
                  <a:pt x="10821837" y="1042232"/>
                </a:cubicBezTo>
                <a:cubicBezTo>
                  <a:pt x="10987041" y="937564"/>
                  <a:pt x="11011156" y="925596"/>
                  <a:pt x="11122438" y="1004583"/>
                </a:cubicBezTo>
                <a:lnTo>
                  <a:pt x="11171433" y="1040550"/>
                </a:lnTo>
                <a:lnTo>
                  <a:pt x="11183724" y="1045316"/>
                </a:lnTo>
                <a:lnTo>
                  <a:pt x="11199690" y="1048085"/>
                </a:lnTo>
                <a:cubicBezTo>
                  <a:pt x="11210452" y="1048499"/>
                  <a:pt x="11222752" y="1048442"/>
                  <a:pt x="11232475" y="1049340"/>
                </a:cubicBezTo>
                <a:cubicBezTo>
                  <a:pt x="11272445" y="1020057"/>
                  <a:pt x="11206789" y="982961"/>
                  <a:pt x="11302451" y="949091"/>
                </a:cubicBezTo>
                <a:lnTo>
                  <a:pt x="11484849" y="1057667"/>
                </a:lnTo>
                <a:lnTo>
                  <a:pt x="11512818" y="1048926"/>
                </a:lnTo>
                <a:cubicBezTo>
                  <a:pt x="11553007" y="1039695"/>
                  <a:pt x="11597385" y="1034194"/>
                  <a:pt x="11642481" y="1029355"/>
                </a:cubicBezTo>
                <a:lnTo>
                  <a:pt x="11714551" y="1020966"/>
                </a:lnTo>
                <a:lnTo>
                  <a:pt x="11714551" y="1022389"/>
                </a:lnTo>
                <a:lnTo>
                  <a:pt x="11728519" y="1020975"/>
                </a:lnTo>
                <a:lnTo>
                  <a:pt x="11741691" y="1019651"/>
                </a:lnTo>
                <a:lnTo>
                  <a:pt x="11743999" y="1019424"/>
                </a:lnTo>
                <a:cubicBezTo>
                  <a:pt x="11745037" y="1019320"/>
                  <a:pt x="11744948" y="1019326"/>
                  <a:pt x="11742709" y="1019549"/>
                </a:cubicBezTo>
                <a:lnTo>
                  <a:pt x="11741691" y="1019651"/>
                </a:lnTo>
                <a:lnTo>
                  <a:pt x="11738529" y="1019963"/>
                </a:lnTo>
                <a:cubicBezTo>
                  <a:pt x="11729455" y="1020837"/>
                  <a:pt x="11718720" y="1021778"/>
                  <a:pt x="11771791" y="1015977"/>
                </a:cubicBezTo>
                <a:cubicBezTo>
                  <a:pt x="11774317" y="1015701"/>
                  <a:pt x="11812546" y="1011974"/>
                  <a:pt x="11834157" y="1009499"/>
                </a:cubicBezTo>
                <a:lnTo>
                  <a:pt x="11843354" y="1008273"/>
                </a:lnTo>
                <a:lnTo>
                  <a:pt x="11843354" y="1000151"/>
                </a:lnTo>
                <a:lnTo>
                  <a:pt x="11893955" y="983740"/>
                </a:lnTo>
                <a:cubicBezTo>
                  <a:pt x="11928061" y="969285"/>
                  <a:pt x="11955951" y="949359"/>
                  <a:pt x="11974160" y="920897"/>
                </a:cubicBezTo>
                <a:cubicBezTo>
                  <a:pt x="12002698" y="876981"/>
                  <a:pt x="12076554" y="851353"/>
                  <a:pt x="12143531" y="823664"/>
                </a:cubicBezTo>
                <a:lnTo>
                  <a:pt x="12192000" y="801163"/>
                </a:lnTo>
                <a:lnTo>
                  <a:pt x="12192000" y="2515690"/>
                </a:lnTo>
                <a:lnTo>
                  <a:pt x="0" y="2515690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6CF1B99-982B-C9DA-4AAC-798D831B9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5581" y="345461"/>
            <a:ext cx="5887065" cy="1325563"/>
          </a:xfrm>
        </p:spPr>
        <p:txBody>
          <a:bodyPr anchor="ctr">
            <a:normAutofit/>
          </a:bodyPr>
          <a:lstStyle/>
          <a:p>
            <a:r>
              <a:rPr lang="en-US" sz="4000" dirty="0"/>
              <a:t>Why </a:t>
            </a:r>
            <a:r>
              <a:rPr lang="en-US" sz="4000" dirty="0" err="1"/>
              <a:t>OptiVision</a:t>
            </a:r>
            <a:r>
              <a:rPr lang="en-US" sz="4000" dirty="0"/>
              <a:t> is Better?</a:t>
            </a:r>
            <a:endParaRPr lang="he-IL" sz="4000" dirty="0"/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491899B0-4AE9-83C7-C10E-6461820F181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05581" y="2016485"/>
            <a:ext cx="6312309" cy="412720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 lnSpcReduction="10000"/>
          </a:bodyPr>
          <a:lstStyle/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Comprehensive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Testing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Multiple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validated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tests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for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accurate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and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complete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vision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screening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Accessibility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Users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can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perform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tests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anytime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at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home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Cost-Effective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Reduces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the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need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for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frequent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clinical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visits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Data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Storage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&amp; </a:t>
            </a: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Tracking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Secure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storage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and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tracking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of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results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over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time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providing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actionable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insights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for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users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. </a:t>
            </a:r>
          </a:p>
        </p:txBody>
      </p:sp>
      <p:pic>
        <p:nvPicPr>
          <p:cNvPr id="10" name="Picture 9" descr="A white paper with a logo and a pen&#10;&#10;Description automatically generated">
            <a:extLst>
              <a:ext uri="{FF2B5EF4-FFF2-40B4-BE49-F238E27FC236}">
                <a16:creationId xmlns:a16="http://schemas.microsoft.com/office/drawing/2014/main" id="{B1620FBB-E112-5FAB-954B-9A18F0435E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55" r="14687" b="-1"/>
          <a:stretch/>
        </p:blipFill>
        <p:spPr>
          <a:xfrm>
            <a:off x="6857797" y="-10886"/>
            <a:ext cx="5334204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801616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9A36457-A5F4-4103-A443-02581C0918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C5FB7E8-B636-40FA-BE8D-48145C0F5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"/>
            <a:ext cx="12192000" cy="2295238"/>
          </a:xfrm>
          <a:custGeom>
            <a:avLst/>
            <a:gdLst>
              <a:gd name="connsiteX0" fmla="*/ 12160143 w 12192000"/>
              <a:gd name="connsiteY0" fmla="*/ 831692 h 2079137"/>
              <a:gd name="connsiteX1" fmla="*/ 12159112 w 12192000"/>
              <a:gd name="connsiteY1" fmla="*/ 833361 h 2079137"/>
              <a:gd name="connsiteX2" fmla="*/ 12158912 w 12192000"/>
              <a:gd name="connsiteY2" fmla="*/ 832430 h 2079137"/>
              <a:gd name="connsiteX3" fmla="*/ 0 w 12192000"/>
              <a:gd name="connsiteY3" fmla="*/ 0 h 2079137"/>
              <a:gd name="connsiteX4" fmla="*/ 12192000 w 12192000"/>
              <a:gd name="connsiteY4" fmla="*/ 0 h 2079137"/>
              <a:gd name="connsiteX5" fmla="*/ 12192000 w 12192000"/>
              <a:gd name="connsiteY5" fmla="*/ 558063 h 2079137"/>
              <a:gd name="connsiteX6" fmla="*/ 12189259 w 12192000"/>
              <a:gd name="connsiteY6" fmla="*/ 810508 h 2079137"/>
              <a:gd name="connsiteX7" fmla="*/ 12170847 w 12192000"/>
              <a:gd name="connsiteY7" fmla="*/ 825280 h 2079137"/>
              <a:gd name="connsiteX8" fmla="*/ 12160143 w 12192000"/>
              <a:gd name="connsiteY8" fmla="*/ 831692 h 2079137"/>
              <a:gd name="connsiteX9" fmla="*/ 12163806 w 12192000"/>
              <a:gd name="connsiteY9" fmla="*/ 825759 h 2079137"/>
              <a:gd name="connsiteX10" fmla="*/ 12056557 w 12192000"/>
              <a:gd name="connsiteY10" fmla="*/ 810176 h 2079137"/>
              <a:gd name="connsiteX11" fmla="*/ 11900316 w 12192000"/>
              <a:gd name="connsiteY11" fmla="*/ 789618 h 2079137"/>
              <a:gd name="connsiteX12" fmla="*/ 11791206 w 12192000"/>
              <a:gd name="connsiteY12" fmla="*/ 824176 h 2079137"/>
              <a:gd name="connsiteX13" fmla="*/ 11659257 w 12192000"/>
              <a:gd name="connsiteY13" fmla="*/ 800841 h 2079137"/>
              <a:gd name="connsiteX14" fmla="*/ 11569789 w 12192000"/>
              <a:gd name="connsiteY14" fmla="*/ 797135 h 2079137"/>
              <a:gd name="connsiteX15" fmla="*/ 11367885 w 12192000"/>
              <a:gd name="connsiteY15" fmla="*/ 791985 h 2079137"/>
              <a:gd name="connsiteX16" fmla="*/ 11174663 w 12192000"/>
              <a:gd name="connsiteY16" fmla="*/ 788721 h 2079137"/>
              <a:gd name="connsiteX17" fmla="*/ 11068220 w 12192000"/>
              <a:gd name="connsiteY17" fmla="*/ 786994 h 2079137"/>
              <a:gd name="connsiteX18" fmla="*/ 10893266 w 12192000"/>
              <a:gd name="connsiteY18" fmla="*/ 794013 h 2079137"/>
              <a:gd name="connsiteX19" fmla="*/ 10844025 w 12192000"/>
              <a:gd name="connsiteY19" fmla="*/ 789857 h 2079137"/>
              <a:gd name="connsiteX20" fmla="*/ 10814353 w 12192000"/>
              <a:gd name="connsiteY20" fmla="*/ 789010 h 2079137"/>
              <a:gd name="connsiteX21" fmla="*/ 10748393 w 12192000"/>
              <a:gd name="connsiteY21" fmla="*/ 806738 h 2079137"/>
              <a:gd name="connsiteX22" fmla="*/ 10468256 w 12192000"/>
              <a:gd name="connsiteY22" fmla="*/ 778733 h 2079137"/>
              <a:gd name="connsiteX23" fmla="*/ 10256131 w 12192000"/>
              <a:gd name="connsiteY23" fmla="*/ 788332 h 2079137"/>
              <a:gd name="connsiteX24" fmla="*/ 10177442 w 12192000"/>
              <a:gd name="connsiteY24" fmla="*/ 777371 h 2079137"/>
              <a:gd name="connsiteX25" fmla="*/ 10006086 w 12192000"/>
              <a:gd name="connsiteY25" fmla="*/ 792651 h 2079137"/>
              <a:gd name="connsiteX26" fmla="*/ 9952382 w 12192000"/>
              <a:gd name="connsiteY26" fmla="*/ 815411 h 2079137"/>
              <a:gd name="connsiteX27" fmla="*/ 9926457 w 12192000"/>
              <a:gd name="connsiteY27" fmla="*/ 827295 h 2079137"/>
              <a:gd name="connsiteX28" fmla="*/ 9843405 w 12192000"/>
              <a:gd name="connsiteY28" fmla="*/ 867046 h 2079137"/>
              <a:gd name="connsiteX29" fmla="*/ 9830866 w 12192000"/>
              <a:gd name="connsiteY29" fmla="*/ 875047 h 2079137"/>
              <a:gd name="connsiteX30" fmla="*/ 9801807 w 12192000"/>
              <a:gd name="connsiteY30" fmla="*/ 872272 h 2079137"/>
              <a:gd name="connsiteX31" fmla="*/ 9785653 w 12192000"/>
              <a:gd name="connsiteY31" fmla="*/ 861743 h 2079137"/>
              <a:gd name="connsiteX32" fmla="*/ 9781177 w 12192000"/>
              <a:gd name="connsiteY32" fmla="*/ 864820 h 2079137"/>
              <a:gd name="connsiteX33" fmla="*/ 9768640 w 12192000"/>
              <a:gd name="connsiteY33" fmla="*/ 869379 h 2079137"/>
              <a:gd name="connsiteX34" fmla="*/ 9712211 w 12192000"/>
              <a:gd name="connsiteY34" fmla="*/ 900283 h 2079137"/>
              <a:gd name="connsiteX35" fmla="*/ 9689465 w 12192000"/>
              <a:gd name="connsiteY35" fmla="*/ 899268 h 2079137"/>
              <a:gd name="connsiteX36" fmla="*/ 9600339 w 12192000"/>
              <a:gd name="connsiteY36" fmla="*/ 922112 h 2079137"/>
              <a:gd name="connsiteX37" fmla="*/ 9582850 w 12192000"/>
              <a:gd name="connsiteY37" fmla="*/ 925510 h 2079137"/>
              <a:gd name="connsiteX38" fmla="*/ 9549638 w 12192000"/>
              <a:gd name="connsiteY38" fmla="*/ 940845 h 2079137"/>
              <a:gd name="connsiteX39" fmla="*/ 9539471 w 12192000"/>
              <a:gd name="connsiteY39" fmla="*/ 941799 h 2079137"/>
              <a:gd name="connsiteX40" fmla="*/ 9505592 w 12192000"/>
              <a:gd name="connsiteY40" fmla="*/ 955533 h 2079137"/>
              <a:gd name="connsiteX41" fmla="*/ 9432569 w 12192000"/>
              <a:gd name="connsiteY41" fmla="*/ 985377 h 2079137"/>
              <a:gd name="connsiteX42" fmla="*/ 9414216 w 12192000"/>
              <a:gd name="connsiteY42" fmla="*/ 992655 h 2079137"/>
              <a:gd name="connsiteX43" fmla="*/ 9397106 w 12192000"/>
              <a:gd name="connsiteY43" fmla="*/ 992980 h 2079137"/>
              <a:gd name="connsiteX44" fmla="*/ 9305108 w 12192000"/>
              <a:gd name="connsiteY44" fmla="*/ 1007767 h 2079137"/>
              <a:gd name="connsiteX45" fmla="*/ 9282434 w 12192000"/>
              <a:gd name="connsiteY45" fmla="*/ 1007523 h 2079137"/>
              <a:gd name="connsiteX46" fmla="*/ 9271941 w 12192000"/>
              <a:gd name="connsiteY46" fmla="*/ 1002839 h 2079137"/>
              <a:gd name="connsiteX47" fmla="*/ 9238227 w 12192000"/>
              <a:gd name="connsiteY47" fmla="*/ 1017668 h 2079137"/>
              <a:gd name="connsiteX48" fmla="*/ 9184265 w 12192000"/>
              <a:gd name="connsiteY48" fmla="*/ 1031275 h 2079137"/>
              <a:gd name="connsiteX49" fmla="*/ 9159000 w 12192000"/>
              <a:gd name="connsiteY49" fmla="*/ 1039569 h 2079137"/>
              <a:gd name="connsiteX50" fmla="*/ 9137031 w 12192000"/>
              <a:gd name="connsiteY50" fmla="*/ 1038699 h 2079137"/>
              <a:gd name="connsiteX51" fmla="*/ 9015702 w 12192000"/>
              <a:gd name="connsiteY51" fmla="*/ 1051400 h 2079137"/>
              <a:gd name="connsiteX52" fmla="*/ 8971403 w 12192000"/>
              <a:gd name="connsiteY52" fmla="*/ 1040542 h 2079137"/>
              <a:gd name="connsiteX53" fmla="*/ 8961826 w 12192000"/>
              <a:gd name="connsiteY53" fmla="*/ 1045364 h 2079137"/>
              <a:gd name="connsiteX54" fmla="*/ 8888623 w 12192000"/>
              <a:gd name="connsiteY54" fmla="*/ 1053908 h 2079137"/>
              <a:gd name="connsiteX55" fmla="*/ 8841066 w 12192000"/>
              <a:gd name="connsiteY55" fmla="*/ 1060421 h 2079137"/>
              <a:gd name="connsiteX56" fmla="*/ 8752342 w 12192000"/>
              <a:gd name="connsiteY56" fmla="*/ 1080646 h 2079137"/>
              <a:gd name="connsiteX57" fmla="*/ 8699139 w 12192000"/>
              <a:gd name="connsiteY57" fmla="*/ 1087885 h 2079137"/>
              <a:gd name="connsiteX58" fmla="*/ 8667273 w 12192000"/>
              <a:gd name="connsiteY58" fmla="*/ 1092062 h 2079137"/>
              <a:gd name="connsiteX59" fmla="*/ 8586064 w 12192000"/>
              <a:gd name="connsiteY59" fmla="*/ 1114603 h 2079137"/>
              <a:gd name="connsiteX60" fmla="*/ 8460312 w 12192000"/>
              <a:gd name="connsiteY60" fmla="*/ 1179878 h 2079137"/>
              <a:gd name="connsiteX61" fmla="*/ 8419023 w 12192000"/>
              <a:gd name="connsiteY61" fmla="*/ 1191748 h 2079137"/>
              <a:gd name="connsiteX62" fmla="*/ 8410939 w 12192000"/>
              <a:gd name="connsiteY62" fmla="*/ 1189696 h 2079137"/>
              <a:gd name="connsiteX63" fmla="*/ 8362040 w 12192000"/>
              <a:gd name="connsiteY63" fmla="*/ 1220820 h 2079137"/>
              <a:gd name="connsiteX64" fmla="*/ 8273677 w 12192000"/>
              <a:gd name="connsiteY64" fmla="*/ 1236495 h 2079137"/>
              <a:gd name="connsiteX65" fmla="*/ 8204283 w 12192000"/>
              <a:gd name="connsiteY65" fmla="*/ 1243537 h 2079137"/>
              <a:gd name="connsiteX66" fmla="*/ 8166550 w 12192000"/>
              <a:gd name="connsiteY66" fmla="*/ 1249551 h 2079137"/>
              <a:gd name="connsiteX67" fmla="*/ 8137785 w 12192000"/>
              <a:gd name="connsiteY67" fmla="*/ 1251636 h 2079137"/>
              <a:gd name="connsiteX68" fmla="*/ 8071596 w 12192000"/>
              <a:gd name="connsiteY68" fmla="*/ 1269274 h 2079137"/>
              <a:gd name="connsiteX69" fmla="*/ 7964816 w 12192000"/>
              <a:gd name="connsiteY69" fmla="*/ 1303668 h 2079137"/>
              <a:gd name="connsiteX70" fmla="*/ 7941495 w 12192000"/>
              <a:gd name="connsiteY70" fmla="*/ 1309821 h 2079137"/>
              <a:gd name="connsiteX71" fmla="*/ 7919123 w 12192000"/>
              <a:gd name="connsiteY71" fmla="*/ 1310466 h 2079137"/>
              <a:gd name="connsiteX72" fmla="*/ 7911902 w 12192000"/>
              <a:gd name="connsiteY72" fmla="*/ 1306569 h 2079137"/>
              <a:gd name="connsiteX73" fmla="*/ 7898703 w 12192000"/>
              <a:gd name="connsiteY73" fmla="*/ 1309208 h 2079137"/>
              <a:gd name="connsiteX74" fmla="*/ 7894703 w 12192000"/>
              <a:gd name="connsiteY74" fmla="*/ 1308939 h 2079137"/>
              <a:gd name="connsiteX75" fmla="*/ 7872267 w 12192000"/>
              <a:gd name="connsiteY75" fmla="*/ 1308370 h 2079137"/>
              <a:gd name="connsiteX76" fmla="*/ 7836454 w 12192000"/>
              <a:gd name="connsiteY76" fmla="*/ 1331265 h 2079137"/>
              <a:gd name="connsiteX77" fmla="*/ 7782451 w 12192000"/>
              <a:gd name="connsiteY77" fmla="*/ 1339601 h 2079137"/>
              <a:gd name="connsiteX78" fmla="*/ 7542969 w 12192000"/>
              <a:gd name="connsiteY78" fmla="*/ 1372495 h 2079137"/>
              <a:gd name="connsiteX79" fmla="*/ 7476832 w 12192000"/>
              <a:gd name="connsiteY79" fmla="*/ 1431655 h 2079137"/>
              <a:gd name="connsiteX80" fmla="*/ 7370237 w 12192000"/>
              <a:gd name="connsiteY80" fmla="*/ 1474339 h 2079137"/>
              <a:gd name="connsiteX81" fmla="*/ 7222223 w 12192000"/>
              <a:gd name="connsiteY81" fmla="*/ 1510199 h 2079137"/>
              <a:gd name="connsiteX82" fmla="*/ 7215703 w 12192000"/>
              <a:gd name="connsiteY82" fmla="*/ 1520424 h 2079137"/>
              <a:gd name="connsiteX83" fmla="*/ 7204548 w 12192000"/>
              <a:gd name="connsiteY83" fmla="*/ 1528145 h 2079137"/>
              <a:gd name="connsiteX84" fmla="*/ 7202038 w 12192000"/>
              <a:gd name="connsiteY84" fmla="*/ 1527954 h 2079137"/>
              <a:gd name="connsiteX85" fmla="*/ 7173860 w 12192000"/>
              <a:gd name="connsiteY85" fmla="*/ 1541605 h 2079137"/>
              <a:gd name="connsiteX86" fmla="*/ 7155079 w 12192000"/>
              <a:gd name="connsiteY86" fmla="*/ 1552495 h 2079137"/>
              <a:gd name="connsiteX87" fmla="*/ 7149757 w 12192000"/>
              <a:gd name="connsiteY87" fmla="*/ 1552732 h 2079137"/>
              <a:gd name="connsiteX88" fmla="*/ 7104804 w 12192000"/>
              <a:gd name="connsiteY88" fmla="*/ 1565792 h 2079137"/>
              <a:gd name="connsiteX89" fmla="*/ 7082824 w 12192000"/>
              <a:gd name="connsiteY89" fmla="*/ 1567947 h 2079137"/>
              <a:gd name="connsiteX90" fmla="*/ 7021520 w 12192000"/>
              <a:gd name="connsiteY90" fmla="*/ 1562334 h 2079137"/>
              <a:gd name="connsiteX91" fmla="*/ 6988956 w 12192000"/>
              <a:gd name="connsiteY91" fmla="*/ 1576442 h 2079137"/>
              <a:gd name="connsiteX92" fmla="*/ 6981922 w 12192000"/>
              <a:gd name="connsiteY92" fmla="*/ 1578821 h 2079137"/>
              <a:gd name="connsiteX93" fmla="*/ 6981583 w 12192000"/>
              <a:gd name="connsiteY93" fmla="*/ 1578678 h 2079137"/>
              <a:gd name="connsiteX94" fmla="*/ 6973762 w 12192000"/>
              <a:gd name="connsiteY94" fmla="*/ 1580811 h 2079137"/>
              <a:gd name="connsiteX95" fmla="*/ 6969093 w 12192000"/>
              <a:gd name="connsiteY95" fmla="*/ 1583157 h 2079137"/>
              <a:gd name="connsiteX96" fmla="*/ 6890037 w 12192000"/>
              <a:gd name="connsiteY96" fmla="*/ 1575825 h 2079137"/>
              <a:gd name="connsiteX97" fmla="*/ 6785054 w 12192000"/>
              <a:gd name="connsiteY97" fmla="*/ 1582200 h 2079137"/>
              <a:gd name="connsiteX98" fmla="*/ 6681692 w 12192000"/>
              <a:gd name="connsiteY98" fmla="*/ 1591296 h 2079137"/>
              <a:gd name="connsiteX99" fmla="*/ 6644556 w 12192000"/>
              <a:gd name="connsiteY99" fmla="*/ 1595940 h 2079137"/>
              <a:gd name="connsiteX100" fmla="*/ 6577106 w 12192000"/>
              <a:gd name="connsiteY100" fmla="*/ 1598261 h 2079137"/>
              <a:gd name="connsiteX101" fmla="*/ 6544183 w 12192000"/>
              <a:gd name="connsiteY101" fmla="*/ 1596149 h 2079137"/>
              <a:gd name="connsiteX102" fmla="*/ 6540921 w 12192000"/>
              <a:gd name="connsiteY102" fmla="*/ 1593857 h 2079137"/>
              <a:gd name="connsiteX103" fmla="*/ 6535046 w 12192000"/>
              <a:gd name="connsiteY103" fmla="*/ 1593283 h 2079137"/>
              <a:gd name="connsiteX104" fmla="*/ 6519853 w 12192000"/>
              <a:gd name="connsiteY104" fmla="*/ 1595771 h 2079137"/>
              <a:gd name="connsiteX105" fmla="*/ 6514280 w 12192000"/>
              <a:gd name="connsiteY105" fmla="*/ 1597376 h 2079137"/>
              <a:gd name="connsiteX106" fmla="*/ 6505824 w 12192000"/>
              <a:gd name="connsiteY106" fmla="*/ 1598298 h 2079137"/>
              <a:gd name="connsiteX107" fmla="*/ 6505573 w 12192000"/>
              <a:gd name="connsiteY107" fmla="*/ 1598109 h 2079137"/>
              <a:gd name="connsiteX108" fmla="*/ 6497741 w 12192000"/>
              <a:gd name="connsiteY108" fmla="*/ 1599392 h 2079137"/>
              <a:gd name="connsiteX109" fmla="*/ 6459992 w 12192000"/>
              <a:gd name="connsiteY109" fmla="*/ 1608358 h 2079137"/>
              <a:gd name="connsiteX110" fmla="*/ 6404572 w 12192000"/>
              <a:gd name="connsiteY110" fmla="*/ 1593771 h 2079137"/>
              <a:gd name="connsiteX111" fmla="*/ 6382671 w 12192000"/>
              <a:gd name="connsiteY111" fmla="*/ 1592612 h 2079137"/>
              <a:gd name="connsiteX112" fmla="*/ 6369843 w 12192000"/>
              <a:gd name="connsiteY112" fmla="*/ 1590015 h 2079137"/>
              <a:gd name="connsiteX113" fmla="*/ 6269740 w 12192000"/>
              <a:gd name="connsiteY113" fmla="*/ 1614633 h 2079137"/>
              <a:gd name="connsiteX114" fmla="*/ 6255405 w 12192000"/>
              <a:gd name="connsiteY114" fmla="*/ 1620529 h 2079137"/>
              <a:gd name="connsiteX115" fmla="*/ 6244248 w 12192000"/>
              <a:gd name="connsiteY115" fmla="*/ 1629561 h 2079137"/>
              <a:gd name="connsiteX116" fmla="*/ 6086396 w 12192000"/>
              <a:gd name="connsiteY116" fmla="*/ 1642666 h 2079137"/>
              <a:gd name="connsiteX117" fmla="*/ 5867429 w 12192000"/>
              <a:gd name="connsiteY117" fmla="*/ 1695554 h 2079137"/>
              <a:gd name="connsiteX118" fmla="*/ 5772864 w 12192000"/>
              <a:gd name="connsiteY118" fmla="*/ 1689002 h 2079137"/>
              <a:gd name="connsiteX119" fmla="*/ 5629833 w 12192000"/>
              <a:gd name="connsiteY119" fmla="*/ 1713273 h 2079137"/>
              <a:gd name="connsiteX120" fmla="*/ 5504771 w 12192000"/>
              <a:gd name="connsiteY120" fmla="*/ 1725744 h 2079137"/>
              <a:gd name="connsiteX121" fmla="*/ 5490967 w 12192000"/>
              <a:gd name="connsiteY121" fmla="*/ 1726367 h 2079137"/>
              <a:gd name="connsiteX122" fmla="*/ 5486015 w 12192000"/>
              <a:gd name="connsiteY122" fmla="*/ 1721481 h 2079137"/>
              <a:gd name="connsiteX123" fmla="*/ 5439364 w 12192000"/>
              <a:gd name="connsiteY123" fmla="*/ 1721349 h 2079137"/>
              <a:gd name="connsiteX124" fmla="*/ 5350025 w 12192000"/>
              <a:gd name="connsiteY124" fmla="*/ 1729885 h 2079137"/>
              <a:gd name="connsiteX125" fmla="*/ 5336104 w 12192000"/>
              <a:gd name="connsiteY125" fmla="*/ 1734377 h 2079137"/>
              <a:gd name="connsiteX126" fmla="*/ 5245234 w 12192000"/>
              <a:gd name="connsiteY126" fmla="*/ 1738520 h 2079137"/>
              <a:gd name="connsiteX127" fmla="*/ 5182955 w 12192000"/>
              <a:gd name="connsiteY127" fmla="*/ 1744622 h 2079137"/>
              <a:gd name="connsiteX128" fmla="*/ 5169506 w 12192000"/>
              <a:gd name="connsiteY128" fmla="*/ 1748993 h 2079137"/>
              <a:gd name="connsiteX129" fmla="*/ 5154299 w 12192000"/>
              <a:gd name="connsiteY129" fmla="*/ 1744080 h 2079137"/>
              <a:gd name="connsiteX130" fmla="*/ 5149917 w 12192000"/>
              <a:gd name="connsiteY130" fmla="*/ 1739727 h 2079137"/>
              <a:gd name="connsiteX131" fmla="*/ 5100319 w 12192000"/>
              <a:gd name="connsiteY131" fmla="*/ 1745797 h 2079137"/>
              <a:gd name="connsiteX132" fmla="*/ 5094361 w 12192000"/>
              <a:gd name="connsiteY132" fmla="*/ 1745767 h 2079137"/>
              <a:gd name="connsiteX133" fmla="*/ 5053410 w 12192000"/>
              <a:gd name="connsiteY133" fmla="*/ 1742790 h 2079137"/>
              <a:gd name="connsiteX134" fmla="*/ 4992711 w 12192000"/>
              <a:gd name="connsiteY134" fmla="*/ 1734075 h 2079137"/>
              <a:gd name="connsiteX135" fmla="*/ 4930098 w 12192000"/>
              <a:gd name="connsiteY135" fmla="*/ 1717312 h 2079137"/>
              <a:gd name="connsiteX136" fmla="*/ 4893834 w 12192000"/>
              <a:gd name="connsiteY136" fmla="*/ 1710028 h 2079137"/>
              <a:gd name="connsiteX137" fmla="*/ 4868730 w 12192000"/>
              <a:gd name="connsiteY137" fmla="*/ 1702384 h 2079137"/>
              <a:gd name="connsiteX138" fmla="*/ 4797925 w 12192000"/>
              <a:gd name="connsiteY138" fmla="*/ 1695535 h 2079137"/>
              <a:gd name="connsiteX139" fmla="*/ 4677670 w 12192000"/>
              <a:gd name="connsiteY139" fmla="*/ 1689453 h 2079137"/>
              <a:gd name="connsiteX140" fmla="*/ 4634248 w 12192000"/>
              <a:gd name="connsiteY140" fmla="*/ 1680227 h 2079137"/>
              <a:gd name="connsiteX141" fmla="*/ 4632434 w 12192000"/>
              <a:gd name="connsiteY141" fmla="*/ 1674607 h 2079137"/>
              <a:gd name="connsiteX142" fmla="*/ 4619204 w 12192000"/>
              <a:gd name="connsiteY142" fmla="*/ 1672507 h 2079137"/>
              <a:gd name="connsiteX143" fmla="*/ 4616283 w 12192000"/>
              <a:gd name="connsiteY143" fmla="*/ 1670977 h 2079137"/>
              <a:gd name="connsiteX144" fmla="*/ 4598926 w 12192000"/>
              <a:gd name="connsiteY144" fmla="*/ 1663178 h 2079137"/>
              <a:gd name="connsiteX145" fmla="*/ 4547069 w 12192000"/>
              <a:gd name="connsiteY145" fmla="*/ 1670642 h 2079137"/>
              <a:gd name="connsiteX146" fmla="*/ 4523516 w 12192000"/>
              <a:gd name="connsiteY146" fmla="*/ 1669785 h 2079137"/>
              <a:gd name="connsiteX147" fmla="*/ 4500586 w 12192000"/>
              <a:gd name="connsiteY147" fmla="*/ 1675912 h 2079137"/>
              <a:gd name="connsiteX148" fmla="*/ 4488196 w 12192000"/>
              <a:gd name="connsiteY148" fmla="*/ 1683463 h 2079137"/>
              <a:gd name="connsiteX149" fmla="*/ 4445463 w 12192000"/>
              <a:gd name="connsiteY149" fmla="*/ 1695634 h 2079137"/>
              <a:gd name="connsiteX150" fmla="*/ 4446550 w 12192000"/>
              <a:gd name="connsiteY150" fmla="*/ 1680538 h 2079137"/>
              <a:gd name="connsiteX151" fmla="*/ 4365375 w 12192000"/>
              <a:gd name="connsiteY151" fmla="*/ 1697935 h 2079137"/>
              <a:gd name="connsiteX152" fmla="*/ 4305123 w 12192000"/>
              <a:gd name="connsiteY152" fmla="*/ 1714185 h 2079137"/>
              <a:gd name="connsiteX153" fmla="*/ 4292665 w 12192000"/>
              <a:gd name="connsiteY153" fmla="*/ 1720703 h 2079137"/>
              <a:gd name="connsiteX154" fmla="*/ 4276789 w 12192000"/>
              <a:gd name="connsiteY154" fmla="*/ 1718367 h 2079137"/>
              <a:gd name="connsiteX155" fmla="*/ 4271683 w 12192000"/>
              <a:gd name="connsiteY155" fmla="*/ 1714801 h 2079137"/>
              <a:gd name="connsiteX156" fmla="*/ 4223918 w 12192000"/>
              <a:gd name="connsiteY156" fmla="*/ 1728936 h 2079137"/>
              <a:gd name="connsiteX157" fmla="*/ 4218039 w 12192000"/>
              <a:gd name="connsiteY157" fmla="*/ 1729885 h 2079137"/>
              <a:gd name="connsiteX158" fmla="*/ 4177153 w 12192000"/>
              <a:gd name="connsiteY158" fmla="*/ 1733691 h 2079137"/>
              <a:gd name="connsiteX159" fmla="*/ 4051032 w 12192000"/>
              <a:gd name="connsiteY159" fmla="*/ 1728886 h 2079137"/>
              <a:gd name="connsiteX160" fmla="*/ 4013978 w 12192000"/>
              <a:gd name="connsiteY160" fmla="*/ 1727679 h 2079137"/>
              <a:gd name="connsiteX161" fmla="*/ 3987857 w 12192000"/>
              <a:gd name="connsiteY161" fmla="*/ 1724282 h 2079137"/>
              <a:gd name="connsiteX162" fmla="*/ 3916852 w 12192000"/>
              <a:gd name="connsiteY162" fmla="*/ 1729184 h 2079137"/>
              <a:gd name="connsiteX163" fmla="*/ 3797263 w 12192000"/>
              <a:gd name="connsiteY163" fmla="*/ 1742976 h 2079137"/>
              <a:gd name="connsiteX164" fmla="*/ 3752806 w 12192000"/>
              <a:gd name="connsiteY164" fmla="*/ 1741033 h 2079137"/>
              <a:gd name="connsiteX165" fmla="*/ 3749997 w 12192000"/>
              <a:gd name="connsiteY165" fmla="*/ 1735799 h 2079137"/>
              <a:gd name="connsiteX166" fmla="*/ 3736582 w 12192000"/>
              <a:gd name="connsiteY166" fmla="*/ 1735907 h 2079137"/>
              <a:gd name="connsiteX167" fmla="*/ 3733428 w 12192000"/>
              <a:gd name="connsiteY167" fmla="*/ 1734881 h 2079137"/>
              <a:gd name="connsiteX168" fmla="*/ 3714911 w 12192000"/>
              <a:gd name="connsiteY168" fmla="*/ 1730056 h 2079137"/>
              <a:gd name="connsiteX169" fmla="*/ 3665172 w 12192000"/>
              <a:gd name="connsiteY169" fmla="*/ 1745936 h 2079137"/>
              <a:gd name="connsiteX170" fmla="*/ 3552006 w 12192000"/>
              <a:gd name="connsiteY170" fmla="*/ 1755220 h 2079137"/>
              <a:gd name="connsiteX171" fmla="*/ 3390301 w 12192000"/>
              <a:gd name="connsiteY171" fmla="*/ 1762546 h 2079137"/>
              <a:gd name="connsiteX172" fmla="*/ 3264312 w 12192000"/>
              <a:gd name="connsiteY172" fmla="*/ 1774620 h 2079137"/>
              <a:gd name="connsiteX173" fmla="*/ 3106901 w 12192000"/>
              <a:gd name="connsiteY173" fmla="*/ 1804264 h 2079137"/>
              <a:gd name="connsiteX174" fmla="*/ 2993303 w 12192000"/>
              <a:gd name="connsiteY174" fmla="*/ 1806542 h 2079137"/>
              <a:gd name="connsiteX175" fmla="*/ 2979115 w 12192000"/>
              <a:gd name="connsiteY175" fmla="*/ 1815432 h 2079137"/>
              <a:gd name="connsiteX176" fmla="*/ 2963118 w 12192000"/>
              <a:gd name="connsiteY176" fmla="*/ 1820962 h 2079137"/>
              <a:gd name="connsiteX177" fmla="*/ 2961156 w 12192000"/>
              <a:gd name="connsiteY177" fmla="*/ 1820297 h 2079137"/>
              <a:gd name="connsiteX178" fmla="*/ 2925719 w 12192000"/>
              <a:gd name="connsiteY178" fmla="*/ 1828468 h 2079137"/>
              <a:gd name="connsiteX179" fmla="*/ 2857951 w 12192000"/>
              <a:gd name="connsiteY179" fmla="*/ 1842496 h 2079137"/>
              <a:gd name="connsiteX180" fmla="*/ 2857427 w 12192000"/>
              <a:gd name="connsiteY180" fmla="*/ 1841591 h 2079137"/>
              <a:gd name="connsiteX181" fmla="*/ 2846731 w 12192000"/>
              <a:gd name="connsiteY181" fmla="*/ 1839316 h 2079137"/>
              <a:gd name="connsiteX182" fmla="*/ 2826290 w 12192000"/>
              <a:gd name="connsiteY182" fmla="*/ 1837274 h 2079137"/>
              <a:gd name="connsiteX183" fmla="*/ 2779146 w 12192000"/>
              <a:gd name="connsiteY183" fmla="*/ 1820071 h 2079137"/>
              <a:gd name="connsiteX184" fmla="*/ 2739608 w 12192000"/>
              <a:gd name="connsiteY184" fmla="*/ 1827861 h 2079137"/>
              <a:gd name="connsiteX185" fmla="*/ 2731631 w 12192000"/>
              <a:gd name="connsiteY185" fmla="*/ 1828881 h 2079137"/>
              <a:gd name="connsiteX186" fmla="*/ 2731464 w 12192000"/>
              <a:gd name="connsiteY186" fmla="*/ 1828677 h 2079137"/>
              <a:gd name="connsiteX187" fmla="*/ 2723037 w 12192000"/>
              <a:gd name="connsiteY187" fmla="*/ 1829303 h 2079137"/>
              <a:gd name="connsiteX188" fmla="*/ 2701616 w 12192000"/>
              <a:gd name="connsiteY188" fmla="*/ 1832725 h 2079137"/>
              <a:gd name="connsiteX189" fmla="*/ 2696239 w 12192000"/>
              <a:gd name="connsiteY189" fmla="*/ 1831904 h 2079137"/>
              <a:gd name="connsiteX190" fmla="*/ 2663445 w 12192000"/>
              <a:gd name="connsiteY190" fmla="*/ 1825958 h 2079137"/>
              <a:gd name="connsiteX191" fmla="*/ 2560925 w 12192000"/>
              <a:gd name="connsiteY191" fmla="*/ 1829094 h 2079137"/>
              <a:gd name="connsiteX192" fmla="*/ 2458739 w 12192000"/>
              <a:gd name="connsiteY192" fmla="*/ 1834479 h 2079137"/>
              <a:gd name="connsiteX193" fmla="*/ 2356074 w 12192000"/>
              <a:gd name="connsiteY193" fmla="*/ 1836991 h 2079137"/>
              <a:gd name="connsiteX194" fmla="*/ 2304241 w 12192000"/>
              <a:gd name="connsiteY194" fmla="*/ 1822021 h 2079137"/>
              <a:gd name="connsiteX195" fmla="*/ 2298362 w 12192000"/>
              <a:gd name="connsiteY195" fmla="*/ 1822125 h 2079137"/>
              <a:gd name="connsiteX196" fmla="*/ 2283527 w 12192000"/>
              <a:gd name="connsiteY196" fmla="*/ 1826361 h 2079137"/>
              <a:gd name="connsiteX197" fmla="*/ 2278150 w 12192000"/>
              <a:gd name="connsiteY197" fmla="*/ 1828604 h 2079137"/>
              <a:gd name="connsiteX198" fmla="*/ 2269853 w 12192000"/>
              <a:gd name="connsiteY198" fmla="*/ 1830502 h 2079137"/>
              <a:gd name="connsiteX199" fmla="*/ 2269585 w 12192000"/>
              <a:gd name="connsiteY199" fmla="*/ 1830341 h 2079137"/>
              <a:gd name="connsiteX200" fmla="*/ 2225332 w 12192000"/>
              <a:gd name="connsiteY200" fmla="*/ 1845825 h 2079137"/>
              <a:gd name="connsiteX201" fmla="*/ 2169048 w 12192000"/>
              <a:gd name="connsiteY201" fmla="*/ 1837658 h 2079137"/>
              <a:gd name="connsiteX202" fmla="*/ 2147231 w 12192000"/>
              <a:gd name="connsiteY202" fmla="*/ 1839027 h 2079137"/>
              <a:gd name="connsiteX203" fmla="*/ 2135241 w 12192000"/>
              <a:gd name="connsiteY203" fmla="*/ 1838652 h 2079137"/>
              <a:gd name="connsiteX204" fmla="*/ 2099215 w 12192000"/>
              <a:gd name="connsiteY204" fmla="*/ 1850768 h 2079137"/>
              <a:gd name="connsiteX205" fmla="*/ 2094046 w 12192000"/>
              <a:gd name="connsiteY205" fmla="*/ 1850806 h 2079137"/>
              <a:gd name="connsiteX206" fmla="*/ 2071850 w 12192000"/>
              <a:gd name="connsiteY206" fmla="*/ 1861319 h 2079137"/>
              <a:gd name="connsiteX207" fmla="*/ 2039607 w 12192000"/>
              <a:gd name="connsiteY207" fmla="*/ 1874318 h 2079137"/>
              <a:gd name="connsiteX208" fmla="*/ 2037289 w 12192000"/>
              <a:gd name="connsiteY208" fmla="*/ 1874025 h 2079137"/>
              <a:gd name="connsiteX209" fmla="*/ 2023615 w 12192000"/>
              <a:gd name="connsiteY209" fmla="*/ 1881562 h 2079137"/>
              <a:gd name="connsiteX210" fmla="*/ 1957176 w 12192000"/>
              <a:gd name="connsiteY210" fmla="*/ 1898709 h 2079137"/>
              <a:gd name="connsiteX211" fmla="*/ 1858081 w 12192000"/>
              <a:gd name="connsiteY211" fmla="*/ 1923144 h 2079137"/>
              <a:gd name="connsiteX212" fmla="*/ 1738865 w 12192000"/>
              <a:gd name="connsiteY212" fmla="*/ 1944965 h 2079137"/>
              <a:gd name="connsiteX213" fmla="*/ 1616692 w 12192000"/>
              <a:gd name="connsiteY213" fmla="*/ 1989107 h 2079137"/>
              <a:gd name="connsiteX214" fmla="*/ 1411898 w 12192000"/>
              <a:gd name="connsiteY214" fmla="*/ 2046254 h 2079137"/>
              <a:gd name="connsiteX215" fmla="*/ 1375780 w 12192000"/>
              <a:gd name="connsiteY215" fmla="*/ 2047961 h 2079137"/>
              <a:gd name="connsiteX216" fmla="*/ 1375707 w 12192000"/>
              <a:gd name="connsiteY216" fmla="*/ 2047981 h 2079137"/>
              <a:gd name="connsiteX217" fmla="*/ 1285585 w 12192000"/>
              <a:gd name="connsiteY217" fmla="*/ 2047113 h 2079137"/>
              <a:gd name="connsiteX218" fmla="*/ 1263658 w 12192000"/>
              <a:gd name="connsiteY218" fmla="*/ 2041397 h 2079137"/>
              <a:gd name="connsiteX219" fmla="*/ 1170403 w 12192000"/>
              <a:gd name="connsiteY219" fmla="*/ 2033399 h 2079137"/>
              <a:gd name="connsiteX220" fmla="*/ 1153718 w 12192000"/>
              <a:gd name="connsiteY220" fmla="*/ 2029576 h 2079137"/>
              <a:gd name="connsiteX221" fmla="*/ 1133937 w 12192000"/>
              <a:gd name="connsiteY221" fmla="*/ 2032149 h 2079137"/>
              <a:gd name="connsiteX222" fmla="*/ 1054999 w 12192000"/>
              <a:gd name="connsiteY222" fmla="*/ 2043242 h 2079137"/>
              <a:gd name="connsiteX223" fmla="*/ 1018405 w 12192000"/>
              <a:gd name="connsiteY223" fmla="*/ 2048281 h 2079137"/>
              <a:gd name="connsiteX224" fmla="*/ 1016563 w 12192000"/>
              <a:gd name="connsiteY224" fmla="*/ 2051718 h 2079137"/>
              <a:gd name="connsiteX225" fmla="*/ 1008284 w 12192000"/>
              <a:gd name="connsiteY225" fmla="*/ 2046742 h 2079137"/>
              <a:gd name="connsiteX226" fmla="*/ 981974 w 12192000"/>
              <a:gd name="connsiteY226" fmla="*/ 2048363 h 2079137"/>
              <a:gd name="connsiteX227" fmla="*/ 971903 w 12192000"/>
              <a:gd name="connsiteY227" fmla="*/ 2053484 h 2079137"/>
              <a:gd name="connsiteX228" fmla="*/ 954015 w 12192000"/>
              <a:gd name="connsiteY228" fmla="*/ 2052529 h 2079137"/>
              <a:gd name="connsiteX229" fmla="*/ 839571 w 12192000"/>
              <a:gd name="connsiteY229" fmla="*/ 2046509 h 2079137"/>
              <a:gd name="connsiteX230" fmla="*/ 823321 w 12192000"/>
              <a:gd name="connsiteY230" fmla="*/ 2054296 h 2079137"/>
              <a:gd name="connsiteX231" fmla="*/ 800990 w 12192000"/>
              <a:gd name="connsiteY231" fmla="*/ 2051523 h 2079137"/>
              <a:gd name="connsiteX232" fmla="*/ 776439 w 12192000"/>
              <a:gd name="connsiteY232" fmla="*/ 2062634 h 2079137"/>
              <a:gd name="connsiteX233" fmla="*/ 763041 w 12192000"/>
              <a:gd name="connsiteY233" fmla="*/ 2063995 h 2079137"/>
              <a:gd name="connsiteX234" fmla="*/ 757863 w 12192000"/>
              <a:gd name="connsiteY234" fmla="*/ 2065877 h 2079137"/>
              <a:gd name="connsiteX235" fmla="*/ 745053 w 12192000"/>
              <a:gd name="connsiteY235" fmla="*/ 2051831 h 2079137"/>
              <a:gd name="connsiteX236" fmla="*/ 722609 w 12192000"/>
              <a:gd name="connsiteY236" fmla="*/ 2049504 h 2079137"/>
              <a:gd name="connsiteX237" fmla="*/ 717618 w 12192000"/>
              <a:gd name="connsiteY237" fmla="*/ 2042131 h 2079137"/>
              <a:gd name="connsiteX238" fmla="*/ 703285 w 12192000"/>
              <a:gd name="connsiteY238" fmla="*/ 2046808 h 2079137"/>
              <a:gd name="connsiteX239" fmla="*/ 680199 w 12192000"/>
              <a:gd name="connsiteY239" fmla="*/ 2051947 h 2079137"/>
              <a:gd name="connsiteX240" fmla="*/ 667351 w 12192000"/>
              <a:gd name="connsiteY240" fmla="*/ 2054469 h 2079137"/>
              <a:gd name="connsiteX241" fmla="*/ 660961 w 12192000"/>
              <a:gd name="connsiteY241" fmla="*/ 2049404 h 2079137"/>
              <a:gd name="connsiteX242" fmla="*/ 638282 w 12192000"/>
              <a:gd name="connsiteY242" fmla="*/ 2060093 h 2079137"/>
              <a:gd name="connsiteX243" fmla="*/ 583551 w 12192000"/>
              <a:gd name="connsiteY243" fmla="*/ 2070197 h 2079137"/>
              <a:gd name="connsiteX244" fmla="*/ 525274 w 12192000"/>
              <a:gd name="connsiteY244" fmla="*/ 2079137 h 2079137"/>
              <a:gd name="connsiteX245" fmla="*/ 405635 w 12192000"/>
              <a:gd name="connsiteY245" fmla="*/ 2059339 h 2079137"/>
              <a:gd name="connsiteX246" fmla="*/ 281555 w 12192000"/>
              <a:gd name="connsiteY246" fmla="*/ 2022847 h 2079137"/>
              <a:gd name="connsiteX247" fmla="*/ 98513 w 12192000"/>
              <a:gd name="connsiteY247" fmla="*/ 1969504 h 2079137"/>
              <a:gd name="connsiteX248" fmla="*/ 56191 w 12192000"/>
              <a:gd name="connsiteY248" fmla="*/ 1950709 h 2079137"/>
              <a:gd name="connsiteX249" fmla="*/ 0 w 12192000"/>
              <a:gd name="connsiteY249" fmla="*/ 1935789 h 2079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</a:cxnLst>
            <a:rect l="l" t="t" r="r" b="b"/>
            <a:pathLst>
              <a:path w="12192000" h="2079137">
                <a:moveTo>
                  <a:pt x="12160143" y="831692"/>
                </a:moveTo>
                <a:lnTo>
                  <a:pt x="12159112" y="833361"/>
                </a:lnTo>
                <a:cubicBezTo>
                  <a:pt x="12157915" y="833832"/>
                  <a:pt x="12157402" y="833649"/>
                  <a:pt x="12158912" y="832430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558063"/>
                </a:lnTo>
                <a:lnTo>
                  <a:pt x="12189259" y="810508"/>
                </a:lnTo>
                <a:lnTo>
                  <a:pt x="12170847" y="825280"/>
                </a:lnTo>
                <a:lnTo>
                  <a:pt x="12160143" y="831692"/>
                </a:lnTo>
                <a:lnTo>
                  <a:pt x="12163806" y="825759"/>
                </a:lnTo>
                <a:cubicBezTo>
                  <a:pt x="12125449" y="821525"/>
                  <a:pt x="12082203" y="824698"/>
                  <a:pt x="12056557" y="810176"/>
                </a:cubicBezTo>
                <a:cubicBezTo>
                  <a:pt x="12050902" y="790976"/>
                  <a:pt x="11923731" y="799312"/>
                  <a:pt x="11900316" y="789618"/>
                </a:cubicBezTo>
                <a:cubicBezTo>
                  <a:pt x="11841702" y="803374"/>
                  <a:pt x="11823963" y="832645"/>
                  <a:pt x="11791206" y="824176"/>
                </a:cubicBezTo>
                <a:cubicBezTo>
                  <a:pt x="11768977" y="817380"/>
                  <a:pt x="11683857" y="828947"/>
                  <a:pt x="11659257" y="800841"/>
                </a:cubicBezTo>
                <a:cubicBezTo>
                  <a:pt x="11617173" y="818107"/>
                  <a:pt x="11602556" y="790694"/>
                  <a:pt x="11569789" y="797135"/>
                </a:cubicBezTo>
                <a:cubicBezTo>
                  <a:pt x="11498310" y="795094"/>
                  <a:pt x="11458472" y="819882"/>
                  <a:pt x="11367885" y="791985"/>
                </a:cubicBezTo>
                <a:cubicBezTo>
                  <a:pt x="11325508" y="798158"/>
                  <a:pt x="11266580" y="755023"/>
                  <a:pt x="11174663" y="788721"/>
                </a:cubicBezTo>
                <a:cubicBezTo>
                  <a:pt x="11122703" y="792192"/>
                  <a:pt x="11150009" y="775410"/>
                  <a:pt x="11068220" y="786994"/>
                </a:cubicBezTo>
                <a:cubicBezTo>
                  <a:pt x="11046931" y="759861"/>
                  <a:pt x="10919185" y="793102"/>
                  <a:pt x="10893266" y="794013"/>
                </a:cubicBezTo>
                <a:cubicBezTo>
                  <a:pt x="10874184" y="776189"/>
                  <a:pt x="10862860" y="788743"/>
                  <a:pt x="10844025" y="789857"/>
                </a:cubicBezTo>
                <a:cubicBezTo>
                  <a:pt x="10836453" y="779294"/>
                  <a:pt x="10820690" y="778184"/>
                  <a:pt x="10814353" y="789010"/>
                </a:cubicBezTo>
                <a:cubicBezTo>
                  <a:pt x="10819669" y="816016"/>
                  <a:pt x="10754019" y="789067"/>
                  <a:pt x="10748393" y="806738"/>
                </a:cubicBezTo>
                <a:cubicBezTo>
                  <a:pt x="10687156" y="807873"/>
                  <a:pt x="10550299" y="781800"/>
                  <a:pt x="10468256" y="778733"/>
                </a:cubicBezTo>
                <a:cubicBezTo>
                  <a:pt x="10436666" y="770025"/>
                  <a:pt x="10371995" y="797252"/>
                  <a:pt x="10256131" y="788332"/>
                </a:cubicBezTo>
                <a:cubicBezTo>
                  <a:pt x="10240995" y="781626"/>
                  <a:pt x="10182664" y="765742"/>
                  <a:pt x="10177442" y="777371"/>
                </a:cubicBezTo>
                <a:cubicBezTo>
                  <a:pt x="10141447" y="775683"/>
                  <a:pt x="10030323" y="810071"/>
                  <a:pt x="10006086" y="792651"/>
                </a:cubicBezTo>
                <a:cubicBezTo>
                  <a:pt x="10009448" y="818833"/>
                  <a:pt x="9960389" y="791426"/>
                  <a:pt x="9952382" y="815411"/>
                </a:cubicBezTo>
                <a:lnTo>
                  <a:pt x="9926457" y="827295"/>
                </a:lnTo>
                <a:lnTo>
                  <a:pt x="9843405" y="867046"/>
                </a:lnTo>
                <a:lnTo>
                  <a:pt x="9830866" y="875047"/>
                </a:lnTo>
                <a:lnTo>
                  <a:pt x="9801807" y="872272"/>
                </a:lnTo>
                <a:lnTo>
                  <a:pt x="9785653" y="861743"/>
                </a:lnTo>
                <a:lnTo>
                  <a:pt x="9781177" y="864820"/>
                </a:lnTo>
                <a:cubicBezTo>
                  <a:pt x="9776153" y="871003"/>
                  <a:pt x="9773556" y="874842"/>
                  <a:pt x="9768640" y="869379"/>
                </a:cubicBezTo>
                <a:lnTo>
                  <a:pt x="9712211" y="900283"/>
                </a:lnTo>
                <a:cubicBezTo>
                  <a:pt x="9706243" y="902750"/>
                  <a:pt x="9698952" y="902954"/>
                  <a:pt x="9689465" y="899268"/>
                </a:cubicBezTo>
                <a:cubicBezTo>
                  <a:pt x="9670819" y="902906"/>
                  <a:pt x="9618108" y="917739"/>
                  <a:pt x="9600339" y="922112"/>
                </a:cubicBezTo>
                <a:lnTo>
                  <a:pt x="9582850" y="925510"/>
                </a:lnTo>
                <a:cubicBezTo>
                  <a:pt x="9574400" y="928631"/>
                  <a:pt x="9556868" y="938130"/>
                  <a:pt x="9549638" y="940845"/>
                </a:cubicBezTo>
                <a:cubicBezTo>
                  <a:pt x="9543792" y="942327"/>
                  <a:pt x="9546812" y="939351"/>
                  <a:pt x="9539471" y="941799"/>
                </a:cubicBezTo>
                <a:cubicBezTo>
                  <a:pt x="9538994" y="947702"/>
                  <a:pt x="9536009" y="953248"/>
                  <a:pt x="9505592" y="955533"/>
                </a:cubicBezTo>
                <a:cubicBezTo>
                  <a:pt x="9486013" y="968563"/>
                  <a:pt x="9460860" y="978842"/>
                  <a:pt x="9432569" y="985377"/>
                </a:cubicBezTo>
                <a:cubicBezTo>
                  <a:pt x="9426990" y="980335"/>
                  <a:pt x="9418918" y="990185"/>
                  <a:pt x="9414216" y="992655"/>
                </a:cubicBezTo>
                <a:cubicBezTo>
                  <a:pt x="9412644" y="989014"/>
                  <a:pt x="9400057" y="989255"/>
                  <a:pt x="9397106" y="992980"/>
                </a:cubicBezTo>
                <a:cubicBezTo>
                  <a:pt x="9314093" y="1020862"/>
                  <a:pt x="9349678" y="978420"/>
                  <a:pt x="9305108" y="1007767"/>
                </a:cubicBezTo>
                <a:cubicBezTo>
                  <a:pt x="9296670" y="1010324"/>
                  <a:pt x="9289251" y="1009612"/>
                  <a:pt x="9282434" y="1007523"/>
                </a:cubicBezTo>
                <a:lnTo>
                  <a:pt x="9271941" y="1002839"/>
                </a:lnTo>
                <a:lnTo>
                  <a:pt x="9238227" y="1017668"/>
                </a:lnTo>
                <a:cubicBezTo>
                  <a:pt x="9221294" y="1023415"/>
                  <a:pt x="9203166" y="1027997"/>
                  <a:pt x="9184265" y="1031275"/>
                </a:cubicBezTo>
                <a:cubicBezTo>
                  <a:pt x="9178371" y="1024135"/>
                  <a:pt x="9165618" y="1036637"/>
                  <a:pt x="9159000" y="1039569"/>
                </a:cubicBezTo>
                <a:cubicBezTo>
                  <a:pt x="9157881" y="1034602"/>
                  <a:pt x="9141725" y="1033964"/>
                  <a:pt x="9137031" y="1038699"/>
                </a:cubicBezTo>
                <a:cubicBezTo>
                  <a:pt x="9023973" y="1069523"/>
                  <a:pt x="9079946" y="1015706"/>
                  <a:pt x="9015702" y="1051400"/>
                </a:cubicBezTo>
                <a:lnTo>
                  <a:pt x="8971403" y="1040542"/>
                </a:lnTo>
                <a:lnTo>
                  <a:pt x="8961826" y="1045364"/>
                </a:lnTo>
                <a:cubicBezTo>
                  <a:pt x="8922837" y="1050010"/>
                  <a:pt x="8909116" y="1040754"/>
                  <a:pt x="8888623" y="1053908"/>
                </a:cubicBezTo>
                <a:cubicBezTo>
                  <a:pt x="8850424" y="1035587"/>
                  <a:pt x="8865892" y="1054194"/>
                  <a:pt x="8841066" y="1060421"/>
                </a:cubicBezTo>
                <a:cubicBezTo>
                  <a:pt x="8818353" y="1064878"/>
                  <a:pt x="8775995" y="1076068"/>
                  <a:pt x="8752342" y="1080646"/>
                </a:cubicBezTo>
                <a:cubicBezTo>
                  <a:pt x="8736966" y="1099406"/>
                  <a:pt x="8723186" y="1079948"/>
                  <a:pt x="8699139" y="1087885"/>
                </a:cubicBezTo>
                <a:cubicBezTo>
                  <a:pt x="8688630" y="1095506"/>
                  <a:pt x="8680324" y="1097539"/>
                  <a:pt x="8667273" y="1092062"/>
                </a:cubicBezTo>
                <a:cubicBezTo>
                  <a:pt x="8619205" y="1128818"/>
                  <a:pt x="8634590" y="1097116"/>
                  <a:pt x="8586064" y="1114603"/>
                </a:cubicBezTo>
                <a:cubicBezTo>
                  <a:pt x="8544721" y="1131913"/>
                  <a:pt x="8496602" y="1145520"/>
                  <a:pt x="8460312" y="1179878"/>
                </a:cubicBezTo>
                <a:cubicBezTo>
                  <a:pt x="8454266" y="1189140"/>
                  <a:pt x="8435781" y="1194455"/>
                  <a:pt x="8419023" y="1191748"/>
                </a:cubicBezTo>
                <a:cubicBezTo>
                  <a:pt x="8416138" y="1191283"/>
                  <a:pt x="8413416" y="1190591"/>
                  <a:pt x="8410939" y="1189696"/>
                </a:cubicBezTo>
                <a:cubicBezTo>
                  <a:pt x="8390077" y="1213458"/>
                  <a:pt x="8370324" y="1205397"/>
                  <a:pt x="8362040" y="1220820"/>
                </a:cubicBezTo>
                <a:cubicBezTo>
                  <a:pt x="8320616" y="1231942"/>
                  <a:pt x="8281663" y="1222882"/>
                  <a:pt x="8273677" y="1236495"/>
                </a:cubicBezTo>
                <a:cubicBezTo>
                  <a:pt x="8251358" y="1238573"/>
                  <a:pt x="8216738" y="1228341"/>
                  <a:pt x="8204283" y="1243537"/>
                </a:cubicBezTo>
                <a:cubicBezTo>
                  <a:pt x="8198634" y="1233135"/>
                  <a:pt x="8181550" y="1254947"/>
                  <a:pt x="8166550" y="1249551"/>
                </a:cubicBezTo>
                <a:cubicBezTo>
                  <a:pt x="8155570" y="1244572"/>
                  <a:pt x="8147825" y="1250027"/>
                  <a:pt x="8137785" y="1251636"/>
                </a:cubicBezTo>
                <a:cubicBezTo>
                  <a:pt x="8123427" y="1248361"/>
                  <a:pt x="8081662" y="1261833"/>
                  <a:pt x="8071596" y="1269274"/>
                </a:cubicBezTo>
                <a:cubicBezTo>
                  <a:pt x="8048949" y="1293759"/>
                  <a:pt x="7983924" y="1284712"/>
                  <a:pt x="7964816" y="1303668"/>
                </a:cubicBezTo>
                <a:cubicBezTo>
                  <a:pt x="7957137" y="1306992"/>
                  <a:pt x="7949335" y="1308861"/>
                  <a:pt x="7941495" y="1309821"/>
                </a:cubicBezTo>
                <a:lnTo>
                  <a:pt x="7919123" y="1310466"/>
                </a:lnTo>
                <a:lnTo>
                  <a:pt x="7911902" y="1306569"/>
                </a:lnTo>
                <a:lnTo>
                  <a:pt x="7898703" y="1309208"/>
                </a:lnTo>
                <a:lnTo>
                  <a:pt x="7894703" y="1308939"/>
                </a:lnTo>
                <a:lnTo>
                  <a:pt x="7872267" y="1308370"/>
                </a:lnTo>
                <a:cubicBezTo>
                  <a:pt x="7886550" y="1330359"/>
                  <a:pt x="7812648" y="1314851"/>
                  <a:pt x="7836454" y="1331265"/>
                </a:cubicBezTo>
                <a:cubicBezTo>
                  <a:pt x="7798907" y="1336933"/>
                  <a:pt x="7831419" y="1351068"/>
                  <a:pt x="7782451" y="1339601"/>
                </a:cubicBezTo>
                <a:cubicBezTo>
                  <a:pt x="7727636" y="1365002"/>
                  <a:pt x="7583002" y="1338768"/>
                  <a:pt x="7542969" y="1372495"/>
                </a:cubicBezTo>
                <a:cubicBezTo>
                  <a:pt x="7546396" y="1360942"/>
                  <a:pt x="7492851" y="1424323"/>
                  <a:pt x="7476832" y="1431655"/>
                </a:cubicBezTo>
                <a:cubicBezTo>
                  <a:pt x="7439619" y="1443703"/>
                  <a:pt x="7425596" y="1454661"/>
                  <a:pt x="7370237" y="1474339"/>
                </a:cubicBezTo>
                <a:cubicBezTo>
                  <a:pt x="7316246" y="1485928"/>
                  <a:pt x="7281903" y="1512712"/>
                  <a:pt x="7222223" y="1510199"/>
                </a:cubicBezTo>
                <a:cubicBezTo>
                  <a:pt x="7221190" y="1514030"/>
                  <a:pt x="7218885" y="1517398"/>
                  <a:pt x="7215703" y="1520424"/>
                </a:cubicBezTo>
                <a:lnTo>
                  <a:pt x="7204548" y="1528145"/>
                </a:lnTo>
                <a:lnTo>
                  <a:pt x="7202038" y="1527954"/>
                </a:lnTo>
                <a:lnTo>
                  <a:pt x="7173860" y="1541605"/>
                </a:lnTo>
                <a:lnTo>
                  <a:pt x="7155079" y="1552495"/>
                </a:lnTo>
                <a:lnTo>
                  <a:pt x="7149757" y="1552732"/>
                </a:lnTo>
                <a:cubicBezTo>
                  <a:pt x="7141378" y="1554948"/>
                  <a:pt x="7115959" y="1563256"/>
                  <a:pt x="7104804" y="1565792"/>
                </a:cubicBezTo>
                <a:cubicBezTo>
                  <a:pt x="7099811" y="1550850"/>
                  <a:pt x="7096935" y="1561973"/>
                  <a:pt x="7082824" y="1567947"/>
                </a:cubicBezTo>
                <a:cubicBezTo>
                  <a:pt x="7071919" y="1546070"/>
                  <a:pt x="7039417" y="1570606"/>
                  <a:pt x="7021520" y="1562334"/>
                </a:cubicBezTo>
                <a:cubicBezTo>
                  <a:pt x="7011400" y="1567217"/>
                  <a:pt x="7000495" y="1571981"/>
                  <a:pt x="6988956" y="1576442"/>
                </a:cubicBezTo>
                <a:lnTo>
                  <a:pt x="6981922" y="1578821"/>
                </a:lnTo>
                <a:lnTo>
                  <a:pt x="6981583" y="1578678"/>
                </a:lnTo>
                <a:cubicBezTo>
                  <a:pt x="6979627" y="1578791"/>
                  <a:pt x="6977153" y="1579421"/>
                  <a:pt x="6973762" y="1580811"/>
                </a:cubicBezTo>
                <a:lnTo>
                  <a:pt x="6969093" y="1583157"/>
                </a:lnTo>
                <a:lnTo>
                  <a:pt x="6890037" y="1575825"/>
                </a:lnTo>
                <a:cubicBezTo>
                  <a:pt x="6849459" y="1579997"/>
                  <a:pt x="6820022" y="1566922"/>
                  <a:pt x="6785054" y="1582200"/>
                </a:cubicBezTo>
                <a:cubicBezTo>
                  <a:pt x="6747047" y="1586037"/>
                  <a:pt x="6712794" y="1582954"/>
                  <a:pt x="6681692" y="1591296"/>
                </a:cubicBezTo>
                <a:cubicBezTo>
                  <a:pt x="6667557" y="1587501"/>
                  <a:pt x="6654822" y="1586753"/>
                  <a:pt x="6644556" y="1595940"/>
                </a:cubicBezTo>
                <a:cubicBezTo>
                  <a:pt x="6608615" y="1597269"/>
                  <a:pt x="6597697" y="1587005"/>
                  <a:pt x="6577106" y="1598261"/>
                </a:cubicBezTo>
                <a:lnTo>
                  <a:pt x="6544183" y="1596149"/>
                </a:lnTo>
                <a:lnTo>
                  <a:pt x="6540921" y="1593857"/>
                </a:lnTo>
                <a:lnTo>
                  <a:pt x="6535046" y="1593283"/>
                </a:lnTo>
                <a:lnTo>
                  <a:pt x="6519853" y="1595771"/>
                </a:lnTo>
                <a:lnTo>
                  <a:pt x="6514280" y="1597376"/>
                </a:lnTo>
                <a:cubicBezTo>
                  <a:pt x="6510385" y="1598232"/>
                  <a:pt x="6507735" y="1598481"/>
                  <a:pt x="6505824" y="1598298"/>
                </a:cubicBezTo>
                <a:lnTo>
                  <a:pt x="6505573" y="1598109"/>
                </a:lnTo>
                <a:lnTo>
                  <a:pt x="6497741" y="1599392"/>
                </a:lnTo>
                <a:cubicBezTo>
                  <a:pt x="6484628" y="1602044"/>
                  <a:pt x="6471968" y="1605085"/>
                  <a:pt x="6459992" y="1608358"/>
                </a:cubicBezTo>
                <a:cubicBezTo>
                  <a:pt x="6447037" y="1597612"/>
                  <a:pt x="6404274" y="1616787"/>
                  <a:pt x="6404572" y="1593771"/>
                </a:cubicBezTo>
                <a:cubicBezTo>
                  <a:pt x="6388277" y="1597519"/>
                  <a:pt x="6380141" y="1607970"/>
                  <a:pt x="6382671" y="1592612"/>
                </a:cubicBezTo>
                <a:lnTo>
                  <a:pt x="6369843" y="1590015"/>
                </a:lnTo>
                <a:lnTo>
                  <a:pt x="6269740" y="1614633"/>
                </a:lnTo>
                <a:lnTo>
                  <a:pt x="6255405" y="1620529"/>
                </a:lnTo>
                <a:cubicBezTo>
                  <a:pt x="6250911" y="1623016"/>
                  <a:pt x="6247090" y="1625968"/>
                  <a:pt x="6244248" y="1629561"/>
                </a:cubicBezTo>
                <a:cubicBezTo>
                  <a:pt x="6188859" y="1618246"/>
                  <a:pt x="6143250" y="1639346"/>
                  <a:pt x="6086396" y="1642666"/>
                </a:cubicBezTo>
                <a:cubicBezTo>
                  <a:pt x="6024311" y="1653696"/>
                  <a:pt x="5889522" y="1686499"/>
                  <a:pt x="5867429" y="1695554"/>
                </a:cubicBezTo>
                <a:cubicBezTo>
                  <a:pt x="5848669" y="1700350"/>
                  <a:pt x="5763994" y="1699795"/>
                  <a:pt x="5772864" y="1689002"/>
                </a:cubicBezTo>
                <a:cubicBezTo>
                  <a:pt x="5718480" y="1716048"/>
                  <a:pt x="5694188" y="1696562"/>
                  <a:pt x="5629833" y="1713273"/>
                </a:cubicBezTo>
                <a:lnTo>
                  <a:pt x="5504771" y="1725744"/>
                </a:lnTo>
                <a:lnTo>
                  <a:pt x="5490967" y="1726367"/>
                </a:lnTo>
                <a:lnTo>
                  <a:pt x="5486015" y="1721481"/>
                </a:lnTo>
                <a:lnTo>
                  <a:pt x="5439364" y="1721349"/>
                </a:lnTo>
                <a:cubicBezTo>
                  <a:pt x="5418850" y="1733129"/>
                  <a:pt x="5381503" y="1725668"/>
                  <a:pt x="5350025" y="1729885"/>
                </a:cubicBezTo>
                <a:lnTo>
                  <a:pt x="5336104" y="1734377"/>
                </a:lnTo>
                <a:lnTo>
                  <a:pt x="5245234" y="1738520"/>
                </a:lnTo>
                <a:lnTo>
                  <a:pt x="5182955" y="1744622"/>
                </a:lnTo>
                <a:lnTo>
                  <a:pt x="5169506" y="1748993"/>
                </a:lnTo>
                <a:lnTo>
                  <a:pt x="5154299" y="1744080"/>
                </a:lnTo>
                <a:cubicBezTo>
                  <a:pt x="5152463" y="1742751"/>
                  <a:pt x="5150989" y="1741283"/>
                  <a:pt x="5149917" y="1739727"/>
                </a:cubicBezTo>
                <a:lnTo>
                  <a:pt x="5100319" y="1745797"/>
                </a:lnTo>
                <a:lnTo>
                  <a:pt x="5094361" y="1745767"/>
                </a:lnTo>
                <a:lnTo>
                  <a:pt x="5053410" y="1742790"/>
                </a:lnTo>
                <a:lnTo>
                  <a:pt x="4992711" y="1734075"/>
                </a:lnTo>
                <a:cubicBezTo>
                  <a:pt x="4972764" y="1728527"/>
                  <a:pt x="4955480" y="1708667"/>
                  <a:pt x="4930098" y="1717312"/>
                </a:cubicBezTo>
                <a:cubicBezTo>
                  <a:pt x="4936142" y="1706767"/>
                  <a:pt x="4900350" y="1719438"/>
                  <a:pt x="4893834" y="1710028"/>
                </a:cubicBezTo>
                <a:cubicBezTo>
                  <a:pt x="4890113" y="1702277"/>
                  <a:pt x="4878389" y="1704314"/>
                  <a:pt x="4868730" y="1702384"/>
                </a:cubicBezTo>
                <a:cubicBezTo>
                  <a:pt x="4860577" y="1694955"/>
                  <a:pt x="4813519" y="1692594"/>
                  <a:pt x="4797925" y="1695535"/>
                </a:cubicBezTo>
                <a:cubicBezTo>
                  <a:pt x="4754973" y="1708626"/>
                  <a:pt x="4712186" y="1679830"/>
                  <a:pt x="4677670" y="1689453"/>
                </a:cubicBezTo>
                <a:cubicBezTo>
                  <a:pt x="4650390" y="1686902"/>
                  <a:pt x="4641786" y="1682702"/>
                  <a:pt x="4634248" y="1680227"/>
                </a:cubicBezTo>
                <a:lnTo>
                  <a:pt x="4632434" y="1674607"/>
                </a:lnTo>
                <a:lnTo>
                  <a:pt x="4619204" y="1672507"/>
                </a:lnTo>
                <a:lnTo>
                  <a:pt x="4616283" y="1670977"/>
                </a:lnTo>
                <a:cubicBezTo>
                  <a:pt x="4610716" y="1668036"/>
                  <a:pt x="4605090" y="1665277"/>
                  <a:pt x="4598926" y="1663178"/>
                </a:cubicBezTo>
                <a:cubicBezTo>
                  <a:pt x="4588025" y="1686237"/>
                  <a:pt x="4544698" y="1649138"/>
                  <a:pt x="4547069" y="1670642"/>
                </a:cubicBezTo>
                <a:lnTo>
                  <a:pt x="4523516" y="1669785"/>
                </a:lnTo>
                <a:lnTo>
                  <a:pt x="4500586" y="1675912"/>
                </a:lnTo>
                <a:lnTo>
                  <a:pt x="4488196" y="1683463"/>
                </a:lnTo>
                <a:lnTo>
                  <a:pt x="4445463" y="1695634"/>
                </a:lnTo>
                <a:lnTo>
                  <a:pt x="4446550" y="1680538"/>
                </a:lnTo>
                <a:lnTo>
                  <a:pt x="4365375" y="1697935"/>
                </a:lnTo>
                <a:lnTo>
                  <a:pt x="4305123" y="1714185"/>
                </a:lnTo>
                <a:lnTo>
                  <a:pt x="4292665" y="1720703"/>
                </a:lnTo>
                <a:lnTo>
                  <a:pt x="4276789" y="1718367"/>
                </a:lnTo>
                <a:cubicBezTo>
                  <a:pt x="4274740" y="1717359"/>
                  <a:pt x="4273021" y="1716157"/>
                  <a:pt x="4271683" y="1714801"/>
                </a:cubicBezTo>
                <a:lnTo>
                  <a:pt x="4223918" y="1728936"/>
                </a:lnTo>
                <a:lnTo>
                  <a:pt x="4218039" y="1729885"/>
                </a:lnTo>
                <a:lnTo>
                  <a:pt x="4177153" y="1733691"/>
                </a:lnTo>
                <a:lnTo>
                  <a:pt x="4051032" y="1728886"/>
                </a:lnTo>
                <a:cubicBezTo>
                  <a:pt x="4055072" y="1717510"/>
                  <a:pt x="4022108" y="1735873"/>
                  <a:pt x="4013978" y="1727679"/>
                </a:cubicBezTo>
                <a:cubicBezTo>
                  <a:pt x="4008905" y="1720660"/>
                  <a:pt x="3997723" y="1724594"/>
                  <a:pt x="3987857" y="1724282"/>
                </a:cubicBezTo>
                <a:cubicBezTo>
                  <a:pt x="3978476" y="1718309"/>
                  <a:pt x="3931683" y="1723723"/>
                  <a:pt x="3916852" y="1729184"/>
                </a:cubicBezTo>
                <a:cubicBezTo>
                  <a:pt x="3876910" y="1749138"/>
                  <a:pt x="3829523" y="1727824"/>
                  <a:pt x="3797263" y="1742976"/>
                </a:cubicBezTo>
                <a:cubicBezTo>
                  <a:pt x="3769922" y="1744951"/>
                  <a:pt x="3760682" y="1742230"/>
                  <a:pt x="3752806" y="1741033"/>
                </a:cubicBezTo>
                <a:lnTo>
                  <a:pt x="3749997" y="1735799"/>
                </a:lnTo>
                <a:lnTo>
                  <a:pt x="3736582" y="1735907"/>
                </a:lnTo>
                <a:lnTo>
                  <a:pt x="3733428" y="1734881"/>
                </a:lnTo>
                <a:cubicBezTo>
                  <a:pt x="3727408" y="1732899"/>
                  <a:pt x="3721365" y="1731108"/>
                  <a:pt x="3714911" y="1730056"/>
                </a:cubicBezTo>
                <a:cubicBezTo>
                  <a:pt x="3708355" y="1754554"/>
                  <a:pt x="3658933" y="1725152"/>
                  <a:pt x="3665172" y="1745936"/>
                </a:cubicBezTo>
                <a:cubicBezTo>
                  <a:pt x="3628569" y="1744420"/>
                  <a:pt x="3583742" y="1775884"/>
                  <a:pt x="3552006" y="1755220"/>
                </a:cubicBezTo>
                <a:cubicBezTo>
                  <a:pt x="3497522" y="1758390"/>
                  <a:pt x="3448310" y="1757433"/>
                  <a:pt x="3390301" y="1762546"/>
                </a:cubicBezTo>
                <a:cubicBezTo>
                  <a:pt x="3345266" y="1774524"/>
                  <a:pt x="3297039" y="1758531"/>
                  <a:pt x="3264312" y="1774620"/>
                </a:cubicBezTo>
                <a:cubicBezTo>
                  <a:pt x="3212634" y="1771139"/>
                  <a:pt x="3147905" y="1780248"/>
                  <a:pt x="3106901" y="1804264"/>
                </a:cubicBezTo>
                <a:cubicBezTo>
                  <a:pt x="3051355" y="1805490"/>
                  <a:pt x="3041708" y="1820368"/>
                  <a:pt x="2993303" y="1806542"/>
                </a:cubicBezTo>
                <a:cubicBezTo>
                  <a:pt x="2989182" y="1810139"/>
                  <a:pt x="2984377" y="1813039"/>
                  <a:pt x="2979115" y="1815432"/>
                </a:cubicBezTo>
                <a:lnTo>
                  <a:pt x="2963118" y="1820962"/>
                </a:lnTo>
                <a:lnTo>
                  <a:pt x="2961156" y="1820297"/>
                </a:lnTo>
                <a:lnTo>
                  <a:pt x="2925719" y="1828468"/>
                </a:lnTo>
                <a:lnTo>
                  <a:pt x="2857951" y="1842496"/>
                </a:lnTo>
                <a:lnTo>
                  <a:pt x="2857427" y="1841591"/>
                </a:lnTo>
                <a:cubicBezTo>
                  <a:pt x="2855386" y="1839734"/>
                  <a:pt x="2852250" y="1838690"/>
                  <a:pt x="2846731" y="1839316"/>
                </a:cubicBezTo>
                <a:cubicBezTo>
                  <a:pt x="2855175" y="1823564"/>
                  <a:pt x="2843311" y="1834035"/>
                  <a:pt x="2826290" y="1837274"/>
                </a:cubicBezTo>
                <a:cubicBezTo>
                  <a:pt x="2835609" y="1813530"/>
                  <a:pt x="2787284" y="1831665"/>
                  <a:pt x="2779146" y="1820071"/>
                </a:cubicBezTo>
                <a:cubicBezTo>
                  <a:pt x="2766432" y="1822985"/>
                  <a:pt x="2753158" y="1825635"/>
                  <a:pt x="2739608" y="1827861"/>
                </a:cubicBezTo>
                <a:lnTo>
                  <a:pt x="2731631" y="1828881"/>
                </a:lnTo>
                <a:cubicBezTo>
                  <a:pt x="2731575" y="1828813"/>
                  <a:pt x="2731521" y="1828744"/>
                  <a:pt x="2731464" y="1828677"/>
                </a:cubicBezTo>
                <a:cubicBezTo>
                  <a:pt x="2729715" y="1828415"/>
                  <a:pt x="2727085" y="1828569"/>
                  <a:pt x="2723037" y="1829303"/>
                </a:cubicBezTo>
                <a:lnTo>
                  <a:pt x="2701616" y="1832725"/>
                </a:lnTo>
                <a:lnTo>
                  <a:pt x="2696239" y="1831904"/>
                </a:lnTo>
                <a:lnTo>
                  <a:pt x="2663445" y="1825958"/>
                </a:lnTo>
                <a:cubicBezTo>
                  <a:pt x="2641260" y="1825904"/>
                  <a:pt x="2595040" y="1827674"/>
                  <a:pt x="2560925" y="1829094"/>
                </a:cubicBezTo>
                <a:cubicBezTo>
                  <a:pt x="2527977" y="1836499"/>
                  <a:pt x="2496507" y="1831991"/>
                  <a:pt x="2458739" y="1834479"/>
                </a:cubicBezTo>
                <a:cubicBezTo>
                  <a:pt x="2419379" y="1848893"/>
                  <a:pt x="2396428" y="1834257"/>
                  <a:pt x="2356074" y="1836991"/>
                </a:cubicBezTo>
                <a:cubicBezTo>
                  <a:pt x="2323435" y="1857644"/>
                  <a:pt x="2325610" y="1826053"/>
                  <a:pt x="2304241" y="1822021"/>
                </a:cubicBezTo>
                <a:lnTo>
                  <a:pt x="2298362" y="1822125"/>
                </a:lnTo>
                <a:lnTo>
                  <a:pt x="2283527" y="1826361"/>
                </a:lnTo>
                <a:lnTo>
                  <a:pt x="2278150" y="1828604"/>
                </a:lnTo>
                <a:cubicBezTo>
                  <a:pt x="2274371" y="1829907"/>
                  <a:pt x="2271762" y="1830461"/>
                  <a:pt x="2269853" y="1830502"/>
                </a:cubicBezTo>
                <a:lnTo>
                  <a:pt x="2269585" y="1830341"/>
                </a:lnTo>
                <a:lnTo>
                  <a:pt x="2225332" y="1845825"/>
                </a:lnTo>
                <a:cubicBezTo>
                  <a:pt x="2211505" y="1836594"/>
                  <a:pt x="2170867" y="1860661"/>
                  <a:pt x="2169048" y="1837658"/>
                </a:cubicBezTo>
                <a:cubicBezTo>
                  <a:pt x="2153238" y="1843278"/>
                  <a:pt x="2146132" y="1854645"/>
                  <a:pt x="2147231" y="1839027"/>
                </a:cubicBezTo>
                <a:cubicBezTo>
                  <a:pt x="2141901" y="1840465"/>
                  <a:pt x="2138205" y="1840014"/>
                  <a:pt x="2135241" y="1838652"/>
                </a:cubicBezTo>
                <a:lnTo>
                  <a:pt x="2099215" y="1850768"/>
                </a:lnTo>
                <a:lnTo>
                  <a:pt x="2094046" y="1850806"/>
                </a:lnTo>
                <a:lnTo>
                  <a:pt x="2071850" y="1861319"/>
                </a:lnTo>
                <a:lnTo>
                  <a:pt x="2039607" y="1874318"/>
                </a:lnTo>
                <a:lnTo>
                  <a:pt x="2037289" y="1874025"/>
                </a:lnTo>
                <a:lnTo>
                  <a:pt x="2023615" y="1881562"/>
                </a:lnTo>
                <a:cubicBezTo>
                  <a:pt x="2019390" y="1884562"/>
                  <a:pt x="1959668" y="1894795"/>
                  <a:pt x="1957176" y="1898709"/>
                </a:cubicBezTo>
                <a:cubicBezTo>
                  <a:pt x="1901224" y="1893805"/>
                  <a:pt x="1914145" y="1913274"/>
                  <a:pt x="1858081" y="1923144"/>
                </a:cubicBezTo>
                <a:cubicBezTo>
                  <a:pt x="1819487" y="1923227"/>
                  <a:pt x="1798952" y="1929741"/>
                  <a:pt x="1738865" y="1944965"/>
                </a:cubicBezTo>
                <a:cubicBezTo>
                  <a:pt x="1698633" y="1955957"/>
                  <a:pt x="1670491" y="1978862"/>
                  <a:pt x="1616692" y="1989107"/>
                </a:cubicBezTo>
                <a:cubicBezTo>
                  <a:pt x="1565257" y="2022368"/>
                  <a:pt x="1474172" y="2022156"/>
                  <a:pt x="1411898" y="2046254"/>
                </a:cubicBezTo>
                <a:cubicBezTo>
                  <a:pt x="1380237" y="2035952"/>
                  <a:pt x="1386648" y="2042292"/>
                  <a:pt x="1375780" y="2047961"/>
                </a:cubicBezTo>
                <a:cubicBezTo>
                  <a:pt x="1375756" y="2047968"/>
                  <a:pt x="1375731" y="2047974"/>
                  <a:pt x="1375707" y="2047981"/>
                </a:cubicBezTo>
                <a:lnTo>
                  <a:pt x="1285585" y="2047113"/>
                </a:lnTo>
                <a:cubicBezTo>
                  <a:pt x="1279541" y="2043453"/>
                  <a:pt x="1272537" y="2040974"/>
                  <a:pt x="1263658" y="2041397"/>
                </a:cubicBezTo>
                <a:cubicBezTo>
                  <a:pt x="1212454" y="2058890"/>
                  <a:pt x="1258499" y="2026611"/>
                  <a:pt x="1170403" y="2033399"/>
                </a:cubicBezTo>
                <a:cubicBezTo>
                  <a:pt x="1166530" y="2036274"/>
                  <a:pt x="1154254" y="2033463"/>
                  <a:pt x="1153718" y="2029576"/>
                </a:cubicBezTo>
                <a:cubicBezTo>
                  <a:pt x="1148486" y="2030819"/>
                  <a:pt x="1137980" y="2038354"/>
                  <a:pt x="1133937" y="2032149"/>
                </a:cubicBezTo>
                <a:cubicBezTo>
                  <a:pt x="1104720" y="2031606"/>
                  <a:pt x="1077532" y="2035424"/>
                  <a:pt x="1054999" y="2043242"/>
                </a:cubicBezTo>
                <a:cubicBezTo>
                  <a:pt x="1024875" y="2038090"/>
                  <a:pt x="1020473" y="2042711"/>
                  <a:pt x="1018405" y="2048281"/>
                </a:cubicBezTo>
                <a:lnTo>
                  <a:pt x="1016563" y="2051718"/>
                </a:lnTo>
                <a:lnTo>
                  <a:pt x="1008284" y="2046742"/>
                </a:lnTo>
                <a:cubicBezTo>
                  <a:pt x="999244" y="2043620"/>
                  <a:pt x="990505" y="2044937"/>
                  <a:pt x="981974" y="2048363"/>
                </a:cubicBezTo>
                <a:lnTo>
                  <a:pt x="971903" y="2053484"/>
                </a:lnTo>
                <a:lnTo>
                  <a:pt x="954015" y="2052529"/>
                </a:lnTo>
                <a:cubicBezTo>
                  <a:pt x="931960" y="2051365"/>
                  <a:pt x="861352" y="2046214"/>
                  <a:pt x="839571" y="2046509"/>
                </a:cubicBezTo>
                <a:lnTo>
                  <a:pt x="823321" y="2054296"/>
                </a:lnTo>
                <a:lnTo>
                  <a:pt x="800990" y="2051523"/>
                </a:lnTo>
                <a:cubicBezTo>
                  <a:pt x="790723" y="2052171"/>
                  <a:pt x="782268" y="2055403"/>
                  <a:pt x="776439" y="2062634"/>
                </a:cubicBezTo>
                <a:cubicBezTo>
                  <a:pt x="773155" y="2056184"/>
                  <a:pt x="769593" y="2059253"/>
                  <a:pt x="763041" y="2063995"/>
                </a:cubicBezTo>
                <a:lnTo>
                  <a:pt x="757863" y="2065877"/>
                </a:lnTo>
                <a:lnTo>
                  <a:pt x="745053" y="2051831"/>
                </a:lnTo>
                <a:lnTo>
                  <a:pt x="722609" y="2049504"/>
                </a:lnTo>
                <a:lnTo>
                  <a:pt x="717618" y="2042131"/>
                </a:lnTo>
                <a:lnTo>
                  <a:pt x="703285" y="2046808"/>
                </a:lnTo>
                <a:cubicBezTo>
                  <a:pt x="698219" y="2048137"/>
                  <a:pt x="690058" y="2049926"/>
                  <a:pt x="680199" y="2051947"/>
                </a:cubicBezTo>
                <a:lnTo>
                  <a:pt x="667351" y="2054469"/>
                </a:lnTo>
                <a:lnTo>
                  <a:pt x="660961" y="2049404"/>
                </a:lnTo>
                <a:lnTo>
                  <a:pt x="638282" y="2060093"/>
                </a:lnTo>
                <a:lnTo>
                  <a:pt x="583551" y="2070197"/>
                </a:lnTo>
                <a:cubicBezTo>
                  <a:pt x="569268" y="2091365"/>
                  <a:pt x="529124" y="2053106"/>
                  <a:pt x="525274" y="2079137"/>
                </a:cubicBezTo>
                <a:cubicBezTo>
                  <a:pt x="506495" y="2056498"/>
                  <a:pt x="440091" y="2069666"/>
                  <a:pt x="405635" y="2059339"/>
                </a:cubicBezTo>
                <a:cubicBezTo>
                  <a:pt x="397410" y="2069278"/>
                  <a:pt x="294416" y="2032966"/>
                  <a:pt x="281555" y="2022847"/>
                </a:cubicBezTo>
                <a:cubicBezTo>
                  <a:pt x="171589" y="1986245"/>
                  <a:pt x="126791" y="1985528"/>
                  <a:pt x="98513" y="1969504"/>
                </a:cubicBezTo>
                <a:cubicBezTo>
                  <a:pt x="85544" y="1965247"/>
                  <a:pt x="73324" y="1958000"/>
                  <a:pt x="56191" y="1950709"/>
                </a:cubicBezTo>
                <a:lnTo>
                  <a:pt x="0" y="19357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D73C71-A0FB-FE1A-440B-07D9BD5E0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6" y="548640"/>
            <a:ext cx="9543405" cy="1188720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Project Objectives</a:t>
            </a:r>
            <a:endParaRPr lang="he-IL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A5301E3F-5014-AF52-BC5E-53B388FDF9B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957987" y="2295243"/>
            <a:ext cx="8276026" cy="345655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 lnSpcReduction="10000"/>
          </a:bodyPr>
          <a:lstStyle/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Accessibility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Provide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easy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access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to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vision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impairment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detection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tools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Scientific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Validity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Offer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scientifically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validated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vision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tests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Early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Detection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Encourage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early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intervention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to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prevent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further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vision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deterioration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Data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Tracking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Store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user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results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and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allow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users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to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track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their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vision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health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over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time</a:t>
            </a:r>
            <a:r>
              <a:rPr kumimoji="0" lang="en-US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42DCE2C-2863-46FA-9BE7-24365A24D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24586" y="5970896"/>
            <a:ext cx="9967416" cy="887104"/>
          </a:xfrm>
          <a:custGeom>
            <a:avLst/>
            <a:gdLst>
              <a:gd name="connsiteX0" fmla="*/ 4686423 w 9517857"/>
              <a:gd name="connsiteY0" fmla="*/ 247919 h 918356"/>
              <a:gd name="connsiteX1" fmla="*/ 4689051 w 9517857"/>
              <a:gd name="connsiteY1" fmla="*/ 250968 h 918356"/>
              <a:gd name="connsiteX2" fmla="*/ 4687244 w 9517857"/>
              <a:gd name="connsiteY2" fmla="*/ 251298 h 918356"/>
              <a:gd name="connsiteX3" fmla="*/ 4685225 w 9517857"/>
              <a:gd name="connsiteY3" fmla="*/ 246530 h 918356"/>
              <a:gd name="connsiteX4" fmla="*/ 4686133 w 9517857"/>
              <a:gd name="connsiteY4" fmla="*/ 246727 h 918356"/>
              <a:gd name="connsiteX5" fmla="*/ 4686423 w 9517857"/>
              <a:gd name="connsiteY5" fmla="*/ 247919 h 918356"/>
              <a:gd name="connsiteX6" fmla="*/ 9517856 w 9517857"/>
              <a:gd name="connsiteY6" fmla="*/ 0 h 918356"/>
              <a:gd name="connsiteX7" fmla="*/ 9517857 w 9517857"/>
              <a:gd name="connsiteY7" fmla="*/ 12 h 918356"/>
              <a:gd name="connsiteX8" fmla="*/ 9517857 w 9517857"/>
              <a:gd name="connsiteY8" fmla="*/ 918356 h 918356"/>
              <a:gd name="connsiteX9" fmla="*/ 14604 w 9517857"/>
              <a:gd name="connsiteY9" fmla="*/ 918356 h 918356"/>
              <a:gd name="connsiteX10" fmla="*/ 12841 w 9517857"/>
              <a:gd name="connsiteY10" fmla="*/ 917763 h 918356"/>
              <a:gd name="connsiteX11" fmla="*/ 93 w 9517857"/>
              <a:gd name="connsiteY11" fmla="*/ 912471 h 918356"/>
              <a:gd name="connsiteX12" fmla="*/ 58674 w 9517857"/>
              <a:gd name="connsiteY12" fmla="*/ 890322 h 918356"/>
              <a:gd name="connsiteX13" fmla="*/ 275005 w 9517857"/>
              <a:gd name="connsiteY13" fmla="*/ 807229 h 918356"/>
              <a:gd name="connsiteX14" fmla="*/ 587824 w 9517857"/>
              <a:gd name="connsiteY14" fmla="*/ 798195 h 918356"/>
              <a:gd name="connsiteX15" fmla="*/ 651826 w 9517857"/>
              <a:gd name="connsiteY15" fmla="*/ 738338 h 918356"/>
              <a:gd name="connsiteX16" fmla="*/ 727985 w 9517857"/>
              <a:gd name="connsiteY16" fmla="*/ 719826 h 918356"/>
              <a:gd name="connsiteX17" fmla="*/ 778982 w 9517857"/>
              <a:gd name="connsiteY17" fmla="*/ 710142 h 918356"/>
              <a:gd name="connsiteX18" fmla="*/ 849944 w 9517857"/>
              <a:gd name="connsiteY18" fmla="*/ 717987 h 918356"/>
              <a:gd name="connsiteX19" fmla="*/ 921659 w 9517857"/>
              <a:gd name="connsiteY19" fmla="*/ 712695 h 918356"/>
              <a:gd name="connsiteX20" fmla="*/ 930946 w 9517857"/>
              <a:gd name="connsiteY20" fmla="*/ 734046 h 918356"/>
              <a:gd name="connsiteX21" fmla="*/ 986250 w 9517857"/>
              <a:gd name="connsiteY21" fmla="*/ 713530 h 918356"/>
              <a:gd name="connsiteX22" fmla="*/ 1013752 w 9517857"/>
              <a:gd name="connsiteY22" fmla="*/ 713361 h 918356"/>
              <a:gd name="connsiteX23" fmla="*/ 1023734 w 9517857"/>
              <a:gd name="connsiteY23" fmla="*/ 718571 h 918356"/>
              <a:gd name="connsiteX24" fmla="*/ 1063207 w 9517857"/>
              <a:gd name="connsiteY24" fmla="*/ 715651 h 918356"/>
              <a:gd name="connsiteX25" fmla="*/ 1081980 w 9517857"/>
              <a:gd name="connsiteY25" fmla="*/ 738455 h 918356"/>
              <a:gd name="connsiteX26" fmla="*/ 1218120 w 9517857"/>
              <a:gd name="connsiteY26" fmla="*/ 713280 h 918356"/>
              <a:gd name="connsiteX27" fmla="*/ 1397459 w 9517857"/>
              <a:gd name="connsiteY27" fmla="*/ 691190 h 918356"/>
              <a:gd name="connsiteX28" fmla="*/ 1580688 w 9517857"/>
              <a:gd name="connsiteY28" fmla="*/ 693697 h 918356"/>
              <a:gd name="connsiteX29" fmla="*/ 1772334 w 9517857"/>
              <a:gd name="connsiteY29" fmla="*/ 710640 h 918356"/>
              <a:gd name="connsiteX30" fmla="*/ 2002561 w 9517857"/>
              <a:gd name="connsiteY30" fmla="*/ 659917 h 918356"/>
              <a:gd name="connsiteX31" fmla="*/ 2135144 w 9517857"/>
              <a:gd name="connsiteY31" fmla="*/ 636501 h 918356"/>
              <a:gd name="connsiteX32" fmla="*/ 2440292 w 9517857"/>
              <a:gd name="connsiteY32" fmla="*/ 593862 h 918356"/>
              <a:gd name="connsiteX33" fmla="*/ 2547829 w 9517857"/>
              <a:gd name="connsiteY33" fmla="*/ 566150 h 918356"/>
              <a:gd name="connsiteX34" fmla="*/ 2658055 w 9517857"/>
              <a:gd name="connsiteY34" fmla="*/ 578727 h 918356"/>
              <a:gd name="connsiteX35" fmla="*/ 2693698 w 9517857"/>
              <a:gd name="connsiteY35" fmla="*/ 560029 h 918356"/>
              <a:gd name="connsiteX36" fmla="*/ 2699673 w 9517857"/>
              <a:gd name="connsiteY36" fmla="*/ 556400 h 918356"/>
              <a:gd name="connsiteX37" fmla="*/ 2727306 w 9517857"/>
              <a:gd name="connsiteY37" fmla="*/ 550698 h 918356"/>
              <a:gd name="connsiteX38" fmla="*/ 2730451 w 9517857"/>
              <a:gd name="connsiteY38" fmla="*/ 538058 h 918356"/>
              <a:gd name="connsiteX39" fmla="*/ 2768713 w 9517857"/>
              <a:gd name="connsiteY39" fmla="*/ 521575 h 918356"/>
              <a:gd name="connsiteX40" fmla="*/ 2820868 w 9517857"/>
              <a:gd name="connsiteY40" fmla="*/ 514160 h 918356"/>
              <a:gd name="connsiteX41" fmla="*/ 3073635 w 9517857"/>
              <a:gd name="connsiteY41" fmla="*/ 491294 h 918356"/>
              <a:gd name="connsiteX42" fmla="*/ 3222071 w 9517857"/>
              <a:gd name="connsiteY42" fmla="*/ 470559 h 918356"/>
              <a:gd name="connsiteX43" fmla="*/ 3274069 w 9517857"/>
              <a:gd name="connsiteY43" fmla="*/ 451605 h 918356"/>
              <a:gd name="connsiteX44" fmla="*/ 3349632 w 9517857"/>
              <a:gd name="connsiteY44" fmla="*/ 432583 h 918356"/>
              <a:gd name="connsiteX45" fmla="*/ 3479593 w 9517857"/>
              <a:gd name="connsiteY45" fmla="*/ 390437 h 918356"/>
              <a:gd name="connsiteX46" fmla="*/ 3660110 w 9517857"/>
              <a:gd name="connsiteY46" fmla="*/ 348726 h 918356"/>
              <a:gd name="connsiteX47" fmla="*/ 3750023 w 9517857"/>
              <a:gd name="connsiteY47" fmla="*/ 370678 h 918356"/>
              <a:gd name="connsiteX48" fmla="*/ 3844133 w 9517857"/>
              <a:gd name="connsiteY48" fmla="*/ 360648 h 918356"/>
              <a:gd name="connsiteX49" fmla="*/ 3913545 w 9517857"/>
              <a:gd name="connsiteY49" fmla="*/ 344235 h 918356"/>
              <a:gd name="connsiteX50" fmla="*/ 4266740 w 9517857"/>
              <a:gd name="connsiteY50" fmla="*/ 361454 h 918356"/>
              <a:gd name="connsiteX51" fmla="*/ 4430770 w 9517857"/>
              <a:gd name="connsiteY51" fmla="*/ 342643 h 918356"/>
              <a:gd name="connsiteX52" fmla="*/ 4512664 w 9517857"/>
              <a:gd name="connsiteY52" fmla="*/ 319948 h 918356"/>
              <a:gd name="connsiteX53" fmla="*/ 4616423 w 9517857"/>
              <a:gd name="connsiteY53" fmla="*/ 290914 h 918356"/>
              <a:gd name="connsiteX54" fmla="*/ 4691675 w 9517857"/>
              <a:gd name="connsiteY54" fmla="*/ 254011 h 918356"/>
              <a:gd name="connsiteX55" fmla="*/ 4689051 w 9517857"/>
              <a:gd name="connsiteY55" fmla="*/ 250968 h 918356"/>
              <a:gd name="connsiteX56" fmla="*/ 4719994 w 9517857"/>
              <a:gd name="connsiteY56" fmla="*/ 245307 h 918356"/>
              <a:gd name="connsiteX57" fmla="*/ 4752894 w 9517857"/>
              <a:gd name="connsiteY57" fmla="*/ 239875 h 918356"/>
              <a:gd name="connsiteX58" fmla="*/ 4769329 w 9517857"/>
              <a:gd name="connsiteY58" fmla="*/ 233585 h 918356"/>
              <a:gd name="connsiteX59" fmla="*/ 4775634 w 9517857"/>
              <a:gd name="connsiteY59" fmla="*/ 234063 h 918356"/>
              <a:gd name="connsiteX60" fmla="*/ 4790452 w 9517857"/>
              <a:gd name="connsiteY60" fmla="*/ 233572 h 918356"/>
              <a:gd name="connsiteX61" fmla="*/ 4789062 w 9517857"/>
              <a:gd name="connsiteY61" fmla="*/ 241924 h 918356"/>
              <a:gd name="connsiteX62" fmla="*/ 4827826 w 9517857"/>
              <a:gd name="connsiteY62" fmla="*/ 246977 h 918356"/>
              <a:gd name="connsiteX63" fmla="*/ 4892569 w 9517857"/>
              <a:gd name="connsiteY63" fmla="*/ 249933 h 918356"/>
              <a:gd name="connsiteX64" fmla="*/ 4896611 w 9517857"/>
              <a:gd name="connsiteY64" fmla="*/ 240448 h 918356"/>
              <a:gd name="connsiteX65" fmla="*/ 4917286 w 9517857"/>
              <a:gd name="connsiteY65" fmla="*/ 243659 h 918356"/>
              <a:gd name="connsiteX66" fmla="*/ 4981173 w 9517857"/>
              <a:gd name="connsiteY66" fmla="*/ 247103 h 918356"/>
              <a:gd name="connsiteX67" fmla="*/ 5060397 w 9517857"/>
              <a:gd name="connsiteY67" fmla="*/ 263688 h 918356"/>
              <a:gd name="connsiteX68" fmla="*/ 5252996 w 9517857"/>
              <a:gd name="connsiteY68" fmla="*/ 270655 h 918356"/>
              <a:gd name="connsiteX69" fmla="*/ 5358056 w 9517857"/>
              <a:gd name="connsiteY69" fmla="*/ 247248 h 918356"/>
              <a:gd name="connsiteX70" fmla="*/ 5426496 w 9517857"/>
              <a:gd name="connsiteY70" fmla="*/ 235142 h 918356"/>
              <a:gd name="connsiteX71" fmla="*/ 5497161 w 9517857"/>
              <a:gd name="connsiteY71" fmla="*/ 228808 h 918356"/>
              <a:gd name="connsiteX72" fmla="*/ 5826043 w 9517857"/>
              <a:gd name="connsiteY72" fmla="*/ 148073 h 918356"/>
              <a:gd name="connsiteX73" fmla="*/ 6013415 w 9517857"/>
              <a:gd name="connsiteY73" fmla="*/ 137316 h 918356"/>
              <a:gd name="connsiteX74" fmla="*/ 6080994 w 9517857"/>
              <a:gd name="connsiteY74" fmla="*/ 142938 h 918356"/>
              <a:gd name="connsiteX75" fmla="*/ 6194152 w 9517857"/>
              <a:gd name="connsiteY75" fmla="*/ 151772 h 918356"/>
              <a:gd name="connsiteX76" fmla="*/ 6281379 w 9517857"/>
              <a:gd name="connsiteY76" fmla="*/ 181626 h 918356"/>
              <a:gd name="connsiteX77" fmla="*/ 6374947 w 9517857"/>
              <a:gd name="connsiteY77" fmla="*/ 179799 h 918356"/>
              <a:gd name="connsiteX78" fmla="*/ 6448518 w 9517857"/>
              <a:gd name="connsiteY78" fmla="*/ 164378 h 918356"/>
              <a:gd name="connsiteX79" fmla="*/ 6544700 w 9517857"/>
              <a:gd name="connsiteY79" fmla="*/ 167161 h 918356"/>
              <a:gd name="connsiteX80" fmla="*/ 6648353 w 9517857"/>
              <a:gd name="connsiteY80" fmla="*/ 172250 h 918356"/>
              <a:gd name="connsiteX81" fmla="*/ 6736227 w 9517857"/>
              <a:gd name="connsiteY81" fmla="*/ 173216 h 918356"/>
              <a:gd name="connsiteX82" fmla="*/ 6977218 w 9517857"/>
              <a:gd name="connsiteY82" fmla="*/ 184289 h 918356"/>
              <a:gd name="connsiteX83" fmla="*/ 7065221 w 9517857"/>
              <a:gd name="connsiteY83" fmla="*/ 227531 h 918356"/>
              <a:gd name="connsiteX84" fmla="*/ 7366876 w 9517857"/>
              <a:gd name="connsiteY84" fmla="*/ 248468 h 918356"/>
              <a:gd name="connsiteX85" fmla="*/ 7565449 w 9517857"/>
              <a:gd name="connsiteY85" fmla="*/ 258950 h 918356"/>
              <a:gd name="connsiteX86" fmla="*/ 7599285 w 9517857"/>
              <a:gd name="connsiteY86" fmla="*/ 266021 h 918356"/>
              <a:gd name="connsiteX87" fmla="*/ 7644411 w 9517857"/>
              <a:gd name="connsiteY87" fmla="*/ 258986 h 918356"/>
              <a:gd name="connsiteX88" fmla="*/ 7825110 w 9517857"/>
              <a:gd name="connsiteY88" fmla="*/ 229109 h 918356"/>
              <a:gd name="connsiteX89" fmla="*/ 7965804 w 9517857"/>
              <a:gd name="connsiteY89" fmla="*/ 190545 h 918356"/>
              <a:gd name="connsiteX90" fmla="*/ 8147401 w 9517857"/>
              <a:gd name="connsiteY90" fmla="*/ 205617 h 918356"/>
              <a:gd name="connsiteX91" fmla="*/ 8256033 w 9517857"/>
              <a:gd name="connsiteY91" fmla="*/ 193713 h 918356"/>
              <a:gd name="connsiteX92" fmla="*/ 8410677 w 9517857"/>
              <a:gd name="connsiteY92" fmla="*/ 172167 h 918356"/>
              <a:gd name="connsiteX93" fmla="*/ 8617841 w 9517857"/>
              <a:gd name="connsiteY93" fmla="*/ 155167 h 918356"/>
              <a:gd name="connsiteX94" fmla="*/ 8715976 w 9517857"/>
              <a:gd name="connsiteY94" fmla="*/ 178374 h 918356"/>
              <a:gd name="connsiteX95" fmla="*/ 8778827 w 9517857"/>
              <a:gd name="connsiteY95" fmla="*/ 172936 h 918356"/>
              <a:gd name="connsiteX96" fmla="*/ 8840778 w 9517857"/>
              <a:gd name="connsiteY96" fmla="*/ 143149 h 918356"/>
              <a:gd name="connsiteX97" fmla="*/ 9010380 w 9517857"/>
              <a:gd name="connsiteY97" fmla="*/ 91891 h 918356"/>
              <a:gd name="connsiteX98" fmla="*/ 9110856 w 9517857"/>
              <a:gd name="connsiteY98" fmla="*/ 70997 h 918356"/>
              <a:gd name="connsiteX99" fmla="*/ 9268817 w 9517857"/>
              <a:gd name="connsiteY99" fmla="*/ 53082 h 918356"/>
              <a:gd name="connsiteX100" fmla="*/ 9316667 w 9517857"/>
              <a:gd name="connsiteY100" fmla="*/ 45047 h 918356"/>
              <a:gd name="connsiteX101" fmla="*/ 9428209 w 9517857"/>
              <a:gd name="connsiteY101" fmla="*/ 29923 h 918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9517857" h="918356">
                <a:moveTo>
                  <a:pt x="4686423" y="247919"/>
                </a:moveTo>
                <a:lnTo>
                  <a:pt x="4689051" y="250968"/>
                </a:lnTo>
                <a:lnTo>
                  <a:pt x="4687244" y="251298"/>
                </a:lnTo>
                <a:close/>
                <a:moveTo>
                  <a:pt x="4685225" y="246530"/>
                </a:moveTo>
                <a:cubicBezTo>
                  <a:pt x="4688837" y="243198"/>
                  <a:pt x="4687468" y="244598"/>
                  <a:pt x="4686133" y="246727"/>
                </a:cubicBezTo>
                <a:lnTo>
                  <a:pt x="4686423" y="247919"/>
                </a:lnTo>
                <a:close/>
                <a:moveTo>
                  <a:pt x="9517856" y="0"/>
                </a:moveTo>
                <a:lnTo>
                  <a:pt x="9517857" y="12"/>
                </a:lnTo>
                <a:lnTo>
                  <a:pt x="9517857" y="918356"/>
                </a:lnTo>
                <a:lnTo>
                  <a:pt x="14604" y="918356"/>
                </a:lnTo>
                <a:lnTo>
                  <a:pt x="12841" y="917763"/>
                </a:lnTo>
                <a:cubicBezTo>
                  <a:pt x="4532" y="914864"/>
                  <a:pt x="-773" y="912807"/>
                  <a:pt x="93" y="912471"/>
                </a:cubicBezTo>
                <a:cubicBezTo>
                  <a:pt x="172" y="912298"/>
                  <a:pt x="58594" y="890495"/>
                  <a:pt x="58674" y="890322"/>
                </a:cubicBezTo>
                <a:cubicBezTo>
                  <a:pt x="127436" y="929614"/>
                  <a:pt x="206243" y="828226"/>
                  <a:pt x="275005" y="807229"/>
                </a:cubicBezTo>
                <a:cubicBezTo>
                  <a:pt x="303983" y="806087"/>
                  <a:pt x="504960" y="777375"/>
                  <a:pt x="587824" y="798195"/>
                </a:cubicBezTo>
                <a:cubicBezTo>
                  <a:pt x="598733" y="769348"/>
                  <a:pt x="682904" y="785924"/>
                  <a:pt x="651826" y="738338"/>
                </a:cubicBezTo>
                <a:cubicBezTo>
                  <a:pt x="688440" y="737862"/>
                  <a:pt x="753255" y="750396"/>
                  <a:pt x="727985" y="719826"/>
                </a:cubicBezTo>
                <a:cubicBezTo>
                  <a:pt x="739648" y="718749"/>
                  <a:pt x="775717" y="715087"/>
                  <a:pt x="778982" y="710142"/>
                </a:cubicBezTo>
                <a:cubicBezTo>
                  <a:pt x="779189" y="709407"/>
                  <a:pt x="849736" y="718721"/>
                  <a:pt x="849944" y="717987"/>
                </a:cubicBezTo>
                <a:lnTo>
                  <a:pt x="921659" y="712695"/>
                </a:lnTo>
                <a:lnTo>
                  <a:pt x="930946" y="734046"/>
                </a:lnTo>
                <a:lnTo>
                  <a:pt x="986250" y="713530"/>
                </a:lnTo>
                <a:lnTo>
                  <a:pt x="1013752" y="713361"/>
                </a:lnTo>
                <a:lnTo>
                  <a:pt x="1023734" y="718571"/>
                </a:lnTo>
                <a:cubicBezTo>
                  <a:pt x="1033291" y="721276"/>
                  <a:pt x="1045398" y="721394"/>
                  <a:pt x="1063207" y="715651"/>
                </a:cubicBezTo>
                <a:lnTo>
                  <a:pt x="1081980" y="738455"/>
                </a:lnTo>
                <a:lnTo>
                  <a:pt x="1218120" y="713280"/>
                </a:lnTo>
                <a:cubicBezTo>
                  <a:pt x="1230137" y="716162"/>
                  <a:pt x="1387179" y="685179"/>
                  <a:pt x="1397459" y="691190"/>
                </a:cubicBezTo>
                <a:cubicBezTo>
                  <a:pt x="1490025" y="704984"/>
                  <a:pt x="1465878" y="715604"/>
                  <a:pt x="1580688" y="693697"/>
                </a:cubicBezTo>
                <a:cubicBezTo>
                  <a:pt x="1607067" y="704379"/>
                  <a:pt x="1719477" y="658239"/>
                  <a:pt x="1772334" y="710640"/>
                </a:cubicBezTo>
                <a:cubicBezTo>
                  <a:pt x="1745536" y="644824"/>
                  <a:pt x="1976078" y="716436"/>
                  <a:pt x="2002561" y="659917"/>
                </a:cubicBezTo>
                <a:cubicBezTo>
                  <a:pt x="2045346" y="660357"/>
                  <a:pt x="2166676" y="654391"/>
                  <a:pt x="2135144" y="636501"/>
                </a:cubicBezTo>
                <a:cubicBezTo>
                  <a:pt x="2276591" y="665055"/>
                  <a:pt x="2293173" y="591792"/>
                  <a:pt x="2440292" y="593862"/>
                </a:cubicBezTo>
                <a:cubicBezTo>
                  <a:pt x="2495160" y="534824"/>
                  <a:pt x="2473343" y="585644"/>
                  <a:pt x="2547829" y="566150"/>
                </a:cubicBezTo>
                <a:cubicBezTo>
                  <a:pt x="2545438" y="614169"/>
                  <a:pt x="2632278" y="528280"/>
                  <a:pt x="2658055" y="578727"/>
                </a:cubicBezTo>
                <a:cubicBezTo>
                  <a:pt x="2670795" y="573581"/>
                  <a:pt x="2682322" y="567005"/>
                  <a:pt x="2693698" y="560029"/>
                </a:cubicBezTo>
                <a:lnTo>
                  <a:pt x="2699673" y="556400"/>
                </a:lnTo>
                <a:lnTo>
                  <a:pt x="2727306" y="550698"/>
                </a:lnTo>
                <a:lnTo>
                  <a:pt x="2730451" y="538058"/>
                </a:lnTo>
                <a:lnTo>
                  <a:pt x="2768713" y="521575"/>
                </a:lnTo>
                <a:cubicBezTo>
                  <a:pt x="2783756" y="517104"/>
                  <a:pt x="2800788" y="514291"/>
                  <a:pt x="2820868" y="514160"/>
                </a:cubicBezTo>
                <a:cubicBezTo>
                  <a:pt x="2894791" y="532885"/>
                  <a:pt x="2981506" y="465507"/>
                  <a:pt x="3073635" y="491294"/>
                </a:cubicBezTo>
                <a:cubicBezTo>
                  <a:pt x="3106872" y="496624"/>
                  <a:pt x="3205785" y="487718"/>
                  <a:pt x="3222071" y="470559"/>
                </a:cubicBezTo>
                <a:cubicBezTo>
                  <a:pt x="3242193" y="465514"/>
                  <a:pt x="3267163" y="469136"/>
                  <a:pt x="3274069" y="451605"/>
                </a:cubicBezTo>
                <a:cubicBezTo>
                  <a:pt x="3286659" y="430165"/>
                  <a:pt x="3363648" y="455571"/>
                  <a:pt x="3349632" y="432583"/>
                </a:cubicBezTo>
                <a:cubicBezTo>
                  <a:pt x="3404182" y="449847"/>
                  <a:pt x="3438210" y="404323"/>
                  <a:pt x="3479593" y="390437"/>
                </a:cubicBezTo>
                <a:cubicBezTo>
                  <a:pt x="3523240" y="408403"/>
                  <a:pt x="3567027" y="361554"/>
                  <a:pt x="3660110" y="348726"/>
                </a:cubicBezTo>
                <a:cubicBezTo>
                  <a:pt x="3708299" y="369683"/>
                  <a:pt x="3662447" y="344775"/>
                  <a:pt x="3750023" y="370678"/>
                </a:cubicBezTo>
                <a:cubicBezTo>
                  <a:pt x="3752092" y="367132"/>
                  <a:pt x="3816880" y="365055"/>
                  <a:pt x="3844133" y="360648"/>
                </a:cubicBezTo>
                <a:cubicBezTo>
                  <a:pt x="3871386" y="356240"/>
                  <a:pt x="3882848" y="332490"/>
                  <a:pt x="3913545" y="344235"/>
                </a:cubicBezTo>
                <a:cubicBezTo>
                  <a:pt x="4050255" y="376864"/>
                  <a:pt x="4159924" y="363190"/>
                  <a:pt x="4266740" y="361454"/>
                </a:cubicBezTo>
                <a:cubicBezTo>
                  <a:pt x="4385770" y="354374"/>
                  <a:pt x="4314535" y="340143"/>
                  <a:pt x="4430770" y="342643"/>
                </a:cubicBezTo>
                <a:cubicBezTo>
                  <a:pt x="4439969" y="322594"/>
                  <a:pt x="4478290" y="314645"/>
                  <a:pt x="4512664" y="319948"/>
                </a:cubicBezTo>
                <a:cubicBezTo>
                  <a:pt x="4570011" y="315138"/>
                  <a:pt x="4549085" y="269599"/>
                  <a:pt x="4616423" y="290914"/>
                </a:cubicBezTo>
                <a:cubicBezTo>
                  <a:pt x="4599641" y="270277"/>
                  <a:pt x="4692085" y="269216"/>
                  <a:pt x="4691675" y="254011"/>
                </a:cubicBezTo>
                <a:lnTo>
                  <a:pt x="4689051" y="250968"/>
                </a:lnTo>
                <a:lnTo>
                  <a:pt x="4719994" y="245307"/>
                </a:lnTo>
                <a:cubicBezTo>
                  <a:pt x="4732635" y="242775"/>
                  <a:pt x="4745300" y="240335"/>
                  <a:pt x="4752894" y="239875"/>
                </a:cubicBezTo>
                <a:lnTo>
                  <a:pt x="4769329" y="233585"/>
                </a:lnTo>
                <a:lnTo>
                  <a:pt x="4775634" y="234063"/>
                </a:lnTo>
                <a:lnTo>
                  <a:pt x="4790452" y="233572"/>
                </a:lnTo>
                <a:cubicBezTo>
                  <a:pt x="4789989" y="236356"/>
                  <a:pt x="4789525" y="239141"/>
                  <a:pt x="4789062" y="241924"/>
                </a:cubicBezTo>
                <a:cubicBezTo>
                  <a:pt x="4786342" y="249932"/>
                  <a:pt x="4804560" y="248631"/>
                  <a:pt x="4827826" y="246977"/>
                </a:cubicBezTo>
                <a:cubicBezTo>
                  <a:pt x="4875782" y="239569"/>
                  <a:pt x="4874112" y="283413"/>
                  <a:pt x="4892569" y="249933"/>
                </a:cubicBezTo>
                <a:lnTo>
                  <a:pt x="4896611" y="240448"/>
                </a:lnTo>
                <a:lnTo>
                  <a:pt x="4917286" y="243659"/>
                </a:lnTo>
                <a:cubicBezTo>
                  <a:pt x="4923060" y="243799"/>
                  <a:pt x="4981729" y="240979"/>
                  <a:pt x="4981173" y="247103"/>
                </a:cubicBezTo>
                <a:cubicBezTo>
                  <a:pt x="5024880" y="220690"/>
                  <a:pt x="5014146" y="257963"/>
                  <a:pt x="5060397" y="263688"/>
                </a:cubicBezTo>
                <a:cubicBezTo>
                  <a:pt x="5093356" y="238589"/>
                  <a:pt x="5157892" y="275351"/>
                  <a:pt x="5252996" y="270655"/>
                </a:cubicBezTo>
                <a:cubicBezTo>
                  <a:pt x="5288840" y="241872"/>
                  <a:pt x="5287005" y="287921"/>
                  <a:pt x="5358056" y="247248"/>
                </a:cubicBezTo>
                <a:cubicBezTo>
                  <a:pt x="5361752" y="250257"/>
                  <a:pt x="5403312" y="238215"/>
                  <a:pt x="5426496" y="235142"/>
                </a:cubicBezTo>
                <a:cubicBezTo>
                  <a:pt x="5449679" y="232069"/>
                  <a:pt x="5473549" y="245611"/>
                  <a:pt x="5497161" y="228808"/>
                </a:cubicBezTo>
                <a:cubicBezTo>
                  <a:pt x="5611861" y="172767"/>
                  <a:pt x="5723211" y="165860"/>
                  <a:pt x="5826043" y="148073"/>
                </a:cubicBezTo>
                <a:cubicBezTo>
                  <a:pt x="5943127" y="133166"/>
                  <a:pt x="5872659" y="193078"/>
                  <a:pt x="6013415" y="137316"/>
                </a:cubicBezTo>
                <a:cubicBezTo>
                  <a:pt x="6031924" y="154783"/>
                  <a:pt x="6050745" y="154258"/>
                  <a:pt x="6080994" y="142938"/>
                </a:cubicBezTo>
                <a:cubicBezTo>
                  <a:pt x="6138083" y="137090"/>
                  <a:pt x="6140195" y="184383"/>
                  <a:pt x="6194152" y="151772"/>
                </a:cubicBezTo>
                <a:cubicBezTo>
                  <a:pt x="6187280" y="177783"/>
                  <a:pt x="6304222" y="153410"/>
                  <a:pt x="6281379" y="181626"/>
                </a:cubicBezTo>
                <a:cubicBezTo>
                  <a:pt x="6321899" y="201819"/>
                  <a:pt x="6335111" y="162590"/>
                  <a:pt x="6374947" y="179799"/>
                </a:cubicBezTo>
                <a:cubicBezTo>
                  <a:pt x="6417404" y="181336"/>
                  <a:pt x="6402484" y="169694"/>
                  <a:pt x="6448518" y="164378"/>
                </a:cubicBezTo>
                <a:cubicBezTo>
                  <a:pt x="6504958" y="162488"/>
                  <a:pt x="6493438" y="111203"/>
                  <a:pt x="6544700" y="167161"/>
                </a:cubicBezTo>
                <a:cubicBezTo>
                  <a:pt x="6601507" y="148697"/>
                  <a:pt x="6566269" y="164386"/>
                  <a:pt x="6648353" y="172250"/>
                </a:cubicBezTo>
                <a:cubicBezTo>
                  <a:pt x="6680008" y="155223"/>
                  <a:pt x="6707960" y="160673"/>
                  <a:pt x="6736227" y="173216"/>
                </a:cubicBezTo>
                <a:cubicBezTo>
                  <a:pt x="6813963" y="164284"/>
                  <a:pt x="6888143" y="181296"/>
                  <a:pt x="6977218" y="184289"/>
                </a:cubicBezTo>
                <a:cubicBezTo>
                  <a:pt x="7040424" y="188318"/>
                  <a:pt x="7000278" y="216835"/>
                  <a:pt x="7065221" y="227531"/>
                </a:cubicBezTo>
                <a:cubicBezTo>
                  <a:pt x="7130163" y="238228"/>
                  <a:pt x="7291878" y="238208"/>
                  <a:pt x="7366876" y="248468"/>
                </a:cubicBezTo>
                <a:cubicBezTo>
                  <a:pt x="7491356" y="206752"/>
                  <a:pt x="7367734" y="280166"/>
                  <a:pt x="7565449" y="258950"/>
                </a:cubicBezTo>
                <a:cubicBezTo>
                  <a:pt x="7575959" y="252432"/>
                  <a:pt x="7600854" y="257628"/>
                  <a:pt x="7599285" y="266021"/>
                </a:cubicBezTo>
                <a:cubicBezTo>
                  <a:pt x="7611616" y="262940"/>
                  <a:pt x="7639946" y="245819"/>
                  <a:pt x="7644411" y="258986"/>
                </a:cubicBezTo>
                <a:cubicBezTo>
                  <a:pt x="7708015" y="258012"/>
                  <a:pt x="7770249" y="247724"/>
                  <a:pt x="7825110" y="229109"/>
                </a:cubicBezTo>
                <a:cubicBezTo>
                  <a:pt x="7949762" y="247028"/>
                  <a:pt x="7921956" y="197757"/>
                  <a:pt x="7965804" y="190545"/>
                </a:cubicBezTo>
                <a:cubicBezTo>
                  <a:pt x="8039439" y="213878"/>
                  <a:pt x="8063651" y="191475"/>
                  <a:pt x="8147401" y="205617"/>
                </a:cubicBezTo>
                <a:cubicBezTo>
                  <a:pt x="8166453" y="196610"/>
                  <a:pt x="8225048" y="207099"/>
                  <a:pt x="8256033" y="193713"/>
                </a:cubicBezTo>
                <a:cubicBezTo>
                  <a:pt x="8311388" y="242017"/>
                  <a:pt x="8350376" y="178592"/>
                  <a:pt x="8410677" y="172167"/>
                </a:cubicBezTo>
                <a:cubicBezTo>
                  <a:pt x="8470978" y="165743"/>
                  <a:pt x="8572470" y="206385"/>
                  <a:pt x="8617841" y="155167"/>
                </a:cubicBezTo>
                <a:cubicBezTo>
                  <a:pt x="8646050" y="160448"/>
                  <a:pt x="8664949" y="183631"/>
                  <a:pt x="8715976" y="178374"/>
                </a:cubicBezTo>
                <a:cubicBezTo>
                  <a:pt x="8737194" y="188216"/>
                  <a:pt x="8738009" y="189511"/>
                  <a:pt x="8778827" y="172936"/>
                </a:cubicBezTo>
                <a:cubicBezTo>
                  <a:pt x="8725277" y="146372"/>
                  <a:pt x="8850819" y="175612"/>
                  <a:pt x="8840778" y="143149"/>
                </a:cubicBezTo>
                <a:cubicBezTo>
                  <a:pt x="8903519" y="121096"/>
                  <a:pt x="9021861" y="150359"/>
                  <a:pt x="9010380" y="91891"/>
                </a:cubicBezTo>
                <a:cubicBezTo>
                  <a:pt x="9027103" y="56852"/>
                  <a:pt x="9112524" y="108357"/>
                  <a:pt x="9110856" y="70997"/>
                </a:cubicBezTo>
                <a:cubicBezTo>
                  <a:pt x="9148189" y="94250"/>
                  <a:pt x="9209809" y="53285"/>
                  <a:pt x="9268817" y="53082"/>
                </a:cubicBezTo>
                <a:cubicBezTo>
                  <a:pt x="9279135" y="35997"/>
                  <a:pt x="9292736" y="36520"/>
                  <a:pt x="9316667" y="45047"/>
                </a:cubicBezTo>
                <a:cubicBezTo>
                  <a:pt x="9352186" y="45862"/>
                  <a:pt x="9390008" y="39799"/>
                  <a:pt x="9428209" y="29923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7469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9A36457-A5F4-4103-A443-02581C0918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C5FB7E8-B636-40FA-BE8D-48145C0F5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"/>
            <a:ext cx="12192000" cy="2295238"/>
          </a:xfrm>
          <a:custGeom>
            <a:avLst/>
            <a:gdLst>
              <a:gd name="connsiteX0" fmla="*/ 12160143 w 12192000"/>
              <a:gd name="connsiteY0" fmla="*/ 831692 h 2079137"/>
              <a:gd name="connsiteX1" fmla="*/ 12159112 w 12192000"/>
              <a:gd name="connsiteY1" fmla="*/ 833361 h 2079137"/>
              <a:gd name="connsiteX2" fmla="*/ 12158912 w 12192000"/>
              <a:gd name="connsiteY2" fmla="*/ 832430 h 2079137"/>
              <a:gd name="connsiteX3" fmla="*/ 0 w 12192000"/>
              <a:gd name="connsiteY3" fmla="*/ 0 h 2079137"/>
              <a:gd name="connsiteX4" fmla="*/ 12192000 w 12192000"/>
              <a:gd name="connsiteY4" fmla="*/ 0 h 2079137"/>
              <a:gd name="connsiteX5" fmla="*/ 12192000 w 12192000"/>
              <a:gd name="connsiteY5" fmla="*/ 558063 h 2079137"/>
              <a:gd name="connsiteX6" fmla="*/ 12189259 w 12192000"/>
              <a:gd name="connsiteY6" fmla="*/ 810508 h 2079137"/>
              <a:gd name="connsiteX7" fmla="*/ 12170847 w 12192000"/>
              <a:gd name="connsiteY7" fmla="*/ 825280 h 2079137"/>
              <a:gd name="connsiteX8" fmla="*/ 12160143 w 12192000"/>
              <a:gd name="connsiteY8" fmla="*/ 831692 h 2079137"/>
              <a:gd name="connsiteX9" fmla="*/ 12163806 w 12192000"/>
              <a:gd name="connsiteY9" fmla="*/ 825759 h 2079137"/>
              <a:gd name="connsiteX10" fmla="*/ 12056557 w 12192000"/>
              <a:gd name="connsiteY10" fmla="*/ 810176 h 2079137"/>
              <a:gd name="connsiteX11" fmla="*/ 11900316 w 12192000"/>
              <a:gd name="connsiteY11" fmla="*/ 789618 h 2079137"/>
              <a:gd name="connsiteX12" fmla="*/ 11791206 w 12192000"/>
              <a:gd name="connsiteY12" fmla="*/ 824176 h 2079137"/>
              <a:gd name="connsiteX13" fmla="*/ 11659257 w 12192000"/>
              <a:gd name="connsiteY13" fmla="*/ 800841 h 2079137"/>
              <a:gd name="connsiteX14" fmla="*/ 11569789 w 12192000"/>
              <a:gd name="connsiteY14" fmla="*/ 797135 h 2079137"/>
              <a:gd name="connsiteX15" fmla="*/ 11367885 w 12192000"/>
              <a:gd name="connsiteY15" fmla="*/ 791985 h 2079137"/>
              <a:gd name="connsiteX16" fmla="*/ 11174663 w 12192000"/>
              <a:gd name="connsiteY16" fmla="*/ 788721 h 2079137"/>
              <a:gd name="connsiteX17" fmla="*/ 11068220 w 12192000"/>
              <a:gd name="connsiteY17" fmla="*/ 786994 h 2079137"/>
              <a:gd name="connsiteX18" fmla="*/ 10893266 w 12192000"/>
              <a:gd name="connsiteY18" fmla="*/ 794013 h 2079137"/>
              <a:gd name="connsiteX19" fmla="*/ 10844025 w 12192000"/>
              <a:gd name="connsiteY19" fmla="*/ 789857 h 2079137"/>
              <a:gd name="connsiteX20" fmla="*/ 10814353 w 12192000"/>
              <a:gd name="connsiteY20" fmla="*/ 789010 h 2079137"/>
              <a:gd name="connsiteX21" fmla="*/ 10748393 w 12192000"/>
              <a:gd name="connsiteY21" fmla="*/ 806738 h 2079137"/>
              <a:gd name="connsiteX22" fmla="*/ 10468256 w 12192000"/>
              <a:gd name="connsiteY22" fmla="*/ 778733 h 2079137"/>
              <a:gd name="connsiteX23" fmla="*/ 10256131 w 12192000"/>
              <a:gd name="connsiteY23" fmla="*/ 788332 h 2079137"/>
              <a:gd name="connsiteX24" fmla="*/ 10177442 w 12192000"/>
              <a:gd name="connsiteY24" fmla="*/ 777371 h 2079137"/>
              <a:gd name="connsiteX25" fmla="*/ 10006086 w 12192000"/>
              <a:gd name="connsiteY25" fmla="*/ 792651 h 2079137"/>
              <a:gd name="connsiteX26" fmla="*/ 9952382 w 12192000"/>
              <a:gd name="connsiteY26" fmla="*/ 815411 h 2079137"/>
              <a:gd name="connsiteX27" fmla="*/ 9926457 w 12192000"/>
              <a:gd name="connsiteY27" fmla="*/ 827295 h 2079137"/>
              <a:gd name="connsiteX28" fmla="*/ 9843405 w 12192000"/>
              <a:gd name="connsiteY28" fmla="*/ 867046 h 2079137"/>
              <a:gd name="connsiteX29" fmla="*/ 9830866 w 12192000"/>
              <a:gd name="connsiteY29" fmla="*/ 875047 h 2079137"/>
              <a:gd name="connsiteX30" fmla="*/ 9801807 w 12192000"/>
              <a:gd name="connsiteY30" fmla="*/ 872272 h 2079137"/>
              <a:gd name="connsiteX31" fmla="*/ 9785653 w 12192000"/>
              <a:gd name="connsiteY31" fmla="*/ 861743 h 2079137"/>
              <a:gd name="connsiteX32" fmla="*/ 9781177 w 12192000"/>
              <a:gd name="connsiteY32" fmla="*/ 864820 h 2079137"/>
              <a:gd name="connsiteX33" fmla="*/ 9768640 w 12192000"/>
              <a:gd name="connsiteY33" fmla="*/ 869379 h 2079137"/>
              <a:gd name="connsiteX34" fmla="*/ 9712211 w 12192000"/>
              <a:gd name="connsiteY34" fmla="*/ 900283 h 2079137"/>
              <a:gd name="connsiteX35" fmla="*/ 9689465 w 12192000"/>
              <a:gd name="connsiteY35" fmla="*/ 899268 h 2079137"/>
              <a:gd name="connsiteX36" fmla="*/ 9600339 w 12192000"/>
              <a:gd name="connsiteY36" fmla="*/ 922112 h 2079137"/>
              <a:gd name="connsiteX37" fmla="*/ 9582850 w 12192000"/>
              <a:gd name="connsiteY37" fmla="*/ 925510 h 2079137"/>
              <a:gd name="connsiteX38" fmla="*/ 9549638 w 12192000"/>
              <a:gd name="connsiteY38" fmla="*/ 940845 h 2079137"/>
              <a:gd name="connsiteX39" fmla="*/ 9539471 w 12192000"/>
              <a:gd name="connsiteY39" fmla="*/ 941799 h 2079137"/>
              <a:gd name="connsiteX40" fmla="*/ 9505592 w 12192000"/>
              <a:gd name="connsiteY40" fmla="*/ 955533 h 2079137"/>
              <a:gd name="connsiteX41" fmla="*/ 9432569 w 12192000"/>
              <a:gd name="connsiteY41" fmla="*/ 985377 h 2079137"/>
              <a:gd name="connsiteX42" fmla="*/ 9414216 w 12192000"/>
              <a:gd name="connsiteY42" fmla="*/ 992655 h 2079137"/>
              <a:gd name="connsiteX43" fmla="*/ 9397106 w 12192000"/>
              <a:gd name="connsiteY43" fmla="*/ 992980 h 2079137"/>
              <a:gd name="connsiteX44" fmla="*/ 9305108 w 12192000"/>
              <a:gd name="connsiteY44" fmla="*/ 1007767 h 2079137"/>
              <a:gd name="connsiteX45" fmla="*/ 9282434 w 12192000"/>
              <a:gd name="connsiteY45" fmla="*/ 1007523 h 2079137"/>
              <a:gd name="connsiteX46" fmla="*/ 9271941 w 12192000"/>
              <a:gd name="connsiteY46" fmla="*/ 1002839 h 2079137"/>
              <a:gd name="connsiteX47" fmla="*/ 9238227 w 12192000"/>
              <a:gd name="connsiteY47" fmla="*/ 1017668 h 2079137"/>
              <a:gd name="connsiteX48" fmla="*/ 9184265 w 12192000"/>
              <a:gd name="connsiteY48" fmla="*/ 1031275 h 2079137"/>
              <a:gd name="connsiteX49" fmla="*/ 9159000 w 12192000"/>
              <a:gd name="connsiteY49" fmla="*/ 1039569 h 2079137"/>
              <a:gd name="connsiteX50" fmla="*/ 9137031 w 12192000"/>
              <a:gd name="connsiteY50" fmla="*/ 1038699 h 2079137"/>
              <a:gd name="connsiteX51" fmla="*/ 9015702 w 12192000"/>
              <a:gd name="connsiteY51" fmla="*/ 1051400 h 2079137"/>
              <a:gd name="connsiteX52" fmla="*/ 8971403 w 12192000"/>
              <a:gd name="connsiteY52" fmla="*/ 1040542 h 2079137"/>
              <a:gd name="connsiteX53" fmla="*/ 8961826 w 12192000"/>
              <a:gd name="connsiteY53" fmla="*/ 1045364 h 2079137"/>
              <a:gd name="connsiteX54" fmla="*/ 8888623 w 12192000"/>
              <a:gd name="connsiteY54" fmla="*/ 1053908 h 2079137"/>
              <a:gd name="connsiteX55" fmla="*/ 8841066 w 12192000"/>
              <a:gd name="connsiteY55" fmla="*/ 1060421 h 2079137"/>
              <a:gd name="connsiteX56" fmla="*/ 8752342 w 12192000"/>
              <a:gd name="connsiteY56" fmla="*/ 1080646 h 2079137"/>
              <a:gd name="connsiteX57" fmla="*/ 8699139 w 12192000"/>
              <a:gd name="connsiteY57" fmla="*/ 1087885 h 2079137"/>
              <a:gd name="connsiteX58" fmla="*/ 8667273 w 12192000"/>
              <a:gd name="connsiteY58" fmla="*/ 1092062 h 2079137"/>
              <a:gd name="connsiteX59" fmla="*/ 8586064 w 12192000"/>
              <a:gd name="connsiteY59" fmla="*/ 1114603 h 2079137"/>
              <a:gd name="connsiteX60" fmla="*/ 8460312 w 12192000"/>
              <a:gd name="connsiteY60" fmla="*/ 1179878 h 2079137"/>
              <a:gd name="connsiteX61" fmla="*/ 8419023 w 12192000"/>
              <a:gd name="connsiteY61" fmla="*/ 1191748 h 2079137"/>
              <a:gd name="connsiteX62" fmla="*/ 8410939 w 12192000"/>
              <a:gd name="connsiteY62" fmla="*/ 1189696 h 2079137"/>
              <a:gd name="connsiteX63" fmla="*/ 8362040 w 12192000"/>
              <a:gd name="connsiteY63" fmla="*/ 1220820 h 2079137"/>
              <a:gd name="connsiteX64" fmla="*/ 8273677 w 12192000"/>
              <a:gd name="connsiteY64" fmla="*/ 1236495 h 2079137"/>
              <a:gd name="connsiteX65" fmla="*/ 8204283 w 12192000"/>
              <a:gd name="connsiteY65" fmla="*/ 1243537 h 2079137"/>
              <a:gd name="connsiteX66" fmla="*/ 8166550 w 12192000"/>
              <a:gd name="connsiteY66" fmla="*/ 1249551 h 2079137"/>
              <a:gd name="connsiteX67" fmla="*/ 8137785 w 12192000"/>
              <a:gd name="connsiteY67" fmla="*/ 1251636 h 2079137"/>
              <a:gd name="connsiteX68" fmla="*/ 8071596 w 12192000"/>
              <a:gd name="connsiteY68" fmla="*/ 1269274 h 2079137"/>
              <a:gd name="connsiteX69" fmla="*/ 7964816 w 12192000"/>
              <a:gd name="connsiteY69" fmla="*/ 1303668 h 2079137"/>
              <a:gd name="connsiteX70" fmla="*/ 7941495 w 12192000"/>
              <a:gd name="connsiteY70" fmla="*/ 1309821 h 2079137"/>
              <a:gd name="connsiteX71" fmla="*/ 7919123 w 12192000"/>
              <a:gd name="connsiteY71" fmla="*/ 1310466 h 2079137"/>
              <a:gd name="connsiteX72" fmla="*/ 7911902 w 12192000"/>
              <a:gd name="connsiteY72" fmla="*/ 1306569 h 2079137"/>
              <a:gd name="connsiteX73" fmla="*/ 7898703 w 12192000"/>
              <a:gd name="connsiteY73" fmla="*/ 1309208 h 2079137"/>
              <a:gd name="connsiteX74" fmla="*/ 7894703 w 12192000"/>
              <a:gd name="connsiteY74" fmla="*/ 1308939 h 2079137"/>
              <a:gd name="connsiteX75" fmla="*/ 7872267 w 12192000"/>
              <a:gd name="connsiteY75" fmla="*/ 1308370 h 2079137"/>
              <a:gd name="connsiteX76" fmla="*/ 7836454 w 12192000"/>
              <a:gd name="connsiteY76" fmla="*/ 1331265 h 2079137"/>
              <a:gd name="connsiteX77" fmla="*/ 7782451 w 12192000"/>
              <a:gd name="connsiteY77" fmla="*/ 1339601 h 2079137"/>
              <a:gd name="connsiteX78" fmla="*/ 7542969 w 12192000"/>
              <a:gd name="connsiteY78" fmla="*/ 1372495 h 2079137"/>
              <a:gd name="connsiteX79" fmla="*/ 7476832 w 12192000"/>
              <a:gd name="connsiteY79" fmla="*/ 1431655 h 2079137"/>
              <a:gd name="connsiteX80" fmla="*/ 7370237 w 12192000"/>
              <a:gd name="connsiteY80" fmla="*/ 1474339 h 2079137"/>
              <a:gd name="connsiteX81" fmla="*/ 7222223 w 12192000"/>
              <a:gd name="connsiteY81" fmla="*/ 1510199 h 2079137"/>
              <a:gd name="connsiteX82" fmla="*/ 7215703 w 12192000"/>
              <a:gd name="connsiteY82" fmla="*/ 1520424 h 2079137"/>
              <a:gd name="connsiteX83" fmla="*/ 7204548 w 12192000"/>
              <a:gd name="connsiteY83" fmla="*/ 1528145 h 2079137"/>
              <a:gd name="connsiteX84" fmla="*/ 7202038 w 12192000"/>
              <a:gd name="connsiteY84" fmla="*/ 1527954 h 2079137"/>
              <a:gd name="connsiteX85" fmla="*/ 7173860 w 12192000"/>
              <a:gd name="connsiteY85" fmla="*/ 1541605 h 2079137"/>
              <a:gd name="connsiteX86" fmla="*/ 7155079 w 12192000"/>
              <a:gd name="connsiteY86" fmla="*/ 1552495 h 2079137"/>
              <a:gd name="connsiteX87" fmla="*/ 7149757 w 12192000"/>
              <a:gd name="connsiteY87" fmla="*/ 1552732 h 2079137"/>
              <a:gd name="connsiteX88" fmla="*/ 7104804 w 12192000"/>
              <a:gd name="connsiteY88" fmla="*/ 1565792 h 2079137"/>
              <a:gd name="connsiteX89" fmla="*/ 7082824 w 12192000"/>
              <a:gd name="connsiteY89" fmla="*/ 1567947 h 2079137"/>
              <a:gd name="connsiteX90" fmla="*/ 7021520 w 12192000"/>
              <a:gd name="connsiteY90" fmla="*/ 1562334 h 2079137"/>
              <a:gd name="connsiteX91" fmla="*/ 6988956 w 12192000"/>
              <a:gd name="connsiteY91" fmla="*/ 1576442 h 2079137"/>
              <a:gd name="connsiteX92" fmla="*/ 6981922 w 12192000"/>
              <a:gd name="connsiteY92" fmla="*/ 1578821 h 2079137"/>
              <a:gd name="connsiteX93" fmla="*/ 6981583 w 12192000"/>
              <a:gd name="connsiteY93" fmla="*/ 1578678 h 2079137"/>
              <a:gd name="connsiteX94" fmla="*/ 6973762 w 12192000"/>
              <a:gd name="connsiteY94" fmla="*/ 1580811 h 2079137"/>
              <a:gd name="connsiteX95" fmla="*/ 6969093 w 12192000"/>
              <a:gd name="connsiteY95" fmla="*/ 1583157 h 2079137"/>
              <a:gd name="connsiteX96" fmla="*/ 6890037 w 12192000"/>
              <a:gd name="connsiteY96" fmla="*/ 1575825 h 2079137"/>
              <a:gd name="connsiteX97" fmla="*/ 6785054 w 12192000"/>
              <a:gd name="connsiteY97" fmla="*/ 1582200 h 2079137"/>
              <a:gd name="connsiteX98" fmla="*/ 6681692 w 12192000"/>
              <a:gd name="connsiteY98" fmla="*/ 1591296 h 2079137"/>
              <a:gd name="connsiteX99" fmla="*/ 6644556 w 12192000"/>
              <a:gd name="connsiteY99" fmla="*/ 1595940 h 2079137"/>
              <a:gd name="connsiteX100" fmla="*/ 6577106 w 12192000"/>
              <a:gd name="connsiteY100" fmla="*/ 1598261 h 2079137"/>
              <a:gd name="connsiteX101" fmla="*/ 6544183 w 12192000"/>
              <a:gd name="connsiteY101" fmla="*/ 1596149 h 2079137"/>
              <a:gd name="connsiteX102" fmla="*/ 6540921 w 12192000"/>
              <a:gd name="connsiteY102" fmla="*/ 1593857 h 2079137"/>
              <a:gd name="connsiteX103" fmla="*/ 6535046 w 12192000"/>
              <a:gd name="connsiteY103" fmla="*/ 1593283 h 2079137"/>
              <a:gd name="connsiteX104" fmla="*/ 6519853 w 12192000"/>
              <a:gd name="connsiteY104" fmla="*/ 1595771 h 2079137"/>
              <a:gd name="connsiteX105" fmla="*/ 6514280 w 12192000"/>
              <a:gd name="connsiteY105" fmla="*/ 1597376 h 2079137"/>
              <a:gd name="connsiteX106" fmla="*/ 6505824 w 12192000"/>
              <a:gd name="connsiteY106" fmla="*/ 1598298 h 2079137"/>
              <a:gd name="connsiteX107" fmla="*/ 6505573 w 12192000"/>
              <a:gd name="connsiteY107" fmla="*/ 1598109 h 2079137"/>
              <a:gd name="connsiteX108" fmla="*/ 6497741 w 12192000"/>
              <a:gd name="connsiteY108" fmla="*/ 1599392 h 2079137"/>
              <a:gd name="connsiteX109" fmla="*/ 6459992 w 12192000"/>
              <a:gd name="connsiteY109" fmla="*/ 1608358 h 2079137"/>
              <a:gd name="connsiteX110" fmla="*/ 6404572 w 12192000"/>
              <a:gd name="connsiteY110" fmla="*/ 1593771 h 2079137"/>
              <a:gd name="connsiteX111" fmla="*/ 6382671 w 12192000"/>
              <a:gd name="connsiteY111" fmla="*/ 1592612 h 2079137"/>
              <a:gd name="connsiteX112" fmla="*/ 6369843 w 12192000"/>
              <a:gd name="connsiteY112" fmla="*/ 1590015 h 2079137"/>
              <a:gd name="connsiteX113" fmla="*/ 6269740 w 12192000"/>
              <a:gd name="connsiteY113" fmla="*/ 1614633 h 2079137"/>
              <a:gd name="connsiteX114" fmla="*/ 6255405 w 12192000"/>
              <a:gd name="connsiteY114" fmla="*/ 1620529 h 2079137"/>
              <a:gd name="connsiteX115" fmla="*/ 6244248 w 12192000"/>
              <a:gd name="connsiteY115" fmla="*/ 1629561 h 2079137"/>
              <a:gd name="connsiteX116" fmla="*/ 6086396 w 12192000"/>
              <a:gd name="connsiteY116" fmla="*/ 1642666 h 2079137"/>
              <a:gd name="connsiteX117" fmla="*/ 5867429 w 12192000"/>
              <a:gd name="connsiteY117" fmla="*/ 1695554 h 2079137"/>
              <a:gd name="connsiteX118" fmla="*/ 5772864 w 12192000"/>
              <a:gd name="connsiteY118" fmla="*/ 1689002 h 2079137"/>
              <a:gd name="connsiteX119" fmla="*/ 5629833 w 12192000"/>
              <a:gd name="connsiteY119" fmla="*/ 1713273 h 2079137"/>
              <a:gd name="connsiteX120" fmla="*/ 5504771 w 12192000"/>
              <a:gd name="connsiteY120" fmla="*/ 1725744 h 2079137"/>
              <a:gd name="connsiteX121" fmla="*/ 5490967 w 12192000"/>
              <a:gd name="connsiteY121" fmla="*/ 1726367 h 2079137"/>
              <a:gd name="connsiteX122" fmla="*/ 5486015 w 12192000"/>
              <a:gd name="connsiteY122" fmla="*/ 1721481 h 2079137"/>
              <a:gd name="connsiteX123" fmla="*/ 5439364 w 12192000"/>
              <a:gd name="connsiteY123" fmla="*/ 1721349 h 2079137"/>
              <a:gd name="connsiteX124" fmla="*/ 5350025 w 12192000"/>
              <a:gd name="connsiteY124" fmla="*/ 1729885 h 2079137"/>
              <a:gd name="connsiteX125" fmla="*/ 5336104 w 12192000"/>
              <a:gd name="connsiteY125" fmla="*/ 1734377 h 2079137"/>
              <a:gd name="connsiteX126" fmla="*/ 5245234 w 12192000"/>
              <a:gd name="connsiteY126" fmla="*/ 1738520 h 2079137"/>
              <a:gd name="connsiteX127" fmla="*/ 5182955 w 12192000"/>
              <a:gd name="connsiteY127" fmla="*/ 1744622 h 2079137"/>
              <a:gd name="connsiteX128" fmla="*/ 5169506 w 12192000"/>
              <a:gd name="connsiteY128" fmla="*/ 1748993 h 2079137"/>
              <a:gd name="connsiteX129" fmla="*/ 5154299 w 12192000"/>
              <a:gd name="connsiteY129" fmla="*/ 1744080 h 2079137"/>
              <a:gd name="connsiteX130" fmla="*/ 5149917 w 12192000"/>
              <a:gd name="connsiteY130" fmla="*/ 1739727 h 2079137"/>
              <a:gd name="connsiteX131" fmla="*/ 5100319 w 12192000"/>
              <a:gd name="connsiteY131" fmla="*/ 1745797 h 2079137"/>
              <a:gd name="connsiteX132" fmla="*/ 5094361 w 12192000"/>
              <a:gd name="connsiteY132" fmla="*/ 1745767 h 2079137"/>
              <a:gd name="connsiteX133" fmla="*/ 5053410 w 12192000"/>
              <a:gd name="connsiteY133" fmla="*/ 1742790 h 2079137"/>
              <a:gd name="connsiteX134" fmla="*/ 4992711 w 12192000"/>
              <a:gd name="connsiteY134" fmla="*/ 1734075 h 2079137"/>
              <a:gd name="connsiteX135" fmla="*/ 4930098 w 12192000"/>
              <a:gd name="connsiteY135" fmla="*/ 1717312 h 2079137"/>
              <a:gd name="connsiteX136" fmla="*/ 4893834 w 12192000"/>
              <a:gd name="connsiteY136" fmla="*/ 1710028 h 2079137"/>
              <a:gd name="connsiteX137" fmla="*/ 4868730 w 12192000"/>
              <a:gd name="connsiteY137" fmla="*/ 1702384 h 2079137"/>
              <a:gd name="connsiteX138" fmla="*/ 4797925 w 12192000"/>
              <a:gd name="connsiteY138" fmla="*/ 1695535 h 2079137"/>
              <a:gd name="connsiteX139" fmla="*/ 4677670 w 12192000"/>
              <a:gd name="connsiteY139" fmla="*/ 1689453 h 2079137"/>
              <a:gd name="connsiteX140" fmla="*/ 4634248 w 12192000"/>
              <a:gd name="connsiteY140" fmla="*/ 1680227 h 2079137"/>
              <a:gd name="connsiteX141" fmla="*/ 4632434 w 12192000"/>
              <a:gd name="connsiteY141" fmla="*/ 1674607 h 2079137"/>
              <a:gd name="connsiteX142" fmla="*/ 4619204 w 12192000"/>
              <a:gd name="connsiteY142" fmla="*/ 1672507 h 2079137"/>
              <a:gd name="connsiteX143" fmla="*/ 4616283 w 12192000"/>
              <a:gd name="connsiteY143" fmla="*/ 1670977 h 2079137"/>
              <a:gd name="connsiteX144" fmla="*/ 4598926 w 12192000"/>
              <a:gd name="connsiteY144" fmla="*/ 1663178 h 2079137"/>
              <a:gd name="connsiteX145" fmla="*/ 4547069 w 12192000"/>
              <a:gd name="connsiteY145" fmla="*/ 1670642 h 2079137"/>
              <a:gd name="connsiteX146" fmla="*/ 4523516 w 12192000"/>
              <a:gd name="connsiteY146" fmla="*/ 1669785 h 2079137"/>
              <a:gd name="connsiteX147" fmla="*/ 4500586 w 12192000"/>
              <a:gd name="connsiteY147" fmla="*/ 1675912 h 2079137"/>
              <a:gd name="connsiteX148" fmla="*/ 4488196 w 12192000"/>
              <a:gd name="connsiteY148" fmla="*/ 1683463 h 2079137"/>
              <a:gd name="connsiteX149" fmla="*/ 4445463 w 12192000"/>
              <a:gd name="connsiteY149" fmla="*/ 1695634 h 2079137"/>
              <a:gd name="connsiteX150" fmla="*/ 4446550 w 12192000"/>
              <a:gd name="connsiteY150" fmla="*/ 1680538 h 2079137"/>
              <a:gd name="connsiteX151" fmla="*/ 4365375 w 12192000"/>
              <a:gd name="connsiteY151" fmla="*/ 1697935 h 2079137"/>
              <a:gd name="connsiteX152" fmla="*/ 4305123 w 12192000"/>
              <a:gd name="connsiteY152" fmla="*/ 1714185 h 2079137"/>
              <a:gd name="connsiteX153" fmla="*/ 4292665 w 12192000"/>
              <a:gd name="connsiteY153" fmla="*/ 1720703 h 2079137"/>
              <a:gd name="connsiteX154" fmla="*/ 4276789 w 12192000"/>
              <a:gd name="connsiteY154" fmla="*/ 1718367 h 2079137"/>
              <a:gd name="connsiteX155" fmla="*/ 4271683 w 12192000"/>
              <a:gd name="connsiteY155" fmla="*/ 1714801 h 2079137"/>
              <a:gd name="connsiteX156" fmla="*/ 4223918 w 12192000"/>
              <a:gd name="connsiteY156" fmla="*/ 1728936 h 2079137"/>
              <a:gd name="connsiteX157" fmla="*/ 4218039 w 12192000"/>
              <a:gd name="connsiteY157" fmla="*/ 1729885 h 2079137"/>
              <a:gd name="connsiteX158" fmla="*/ 4177153 w 12192000"/>
              <a:gd name="connsiteY158" fmla="*/ 1733691 h 2079137"/>
              <a:gd name="connsiteX159" fmla="*/ 4051032 w 12192000"/>
              <a:gd name="connsiteY159" fmla="*/ 1728886 h 2079137"/>
              <a:gd name="connsiteX160" fmla="*/ 4013978 w 12192000"/>
              <a:gd name="connsiteY160" fmla="*/ 1727679 h 2079137"/>
              <a:gd name="connsiteX161" fmla="*/ 3987857 w 12192000"/>
              <a:gd name="connsiteY161" fmla="*/ 1724282 h 2079137"/>
              <a:gd name="connsiteX162" fmla="*/ 3916852 w 12192000"/>
              <a:gd name="connsiteY162" fmla="*/ 1729184 h 2079137"/>
              <a:gd name="connsiteX163" fmla="*/ 3797263 w 12192000"/>
              <a:gd name="connsiteY163" fmla="*/ 1742976 h 2079137"/>
              <a:gd name="connsiteX164" fmla="*/ 3752806 w 12192000"/>
              <a:gd name="connsiteY164" fmla="*/ 1741033 h 2079137"/>
              <a:gd name="connsiteX165" fmla="*/ 3749997 w 12192000"/>
              <a:gd name="connsiteY165" fmla="*/ 1735799 h 2079137"/>
              <a:gd name="connsiteX166" fmla="*/ 3736582 w 12192000"/>
              <a:gd name="connsiteY166" fmla="*/ 1735907 h 2079137"/>
              <a:gd name="connsiteX167" fmla="*/ 3733428 w 12192000"/>
              <a:gd name="connsiteY167" fmla="*/ 1734881 h 2079137"/>
              <a:gd name="connsiteX168" fmla="*/ 3714911 w 12192000"/>
              <a:gd name="connsiteY168" fmla="*/ 1730056 h 2079137"/>
              <a:gd name="connsiteX169" fmla="*/ 3665172 w 12192000"/>
              <a:gd name="connsiteY169" fmla="*/ 1745936 h 2079137"/>
              <a:gd name="connsiteX170" fmla="*/ 3552006 w 12192000"/>
              <a:gd name="connsiteY170" fmla="*/ 1755220 h 2079137"/>
              <a:gd name="connsiteX171" fmla="*/ 3390301 w 12192000"/>
              <a:gd name="connsiteY171" fmla="*/ 1762546 h 2079137"/>
              <a:gd name="connsiteX172" fmla="*/ 3264312 w 12192000"/>
              <a:gd name="connsiteY172" fmla="*/ 1774620 h 2079137"/>
              <a:gd name="connsiteX173" fmla="*/ 3106901 w 12192000"/>
              <a:gd name="connsiteY173" fmla="*/ 1804264 h 2079137"/>
              <a:gd name="connsiteX174" fmla="*/ 2993303 w 12192000"/>
              <a:gd name="connsiteY174" fmla="*/ 1806542 h 2079137"/>
              <a:gd name="connsiteX175" fmla="*/ 2979115 w 12192000"/>
              <a:gd name="connsiteY175" fmla="*/ 1815432 h 2079137"/>
              <a:gd name="connsiteX176" fmla="*/ 2963118 w 12192000"/>
              <a:gd name="connsiteY176" fmla="*/ 1820962 h 2079137"/>
              <a:gd name="connsiteX177" fmla="*/ 2961156 w 12192000"/>
              <a:gd name="connsiteY177" fmla="*/ 1820297 h 2079137"/>
              <a:gd name="connsiteX178" fmla="*/ 2925719 w 12192000"/>
              <a:gd name="connsiteY178" fmla="*/ 1828468 h 2079137"/>
              <a:gd name="connsiteX179" fmla="*/ 2857951 w 12192000"/>
              <a:gd name="connsiteY179" fmla="*/ 1842496 h 2079137"/>
              <a:gd name="connsiteX180" fmla="*/ 2857427 w 12192000"/>
              <a:gd name="connsiteY180" fmla="*/ 1841591 h 2079137"/>
              <a:gd name="connsiteX181" fmla="*/ 2846731 w 12192000"/>
              <a:gd name="connsiteY181" fmla="*/ 1839316 h 2079137"/>
              <a:gd name="connsiteX182" fmla="*/ 2826290 w 12192000"/>
              <a:gd name="connsiteY182" fmla="*/ 1837274 h 2079137"/>
              <a:gd name="connsiteX183" fmla="*/ 2779146 w 12192000"/>
              <a:gd name="connsiteY183" fmla="*/ 1820071 h 2079137"/>
              <a:gd name="connsiteX184" fmla="*/ 2739608 w 12192000"/>
              <a:gd name="connsiteY184" fmla="*/ 1827861 h 2079137"/>
              <a:gd name="connsiteX185" fmla="*/ 2731631 w 12192000"/>
              <a:gd name="connsiteY185" fmla="*/ 1828881 h 2079137"/>
              <a:gd name="connsiteX186" fmla="*/ 2731464 w 12192000"/>
              <a:gd name="connsiteY186" fmla="*/ 1828677 h 2079137"/>
              <a:gd name="connsiteX187" fmla="*/ 2723037 w 12192000"/>
              <a:gd name="connsiteY187" fmla="*/ 1829303 h 2079137"/>
              <a:gd name="connsiteX188" fmla="*/ 2701616 w 12192000"/>
              <a:gd name="connsiteY188" fmla="*/ 1832725 h 2079137"/>
              <a:gd name="connsiteX189" fmla="*/ 2696239 w 12192000"/>
              <a:gd name="connsiteY189" fmla="*/ 1831904 h 2079137"/>
              <a:gd name="connsiteX190" fmla="*/ 2663445 w 12192000"/>
              <a:gd name="connsiteY190" fmla="*/ 1825958 h 2079137"/>
              <a:gd name="connsiteX191" fmla="*/ 2560925 w 12192000"/>
              <a:gd name="connsiteY191" fmla="*/ 1829094 h 2079137"/>
              <a:gd name="connsiteX192" fmla="*/ 2458739 w 12192000"/>
              <a:gd name="connsiteY192" fmla="*/ 1834479 h 2079137"/>
              <a:gd name="connsiteX193" fmla="*/ 2356074 w 12192000"/>
              <a:gd name="connsiteY193" fmla="*/ 1836991 h 2079137"/>
              <a:gd name="connsiteX194" fmla="*/ 2304241 w 12192000"/>
              <a:gd name="connsiteY194" fmla="*/ 1822021 h 2079137"/>
              <a:gd name="connsiteX195" fmla="*/ 2298362 w 12192000"/>
              <a:gd name="connsiteY195" fmla="*/ 1822125 h 2079137"/>
              <a:gd name="connsiteX196" fmla="*/ 2283527 w 12192000"/>
              <a:gd name="connsiteY196" fmla="*/ 1826361 h 2079137"/>
              <a:gd name="connsiteX197" fmla="*/ 2278150 w 12192000"/>
              <a:gd name="connsiteY197" fmla="*/ 1828604 h 2079137"/>
              <a:gd name="connsiteX198" fmla="*/ 2269853 w 12192000"/>
              <a:gd name="connsiteY198" fmla="*/ 1830502 h 2079137"/>
              <a:gd name="connsiteX199" fmla="*/ 2269585 w 12192000"/>
              <a:gd name="connsiteY199" fmla="*/ 1830341 h 2079137"/>
              <a:gd name="connsiteX200" fmla="*/ 2225332 w 12192000"/>
              <a:gd name="connsiteY200" fmla="*/ 1845825 h 2079137"/>
              <a:gd name="connsiteX201" fmla="*/ 2169048 w 12192000"/>
              <a:gd name="connsiteY201" fmla="*/ 1837658 h 2079137"/>
              <a:gd name="connsiteX202" fmla="*/ 2147231 w 12192000"/>
              <a:gd name="connsiteY202" fmla="*/ 1839027 h 2079137"/>
              <a:gd name="connsiteX203" fmla="*/ 2135241 w 12192000"/>
              <a:gd name="connsiteY203" fmla="*/ 1838652 h 2079137"/>
              <a:gd name="connsiteX204" fmla="*/ 2099215 w 12192000"/>
              <a:gd name="connsiteY204" fmla="*/ 1850768 h 2079137"/>
              <a:gd name="connsiteX205" fmla="*/ 2094046 w 12192000"/>
              <a:gd name="connsiteY205" fmla="*/ 1850806 h 2079137"/>
              <a:gd name="connsiteX206" fmla="*/ 2071850 w 12192000"/>
              <a:gd name="connsiteY206" fmla="*/ 1861319 h 2079137"/>
              <a:gd name="connsiteX207" fmla="*/ 2039607 w 12192000"/>
              <a:gd name="connsiteY207" fmla="*/ 1874318 h 2079137"/>
              <a:gd name="connsiteX208" fmla="*/ 2037289 w 12192000"/>
              <a:gd name="connsiteY208" fmla="*/ 1874025 h 2079137"/>
              <a:gd name="connsiteX209" fmla="*/ 2023615 w 12192000"/>
              <a:gd name="connsiteY209" fmla="*/ 1881562 h 2079137"/>
              <a:gd name="connsiteX210" fmla="*/ 1957176 w 12192000"/>
              <a:gd name="connsiteY210" fmla="*/ 1898709 h 2079137"/>
              <a:gd name="connsiteX211" fmla="*/ 1858081 w 12192000"/>
              <a:gd name="connsiteY211" fmla="*/ 1923144 h 2079137"/>
              <a:gd name="connsiteX212" fmla="*/ 1738865 w 12192000"/>
              <a:gd name="connsiteY212" fmla="*/ 1944965 h 2079137"/>
              <a:gd name="connsiteX213" fmla="*/ 1616692 w 12192000"/>
              <a:gd name="connsiteY213" fmla="*/ 1989107 h 2079137"/>
              <a:gd name="connsiteX214" fmla="*/ 1411898 w 12192000"/>
              <a:gd name="connsiteY214" fmla="*/ 2046254 h 2079137"/>
              <a:gd name="connsiteX215" fmla="*/ 1375780 w 12192000"/>
              <a:gd name="connsiteY215" fmla="*/ 2047961 h 2079137"/>
              <a:gd name="connsiteX216" fmla="*/ 1375707 w 12192000"/>
              <a:gd name="connsiteY216" fmla="*/ 2047981 h 2079137"/>
              <a:gd name="connsiteX217" fmla="*/ 1285585 w 12192000"/>
              <a:gd name="connsiteY217" fmla="*/ 2047113 h 2079137"/>
              <a:gd name="connsiteX218" fmla="*/ 1263658 w 12192000"/>
              <a:gd name="connsiteY218" fmla="*/ 2041397 h 2079137"/>
              <a:gd name="connsiteX219" fmla="*/ 1170403 w 12192000"/>
              <a:gd name="connsiteY219" fmla="*/ 2033399 h 2079137"/>
              <a:gd name="connsiteX220" fmla="*/ 1153718 w 12192000"/>
              <a:gd name="connsiteY220" fmla="*/ 2029576 h 2079137"/>
              <a:gd name="connsiteX221" fmla="*/ 1133937 w 12192000"/>
              <a:gd name="connsiteY221" fmla="*/ 2032149 h 2079137"/>
              <a:gd name="connsiteX222" fmla="*/ 1054999 w 12192000"/>
              <a:gd name="connsiteY222" fmla="*/ 2043242 h 2079137"/>
              <a:gd name="connsiteX223" fmla="*/ 1018405 w 12192000"/>
              <a:gd name="connsiteY223" fmla="*/ 2048281 h 2079137"/>
              <a:gd name="connsiteX224" fmla="*/ 1016563 w 12192000"/>
              <a:gd name="connsiteY224" fmla="*/ 2051718 h 2079137"/>
              <a:gd name="connsiteX225" fmla="*/ 1008284 w 12192000"/>
              <a:gd name="connsiteY225" fmla="*/ 2046742 h 2079137"/>
              <a:gd name="connsiteX226" fmla="*/ 981974 w 12192000"/>
              <a:gd name="connsiteY226" fmla="*/ 2048363 h 2079137"/>
              <a:gd name="connsiteX227" fmla="*/ 971903 w 12192000"/>
              <a:gd name="connsiteY227" fmla="*/ 2053484 h 2079137"/>
              <a:gd name="connsiteX228" fmla="*/ 954015 w 12192000"/>
              <a:gd name="connsiteY228" fmla="*/ 2052529 h 2079137"/>
              <a:gd name="connsiteX229" fmla="*/ 839571 w 12192000"/>
              <a:gd name="connsiteY229" fmla="*/ 2046509 h 2079137"/>
              <a:gd name="connsiteX230" fmla="*/ 823321 w 12192000"/>
              <a:gd name="connsiteY230" fmla="*/ 2054296 h 2079137"/>
              <a:gd name="connsiteX231" fmla="*/ 800990 w 12192000"/>
              <a:gd name="connsiteY231" fmla="*/ 2051523 h 2079137"/>
              <a:gd name="connsiteX232" fmla="*/ 776439 w 12192000"/>
              <a:gd name="connsiteY232" fmla="*/ 2062634 h 2079137"/>
              <a:gd name="connsiteX233" fmla="*/ 763041 w 12192000"/>
              <a:gd name="connsiteY233" fmla="*/ 2063995 h 2079137"/>
              <a:gd name="connsiteX234" fmla="*/ 757863 w 12192000"/>
              <a:gd name="connsiteY234" fmla="*/ 2065877 h 2079137"/>
              <a:gd name="connsiteX235" fmla="*/ 745053 w 12192000"/>
              <a:gd name="connsiteY235" fmla="*/ 2051831 h 2079137"/>
              <a:gd name="connsiteX236" fmla="*/ 722609 w 12192000"/>
              <a:gd name="connsiteY236" fmla="*/ 2049504 h 2079137"/>
              <a:gd name="connsiteX237" fmla="*/ 717618 w 12192000"/>
              <a:gd name="connsiteY237" fmla="*/ 2042131 h 2079137"/>
              <a:gd name="connsiteX238" fmla="*/ 703285 w 12192000"/>
              <a:gd name="connsiteY238" fmla="*/ 2046808 h 2079137"/>
              <a:gd name="connsiteX239" fmla="*/ 680199 w 12192000"/>
              <a:gd name="connsiteY239" fmla="*/ 2051947 h 2079137"/>
              <a:gd name="connsiteX240" fmla="*/ 667351 w 12192000"/>
              <a:gd name="connsiteY240" fmla="*/ 2054469 h 2079137"/>
              <a:gd name="connsiteX241" fmla="*/ 660961 w 12192000"/>
              <a:gd name="connsiteY241" fmla="*/ 2049404 h 2079137"/>
              <a:gd name="connsiteX242" fmla="*/ 638282 w 12192000"/>
              <a:gd name="connsiteY242" fmla="*/ 2060093 h 2079137"/>
              <a:gd name="connsiteX243" fmla="*/ 583551 w 12192000"/>
              <a:gd name="connsiteY243" fmla="*/ 2070197 h 2079137"/>
              <a:gd name="connsiteX244" fmla="*/ 525274 w 12192000"/>
              <a:gd name="connsiteY244" fmla="*/ 2079137 h 2079137"/>
              <a:gd name="connsiteX245" fmla="*/ 405635 w 12192000"/>
              <a:gd name="connsiteY245" fmla="*/ 2059339 h 2079137"/>
              <a:gd name="connsiteX246" fmla="*/ 281555 w 12192000"/>
              <a:gd name="connsiteY246" fmla="*/ 2022847 h 2079137"/>
              <a:gd name="connsiteX247" fmla="*/ 98513 w 12192000"/>
              <a:gd name="connsiteY247" fmla="*/ 1969504 h 2079137"/>
              <a:gd name="connsiteX248" fmla="*/ 56191 w 12192000"/>
              <a:gd name="connsiteY248" fmla="*/ 1950709 h 2079137"/>
              <a:gd name="connsiteX249" fmla="*/ 0 w 12192000"/>
              <a:gd name="connsiteY249" fmla="*/ 1935789 h 2079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</a:cxnLst>
            <a:rect l="l" t="t" r="r" b="b"/>
            <a:pathLst>
              <a:path w="12192000" h="2079137">
                <a:moveTo>
                  <a:pt x="12160143" y="831692"/>
                </a:moveTo>
                <a:lnTo>
                  <a:pt x="12159112" y="833361"/>
                </a:lnTo>
                <a:cubicBezTo>
                  <a:pt x="12157915" y="833832"/>
                  <a:pt x="12157402" y="833649"/>
                  <a:pt x="12158912" y="832430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558063"/>
                </a:lnTo>
                <a:lnTo>
                  <a:pt x="12189259" y="810508"/>
                </a:lnTo>
                <a:lnTo>
                  <a:pt x="12170847" y="825280"/>
                </a:lnTo>
                <a:lnTo>
                  <a:pt x="12160143" y="831692"/>
                </a:lnTo>
                <a:lnTo>
                  <a:pt x="12163806" y="825759"/>
                </a:lnTo>
                <a:cubicBezTo>
                  <a:pt x="12125449" y="821525"/>
                  <a:pt x="12082203" y="824698"/>
                  <a:pt x="12056557" y="810176"/>
                </a:cubicBezTo>
                <a:cubicBezTo>
                  <a:pt x="12050902" y="790976"/>
                  <a:pt x="11923731" y="799312"/>
                  <a:pt x="11900316" y="789618"/>
                </a:cubicBezTo>
                <a:cubicBezTo>
                  <a:pt x="11841702" y="803374"/>
                  <a:pt x="11823963" y="832645"/>
                  <a:pt x="11791206" y="824176"/>
                </a:cubicBezTo>
                <a:cubicBezTo>
                  <a:pt x="11768977" y="817380"/>
                  <a:pt x="11683857" y="828947"/>
                  <a:pt x="11659257" y="800841"/>
                </a:cubicBezTo>
                <a:cubicBezTo>
                  <a:pt x="11617173" y="818107"/>
                  <a:pt x="11602556" y="790694"/>
                  <a:pt x="11569789" y="797135"/>
                </a:cubicBezTo>
                <a:cubicBezTo>
                  <a:pt x="11498310" y="795094"/>
                  <a:pt x="11458472" y="819882"/>
                  <a:pt x="11367885" y="791985"/>
                </a:cubicBezTo>
                <a:cubicBezTo>
                  <a:pt x="11325508" y="798158"/>
                  <a:pt x="11266580" y="755023"/>
                  <a:pt x="11174663" y="788721"/>
                </a:cubicBezTo>
                <a:cubicBezTo>
                  <a:pt x="11122703" y="792192"/>
                  <a:pt x="11150009" y="775410"/>
                  <a:pt x="11068220" y="786994"/>
                </a:cubicBezTo>
                <a:cubicBezTo>
                  <a:pt x="11046931" y="759861"/>
                  <a:pt x="10919185" y="793102"/>
                  <a:pt x="10893266" y="794013"/>
                </a:cubicBezTo>
                <a:cubicBezTo>
                  <a:pt x="10874184" y="776189"/>
                  <a:pt x="10862860" y="788743"/>
                  <a:pt x="10844025" y="789857"/>
                </a:cubicBezTo>
                <a:cubicBezTo>
                  <a:pt x="10836453" y="779294"/>
                  <a:pt x="10820690" y="778184"/>
                  <a:pt x="10814353" y="789010"/>
                </a:cubicBezTo>
                <a:cubicBezTo>
                  <a:pt x="10819669" y="816016"/>
                  <a:pt x="10754019" y="789067"/>
                  <a:pt x="10748393" y="806738"/>
                </a:cubicBezTo>
                <a:cubicBezTo>
                  <a:pt x="10687156" y="807873"/>
                  <a:pt x="10550299" y="781800"/>
                  <a:pt x="10468256" y="778733"/>
                </a:cubicBezTo>
                <a:cubicBezTo>
                  <a:pt x="10436666" y="770025"/>
                  <a:pt x="10371995" y="797252"/>
                  <a:pt x="10256131" y="788332"/>
                </a:cubicBezTo>
                <a:cubicBezTo>
                  <a:pt x="10240995" y="781626"/>
                  <a:pt x="10182664" y="765742"/>
                  <a:pt x="10177442" y="777371"/>
                </a:cubicBezTo>
                <a:cubicBezTo>
                  <a:pt x="10141447" y="775683"/>
                  <a:pt x="10030323" y="810071"/>
                  <a:pt x="10006086" y="792651"/>
                </a:cubicBezTo>
                <a:cubicBezTo>
                  <a:pt x="10009448" y="818833"/>
                  <a:pt x="9960389" y="791426"/>
                  <a:pt x="9952382" y="815411"/>
                </a:cubicBezTo>
                <a:lnTo>
                  <a:pt x="9926457" y="827295"/>
                </a:lnTo>
                <a:lnTo>
                  <a:pt x="9843405" y="867046"/>
                </a:lnTo>
                <a:lnTo>
                  <a:pt x="9830866" y="875047"/>
                </a:lnTo>
                <a:lnTo>
                  <a:pt x="9801807" y="872272"/>
                </a:lnTo>
                <a:lnTo>
                  <a:pt x="9785653" y="861743"/>
                </a:lnTo>
                <a:lnTo>
                  <a:pt x="9781177" y="864820"/>
                </a:lnTo>
                <a:cubicBezTo>
                  <a:pt x="9776153" y="871003"/>
                  <a:pt x="9773556" y="874842"/>
                  <a:pt x="9768640" y="869379"/>
                </a:cubicBezTo>
                <a:lnTo>
                  <a:pt x="9712211" y="900283"/>
                </a:lnTo>
                <a:cubicBezTo>
                  <a:pt x="9706243" y="902750"/>
                  <a:pt x="9698952" y="902954"/>
                  <a:pt x="9689465" y="899268"/>
                </a:cubicBezTo>
                <a:cubicBezTo>
                  <a:pt x="9670819" y="902906"/>
                  <a:pt x="9618108" y="917739"/>
                  <a:pt x="9600339" y="922112"/>
                </a:cubicBezTo>
                <a:lnTo>
                  <a:pt x="9582850" y="925510"/>
                </a:lnTo>
                <a:cubicBezTo>
                  <a:pt x="9574400" y="928631"/>
                  <a:pt x="9556868" y="938130"/>
                  <a:pt x="9549638" y="940845"/>
                </a:cubicBezTo>
                <a:cubicBezTo>
                  <a:pt x="9543792" y="942327"/>
                  <a:pt x="9546812" y="939351"/>
                  <a:pt x="9539471" y="941799"/>
                </a:cubicBezTo>
                <a:cubicBezTo>
                  <a:pt x="9538994" y="947702"/>
                  <a:pt x="9536009" y="953248"/>
                  <a:pt x="9505592" y="955533"/>
                </a:cubicBezTo>
                <a:cubicBezTo>
                  <a:pt x="9486013" y="968563"/>
                  <a:pt x="9460860" y="978842"/>
                  <a:pt x="9432569" y="985377"/>
                </a:cubicBezTo>
                <a:cubicBezTo>
                  <a:pt x="9426990" y="980335"/>
                  <a:pt x="9418918" y="990185"/>
                  <a:pt x="9414216" y="992655"/>
                </a:cubicBezTo>
                <a:cubicBezTo>
                  <a:pt x="9412644" y="989014"/>
                  <a:pt x="9400057" y="989255"/>
                  <a:pt x="9397106" y="992980"/>
                </a:cubicBezTo>
                <a:cubicBezTo>
                  <a:pt x="9314093" y="1020862"/>
                  <a:pt x="9349678" y="978420"/>
                  <a:pt x="9305108" y="1007767"/>
                </a:cubicBezTo>
                <a:cubicBezTo>
                  <a:pt x="9296670" y="1010324"/>
                  <a:pt x="9289251" y="1009612"/>
                  <a:pt x="9282434" y="1007523"/>
                </a:cubicBezTo>
                <a:lnTo>
                  <a:pt x="9271941" y="1002839"/>
                </a:lnTo>
                <a:lnTo>
                  <a:pt x="9238227" y="1017668"/>
                </a:lnTo>
                <a:cubicBezTo>
                  <a:pt x="9221294" y="1023415"/>
                  <a:pt x="9203166" y="1027997"/>
                  <a:pt x="9184265" y="1031275"/>
                </a:cubicBezTo>
                <a:cubicBezTo>
                  <a:pt x="9178371" y="1024135"/>
                  <a:pt x="9165618" y="1036637"/>
                  <a:pt x="9159000" y="1039569"/>
                </a:cubicBezTo>
                <a:cubicBezTo>
                  <a:pt x="9157881" y="1034602"/>
                  <a:pt x="9141725" y="1033964"/>
                  <a:pt x="9137031" y="1038699"/>
                </a:cubicBezTo>
                <a:cubicBezTo>
                  <a:pt x="9023973" y="1069523"/>
                  <a:pt x="9079946" y="1015706"/>
                  <a:pt x="9015702" y="1051400"/>
                </a:cubicBezTo>
                <a:lnTo>
                  <a:pt x="8971403" y="1040542"/>
                </a:lnTo>
                <a:lnTo>
                  <a:pt x="8961826" y="1045364"/>
                </a:lnTo>
                <a:cubicBezTo>
                  <a:pt x="8922837" y="1050010"/>
                  <a:pt x="8909116" y="1040754"/>
                  <a:pt x="8888623" y="1053908"/>
                </a:cubicBezTo>
                <a:cubicBezTo>
                  <a:pt x="8850424" y="1035587"/>
                  <a:pt x="8865892" y="1054194"/>
                  <a:pt x="8841066" y="1060421"/>
                </a:cubicBezTo>
                <a:cubicBezTo>
                  <a:pt x="8818353" y="1064878"/>
                  <a:pt x="8775995" y="1076068"/>
                  <a:pt x="8752342" y="1080646"/>
                </a:cubicBezTo>
                <a:cubicBezTo>
                  <a:pt x="8736966" y="1099406"/>
                  <a:pt x="8723186" y="1079948"/>
                  <a:pt x="8699139" y="1087885"/>
                </a:cubicBezTo>
                <a:cubicBezTo>
                  <a:pt x="8688630" y="1095506"/>
                  <a:pt x="8680324" y="1097539"/>
                  <a:pt x="8667273" y="1092062"/>
                </a:cubicBezTo>
                <a:cubicBezTo>
                  <a:pt x="8619205" y="1128818"/>
                  <a:pt x="8634590" y="1097116"/>
                  <a:pt x="8586064" y="1114603"/>
                </a:cubicBezTo>
                <a:cubicBezTo>
                  <a:pt x="8544721" y="1131913"/>
                  <a:pt x="8496602" y="1145520"/>
                  <a:pt x="8460312" y="1179878"/>
                </a:cubicBezTo>
                <a:cubicBezTo>
                  <a:pt x="8454266" y="1189140"/>
                  <a:pt x="8435781" y="1194455"/>
                  <a:pt x="8419023" y="1191748"/>
                </a:cubicBezTo>
                <a:cubicBezTo>
                  <a:pt x="8416138" y="1191283"/>
                  <a:pt x="8413416" y="1190591"/>
                  <a:pt x="8410939" y="1189696"/>
                </a:cubicBezTo>
                <a:cubicBezTo>
                  <a:pt x="8390077" y="1213458"/>
                  <a:pt x="8370324" y="1205397"/>
                  <a:pt x="8362040" y="1220820"/>
                </a:cubicBezTo>
                <a:cubicBezTo>
                  <a:pt x="8320616" y="1231942"/>
                  <a:pt x="8281663" y="1222882"/>
                  <a:pt x="8273677" y="1236495"/>
                </a:cubicBezTo>
                <a:cubicBezTo>
                  <a:pt x="8251358" y="1238573"/>
                  <a:pt x="8216738" y="1228341"/>
                  <a:pt x="8204283" y="1243537"/>
                </a:cubicBezTo>
                <a:cubicBezTo>
                  <a:pt x="8198634" y="1233135"/>
                  <a:pt x="8181550" y="1254947"/>
                  <a:pt x="8166550" y="1249551"/>
                </a:cubicBezTo>
                <a:cubicBezTo>
                  <a:pt x="8155570" y="1244572"/>
                  <a:pt x="8147825" y="1250027"/>
                  <a:pt x="8137785" y="1251636"/>
                </a:cubicBezTo>
                <a:cubicBezTo>
                  <a:pt x="8123427" y="1248361"/>
                  <a:pt x="8081662" y="1261833"/>
                  <a:pt x="8071596" y="1269274"/>
                </a:cubicBezTo>
                <a:cubicBezTo>
                  <a:pt x="8048949" y="1293759"/>
                  <a:pt x="7983924" y="1284712"/>
                  <a:pt x="7964816" y="1303668"/>
                </a:cubicBezTo>
                <a:cubicBezTo>
                  <a:pt x="7957137" y="1306992"/>
                  <a:pt x="7949335" y="1308861"/>
                  <a:pt x="7941495" y="1309821"/>
                </a:cubicBezTo>
                <a:lnTo>
                  <a:pt x="7919123" y="1310466"/>
                </a:lnTo>
                <a:lnTo>
                  <a:pt x="7911902" y="1306569"/>
                </a:lnTo>
                <a:lnTo>
                  <a:pt x="7898703" y="1309208"/>
                </a:lnTo>
                <a:lnTo>
                  <a:pt x="7894703" y="1308939"/>
                </a:lnTo>
                <a:lnTo>
                  <a:pt x="7872267" y="1308370"/>
                </a:lnTo>
                <a:cubicBezTo>
                  <a:pt x="7886550" y="1330359"/>
                  <a:pt x="7812648" y="1314851"/>
                  <a:pt x="7836454" y="1331265"/>
                </a:cubicBezTo>
                <a:cubicBezTo>
                  <a:pt x="7798907" y="1336933"/>
                  <a:pt x="7831419" y="1351068"/>
                  <a:pt x="7782451" y="1339601"/>
                </a:cubicBezTo>
                <a:cubicBezTo>
                  <a:pt x="7727636" y="1365002"/>
                  <a:pt x="7583002" y="1338768"/>
                  <a:pt x="7542969" y="1372495"/>
                </a:cubicBezTo>
                <a:cubicBezTo>
                  <a:pt x="7546396" y="1360942"/>
                  <a:pt x="7492851" y="1424323"/>
                  <a:pt x="7476832" y="1431655"/>
                </a:cubicBezTo>
                <a:cubicBezTo>
                  <a:pt x="7439619" y="1443703"/>
                  <a:pt x="7425596" y="1454661"/>
                  <a:pt x="7370237" y="1474339"/>
                </a:cubicBezTo>
                <a:cubicBezTo>
                  <a:pt x="7316246" y="1485928"/>
                  <a:pt x="7281903" y="1512712"/>
                  <a:pt x="7222223" y="1510199"/>
                </a:cubicBezTo>
                <a:cubicBezTo>
                  <a:pt x="7221190" y="1514030"/>
                  <a:pt x="7218885" y="1517398"/>
                  <a:pt x="7215703" y="1520424"/>
                </a:cubicBezTo>
                <a:lnTo>
                  <a:pt x="7204548" y="1528145"/>
                </a:lnTo>
                <a:lnTo>
                  <a:pt x="7202038" y="1527954"/>
                </a:lnTo>
                <a:lnTo>
                  <a:pt x="7173860" y="1541605"/>
                </a:lnTo>
                <a:lnTo>
                  <a:pt x="7155079" y="1552495"/>
                </a:lnTo>
                <a:lnTo>
                  <a:pt x="7149757" y="1552732"/>
                </a:lnTo>
                <a:cubicBezTo>
                  <a:pt x="7141378" y="1554948"/>
                  <a:pt x="7115959" y="1563256"/>
                  <a:pt x="7104804" y="1565792"/>
                </a:cubicBezTo>
                <a:cubicBezTo>
                  <a:pt x="7099811" y="1550850"/>
                  <a:pt x="7096935" y="1561973"/>
                  <a:pt x="7082824" y="1567947"/>
                </a:cubicBezTo>
                <a:cubicBezTo>
                  <a:pt x="7071919" y="1546070"/>
                  <a:pt x="7039417" y="1570606"/>
                  <a:pt x="7021520" y="1562334"/>
                </a:cubicBezTo>
                <a:cubicBezTo>
                  <a:pt x="7011400" y="1567217"/>
                  <a:pt x="7000495" y="1571981"/>
                  <a:pt x="6988956" y="1576442"/>
                </a:cubicBezTo>
                <a:lnTo>
                  <a:pt x="6981922" y="1578821"/>
                </a:lnTo>
                <a:lnTo>
                  <a:pt x="6981583" y="1578678"/>
                </a:lnTo>
                <a:cubicBezTo>
                  <a:pt x="6979627" y="1578791"/>
                  <a:pt x="6977153" y="1579421"/>
                  <a:pt x="6973762" y="1580811"/>
                </a:cubicBezTo>
                <a:lnTo>
                  <a:pt x="6969093" y="1583157"/>
                </a:lnTo>
                <a:lnTo>
                  <a:pt x="6890037" y="1575825"/>
                </a:lnTo>
                <a:cubicBezTo>
                  <a:pt x="6849459" y="1579997"/>
                  <a:pt x="6820022" y="1566922"/>
                  <a:pt x="6785054" y="1582200"/>
                </a:cubicBezTo>
                <a:cubicBezTo>
                  <a:pt x="6747047" y="1586037"/>
                  <a:pt x="6712794" y="1582954"/>
                  <a:pt x="6681692" y="1591296"/>
                </a:cubicBezTo>
                <a:cubicBezTo>
                  <a:pt x="6667557" y="1587501"/>
                  <a:pt x="6654822" y="1586753"/>
                  <a:pt x="6644556" y="1595940"/>
                </a:cubicBezTo>
                <a:cubicBezTo>
                  <a:pt x="6608615" y="1597269"/>
                  <a:pt x="6597697" y="1587005"/>
                  <a:pt x="6577106" y="1598261"/>
                </a:cubicBezTo>
                <a:lnTo>
                  <a:pt x="6544183" y="1596149"/>
                </a:lnTo>
                <a:lnTo>
                  <a:pt x="6540921" y="1593857"/>
                </a:lnTo>
                <a:lnTo>
                  <a:pt x="6535046" y="1593283"/>
                </a:lnTo>
                <a:lnTo>
                  <a:pt x="6519853" y="1595771"/>
                </a:lnTo>
                <a:lnTo>
                  <a:pt x="6514280" y="1597376"/>
                </a:lnTo>
                <a:cubicBezTo>
                  <a:pt x="6510385" y="1598232"/>
                  <a:pt x="6507735" y="1598481"/>
                  <a:pt x="6505824" y="1598298"/>
                </a:cubicBezTo>
                <a:lnTo>
                  <a:pt x="6505573" y="1598109"/>
                </a:lnTo>
                <a:lnTo>
                  <a:pt x="6497741" y="1599392"/>
                </a:lnTo>
                <a:cubicBezTo>
                  <a:pt x="6484628" y="1602044"/>
                  <a:pt x="6471968" y="1605085"/>
                  <a:pt x="6459992" y="1608358"/>
                </a:cubicBezTo>
                <a:cubicBezTo>
                  <a:pt x="6447037" y="1597612"/>
                  <a:pt x="6404274" y="1616787"/>
                  <a:pt x="6404572" y="1593771"/>
                </a:cubicBezTo>
                <a:cubicBezTo>
                  <a:pt x="6388277" y="1597519"/>
                  <a:pt x="6380141" y="1607970"/>
                  <a:pt x="6382671" y="1592612"/>
                </a:cubicBezTo>
                <a:lnTo>
                  <a:pt x="6369843" y="1590015"/>
                </a:lnTo>
                <a:lnTo>
                  <a:pt x="6269740" y="1614633"/>
                </a:lnTo>
                <a:lnTo>
                  <a:pt x="6255405" y="1620529"/>
                </a:lnTo>
                <a:cubicBezTo>
                  <a:pt x="6250911" y="1623016"/>
                  <a:pt x="6247090" y="1625968"/>
                  <a:pt x="6244248" y="1629561"/>
                </a:cubicBezTo>
                <a:cubicBezTo>
                  <a:pt x="6188859" y="1618246"/>
                  <a:pt x="6143250" y="1639346"/>
                  <a:pt x="6086396" y="1642666"/>
                </a:cubicBezTo>
                <a:cubicBezTo>
                  <a:pt x="6024311" y="1653696"/>
                  <a:pt x="5889522" y="1686499"/>
                  <a:pt x="5867429" y="1695554"/>
                </a:cubicBezTo>
                <a:cubicBezTo>
                  <a:pt x="5848669" y="1700350"/>
                  <a:pt x="5763994" y="1699795"/>
                  <a:pt x="5772864" y="1689002"/>
                </a:cubicBezTo>
                <a:cubicBezTo>
                  <a:pt x="5718480" y="1716048"/>
                  <a:pt x="5694188" y="1696562"/>
                  <a:pt x="5629833" y="1713273"/>
                </a:cubicBezTo>
                <a:lnTo>
                  <a:pt x="5504771" y="1725744"/>
                </a:lnTo>
                <a:lnTo>
                  <a:pt x="5490967" y="1726367"/>
                </a:lnTo>
                <a:lnTo>
                  <a:pt x="5486015" y="1721481"/>
                </a:lnTo>
                <a:lnTo>
                  <a:pt x="5439364" y="1721349"/>
                </a:lnTo>
                <a:cubicBezTo>
                  <a:pt x="5418850" y="1733129"/>
                  <a:pt x="5381503" y="1725668"/>
                  <a:pt x="5350025" y="1729885"/>
                </a:cubicBezTo>
                <a:lnTo>
                  <a:pt x="5336104" y="1734377"/>
                </a:lnTo>
                <a:lnTo>
                  <a:pt x="5245234" y="1738520"/>
                </a:lnTo>
                <a:lnTo>
                  <a:pt x="5182955" y="1744622"/>
                </a:lnTo>
                <a:lnTo>
                  <a:pt x="5169506" y="1748993"/>
                </a:lnTo>
                <a:lnTo>
                  <a:pt x="5154299" y="1744080"/>
                </a:lnTo>
                <a:cubicBezTo>
                  <a:pt x="5152463" y="1742751"/>
                  <a:pt x="5150989" y="1741283"/>
                  <a:pt x="5149917" y="1739727"/>
                </a:cubicBezTo>
                <a:lnTo>
                  <a:pt x="5100319" y="1745797"/>
                </a:lnTo>
                <a:lnTo>
                  <a:pt x="5094361" y="1745767"/>
                </a:lnTo>
                <a:lnTo>
                  <a:pt x="5053410" y="1742790"/>
                </a:lnTo>
                <a:lnTo>
                  <a:pt x="4992711" y="1734075"/>
                </a:lnTo>
                <a:cubicBezTo>
                  <a:pt x="4972764" y="1728527"/>
                  <a:pt x="4955480" y="1708667"/>
                  <a:pt x="4930098" y="1717312"/>
                </a:cubicBezTo>
                <a:cubicBezTo>
                  <a:pt x="4936142" y="1706767"/>
                  <a:pt x="4900350" y="1719438"/>
                  <a:pt x="4893834" y="1710028"/>
                </a:cubicBezTo>
                <a:cubicBezTo>
                  <a:pt x="4890113" y="1702277"/>
                  <a:pt x="4878389" y="1704314"/>
                  <a:pt x="4868730" y="1702384"/>
                </a:cubicBezTo>
                <a:cubicBezTo>
                  <a:pt x="4860577" y="1694955"/>
                  <a:pt x="4813519" y="1692594"/>
                  <a:pt x="4797925" y="1695535"/>
                </a:cubicBezTo>
                <a:cubicBezTo>
                  <a:pt x="4754973" y="1708626"/>
                  <a:pt x="4712186" y="1679830"/>
                  <a:pt x="4677670" y="1689453"/>
                </a:cubicBezTo>
                <a:cubicBezTo>
                  <a:pt x="4650390" y="1686902"/>
                  <a:pt x="4641786" y="1682702"/>
                  <a:pt x="4634248" y="1680227"/>
                </a:cubicBezTo>
                <a:lnTo>
                  <a:pt x="4632434" y="1674607"/>
                </a:lnTo>
                <a:lnTo>
                  <a:pt x="4619204" y="1672507"/>
                </a:lnTo>
                <a:lnTo>
                  <a:pt x="4616283" y="1670977"/>
                </a:lnTo>
                <a:cubicBezTo>
                  <a:pt x="4610716" y="1668036"/>
                  <a:pt x="4605090" y="1665277"/>
                  <a:pt x="4598926" y="1663178"/>
                </a:cubicBezTo>
                <a:cubicBezTo>
                  <a:pt x="4588025" y="1686237"/>
                  <a:pt x="4544698" y="1649138"/>
                  <a:pt x="4547069" y="1670642"/>
                </a:cubicBezTo>
                <a:lnTo>
                  <a:pt x="4523516" y="1669785"/>
                </a:lnTo>
                <a:lnTo>
                  <a:pt x="4500586" y="1675912"/>
                </a:lnTo>
                <a:lnTo>
                  <a:pt x="4488196" y="1683463"/>
                </a:lnTo>
                <a:lnTo>
                  <a:pt x="4445463" y="1695634"/>
                </a:lnTo>
                <a:lnTo>
                  <a:pt x="4446550" y="1680538"/>
                </a:lnTo>
                <a:lnTo>
                  <a:pt x="4365375" y="1697935"/>
                </a:lnTo>
                <a:lnTo>
                  <a:pt x="4305123" y="1714185"/>
                </a:lnTo>
                <a:lnTo>
                  <a:pt x="4292665" y="1720703"/>
                </a:lnTo>
                <a:lnTo>
                  <a:pt x="4276789" y="1718367"/>
                </a:lnTo>
                <a:cubicBezTo>
                  <a:pt x="4274740" y="1717359"/>
                  <a:pt x="4273021" y="1716157"/>
                  <a:pt x="4271683" y="1714801"/>
                </a:cubicBezTo>
                <a:lnTo>
                  <a:pt x="4223918" y="1728936"/>
                </a:lnTo>
                <a:lnTo>
                  <a:pt x="4218039" y="1729885"/>
                </a:lnTo>
                <a:lnTo>
                  <a:pt x="4177153" y="1733691"/>
                </a:lnTo>
                <a:lnTo>
                  <a:pt x="4051032" y="1728886"/>
                </a:lnTo>
                <a:cubicBezTo>
                  <a:pt x="4055072" y="1717510"/>
                  <a:pt x="4022108" y="1735873"/>
                  <a:pt x="4013978" y="1727679"/>
                </a:cubicBezTo>
                <a:cubicBezTo>
                  <a:pt x="4008905" y="1720660"/>
                  <a:pt x="3997723" y="1724594"/>
                  <a:pt x="3987857" y="1724282"/>
                </a:cubicBezTo>
                <a:cubicBezTo>
                  <a:pt x="3978476" y="1718309"/>
                  <a:pt x="3931683" y="1723723"/>
                  <a:pt x="3916852" y="1729184"/>
                </a:cubicBezTo>
                <a:cubicBezTo>
                  <a:pt x="3876910" y="1749138"/>
                  <a:pt x="3829523" y="1727824"/>
                  <a:pt x="3797263" y="1742976"/>
                </a:cubicBezTo>
                <a:cubicBezTo>
                  <a:pt x="3769922" y="1744951"/>
                  <a:pt x="3760682" y="1742230"/>
                  <a:pt x="3752806" y="1741033"/>
                </a:cubicBezTo>
                <a:lnTo>
                  <a:pt x="3749997" y="1735799"/>
                </a:lnTo>
                <a:lnTo>
                  <a:pt x="3736582" y="1735907"/>
                </a:lnTo>
                <a:lnTo>
                  <a:pt x="3733428" y="1734881"/>
                </a:lnTo>
                <a:cubicBezTo>
                  <a:pt x="3727408" y="1732899"/>
                  <a:pt x="3721365" y="1731108"/>
                  <a:pt x="3714911" y="1730056"/>
                </a:cubicBezTo>
                <a:cubicBezTo>
                  <a:pt x="3708355" y="1754554"/>
                  <a:pt x="3658933" y="1725152"/>
                  <a:pt x="3665172" y="1745936"/>
                </a:cubicBezTo>
                <a:cubicBezTo>
                  <a:pt x="3628569" y="1744420"/>
                  <a:pt x="3583742" y="1775884"/>
                  <a:pt x="3552006" y="1755220"/>
                </a:cubicBezTo>
                <a:cubicBezTo>
                  <a:pt x="3497522" y="1758390"/>
                  <a:pt x="3448310" y="1757433"/>
                  <a:pt x="3390301" y="1762546"/>
                </a:cubicBezTo>
                <a:cubicBezTo>
                  <a:pt x="3345266" y="1774524"/>
                  <a:pt x="3297039" y="1758531"/>
                  <a:pt x="3264312" y="1774620"/>
                </a:cubicBezTo>
                <a:cubicBezTo>
                  <a:pt x="3212634" y="1771139"/>
                  <a:pt x="3147905" y="1780248"/>
                  <a:pt x="3106901" y="1804264"/>
                </a:cubicBezTo>
                <a:cubicBezTo>
                  <a:pt x="3051355" y="1805490"/>
                  <a:pt x="3041708" y="1820368"/>
                  <a:pt x="2993303" y="1806542"/>
                </a:cubicBezTo>
                <a:cubicBezTo>
                  <a:pt x="2989182" y="1810139"/>
                  <a:pt x="2984377" y="1813039"/>
                  <a:pt x="2979115" y="1815432"/>
                </a:cubicBezTo>
                <a:lnTo>
                  <a:pt x="2963118" y="1820962"/>
                </a:lnTo>
                <a:lnTo>
                  <a:pt x="2961156" y="1820297"/>
                </a:lnTo>
                <a:lnTo>
                  <a:pt x="2925719" y="1828468"/>
                </a:lnTo>
                <a:lnTo>
                  <a:pt x="2857951" y="1842496"/>
                </a:lnTo>
                <a:lnTo>
                  <a:pt x="2857427" y="1841591"/>
                </a:lnTo>
                <a:cubicBezTo>
                  <a:pt x="2855386" y="1839734"/>
                  <a:pt x="2852250" y="1838690"/>
                  <a:pt x="2846731" y="1839316"/>
                </a:cubicBezTo>
                <a:cubicBezTo>
                  <a:pt x="2855175" y="1823564"/>
                  <a:pt x="2843311" y="1834035"/>
                  <a:pt x="2826290" y="1837274"/>
                </a:cubicBezTo>
                <a:cubicBezTo>
                  <a:pt x="2835609" y="1813530"/>
                  <a:pt x="2787284" y="1831665"/>
                  <a:pt x="2779146" y="1820071"/>
                </a:cubicBezTo>
                <a:cubicBezTo>
                  <a:pt x="2766432" y="1822985"/>
                  <a:pt x="2753158" y="1825635"/>
                  <a:pt x="2739608" y="1827861"/>
                </a:cubicBezTo>
                <a:lnTo>
                  <a:pt x="2731631" y="1828881"/>
                </a:lnTo>
                <a:cubicBezTo>
                  <a:pt x="2731575" y="1828813"/>
                  <a:pt x="2731521" y="1828744"/>
                  <a:pt x="2731464" y="1828677"/>
                </a:cubicBezTo>
                <a:cubicBezTo>
                  <a:pt x="2729715" y="1828415"/>
                  <a:pt x="2727085" y="1828569"/>
                  <a:pt x="2723037" y="1829303"/>
                </a:cubicBezTo>
                <a:lnTo>
                  <a:pt x="2701616" y="1832725"/>
                </a:lnTo>
                <a:lnTo>
                  <a:pt x="2696239" y="1831904"/>
                </a:lnTo>
                <a:lnTo>
                  <a:pt x="2663445" y="1825958"/>
                </a:lnTo>
                <a:cubicBezTo>
                  <a:pt x="2641260" y="1825904"/>
                  <a:pt x="2595040" y="1827674"/>
                  <a:pt x="2560925" y="1829094"/>
                </a:cubicBezTo>
                <a:cubicBezTo>
                  <a:pt x="2527977" y="1836499"/>
                  <a:pt x="2496507" y="1831991"/>
                  <a:pt x="2458739" y="1834479"/>
                </a:cubicBezTo>
                <a:cubicBezTo>
                  <a:pt x="2419379" y="1848893"/>
                  <a:pt x="2396428" y="1834257"/>
                  <a:pt x="2356074" y="1836991"/>
                </a:cubicBezTo>
                <a:cubicBezTo>
                  <a:pt x="2323435" y="1857644"/>
                  <a:pt x="2325610" y="1826053"/>
                  <a:pt x="2304241" y="1822021"/>
                </a:cubicBezTo>
                <a:lnTo>
                  <a:pt x="2298362" y="1822125"/>
                </a:lnTo>
                <a:lnTo>
                  <a:pt x="2283527" y="1826361"/>
                </a:lnTo>
                <a:lnTo>
                  <a:pt x="2278150" y="1828604"/>
                </a:lnTo>
                <a:cubicBezTo>
                  <a:pt x="2274371" y="1829907"/>
                  <a:pt x="2271762" y="1830461"/>
                  <a:pt x="2269853" y="1830502"/>
                </a:cubicBezTo>
                <a:lnTo>
                  <a:pt x="2269585" y="1830341"/>
                </a:lnTo>
                <a:lnTo>
                  <a:pt x="2225332" y="1845825"/>
                </a:lnTo>
                <a:cubicBezTo>
                  <a:pt x="2211505" y="1836594"/>
                  <a:pt x="2170867" y="1860661"/>
                  <a:pt x="2169048" y="1837658"/>
                </a:cubicBezTo>
                <a:cubicBezTo>
                  <a:pt x="2153238" y="1843278"/>
                  <a:pt x="2146132" y="1854645"/>
                  <a:pt x="2147231" y="1839027"/>
                </a:cubicBezTo>
                <a:cubicBezTo>
                  <a:pt x="2141901" y="1840465"/>
                  <a:pt x="2138205" y="1840014"/>
                  <a:pt x="2135241" y="1838652"/>
                </a:cubicBezTo>
                <a:lnTo>
                  <a:pt x="2099215" y="1850768"/>
                </a:lnTo>
                <a:lnTo>
                  <a:pt x="2094046" y="1850806"/>
                </a:lnTo>
                <a:lnTo>
                  <a:pt x="2071850" y="1861319"/>
                </a:lnTo>
                <a:lnTo>
                  <a:pt x="2039607" y="1874318"/>
                </a:lnTo>
                <a:lnTo>
                  <a:pt x="2037289" y="1874025"/>
                </a:lnTo>
                <a:lnTo>
                  <a:pt x="2023615" y="1881562"/>
                </a:lnTo>
                <a:cubicBezTo>
                  <a:pt x="2019390" y="1884562"/>
                  <a:pt x="1959668" y="1894795"/>
                  <a:pt x="1957176" y="1898709"/>
                </a:cubicBezTo>
                <a:cubicBezTo>
                  <a:pt x="1901224" y="1893805"/>
                  <a:pt x="1914145" y="1913274"/>
                  <a:pt x="1858081" y="1923144"/>
                </a:cubicBezTo>
                <a:cubicBezTo>
                  <a:pt x="1819487" y="1923227"/>
                  <a:pt x="1798952" y="1929741"/>
                  <a:pt x="1738865" y="1944965"/>
                </a:cubicBezTo>
                <a:cubicBezTo>
                  <a:pt x="1698633" y="1955957"/>
                  <a:pt x="1670491" y="1978862"/>
                  <a:pt x="1616692" y="1989107"/>
                </a:cubicBezTo>
                <a:cubicBezTo>
                  <a:pt x="1565257" y="2022368"/>
                  <a:pt x="1474172" y="2022156"/>
                  <a:pt x="1411898" y="2046254"/>
                </a:cubicBezTo>
                <a:cubicBezTo>
                  <a:pt x="1380237" y="2035952"/>
                  <a:pt x="1386648" y="2042292"/>
                  <a:pt x="1375780" y="2047961"/>
                </a:cubicBezTo>
                <a:cubicBezTo>
                  <a:pt x="1375756" y="2047968"/>
                  <a:pt x="1375731" y="2047974"/>
                  <a:pt x="1375707" y="2047981"/>
                </a:cubicBezTo>
                <a:lnTo>
                  <a:pt x="1285585" y="2047113"/>
                </a:lnTo>
                <a:cubicBezTo>
                  <a:pt x="1279541" y="2043453"/>
                  <a:pt x="1272537" y="2040974"/>
                  <a:pt x="1263658" y="2041397"/>
                </a:cubicBezTo>
                <a:cubicBezTo>
                  <a:pt x="1212454" y="2058890"/>
                  <a:pt x="1258499" y="2026611"/>
                  <a:pt x="1170403" y="2033399"/>
                </a:cubicBezTo>
                <a:cubicBezTo>
                  <a:pt x="1166530" y="2036274"/>
                  <a:pt x="1154254" y="2033463"/>
                  <a:pt x="1153718" y="2029576"/>
                </a:cubicBezTo>
                <a:cubicBezTo>
                  <a:pt x="1148486" y="2030819"/>
                  <a:pt x="1137980" y="2038354"/>
                  <a:pt x="1133937" y="2032149"/>
                </a:cubicBezTo>
                <a:cubicBezTo>
                  <a:pt x="1104720" y="2031606"/>
                  <a:pt x="1077532" y="2035424"/>
                  <a:pt x="1054999" y="2043242"/>
                </a:cubicBezTo>
                <a:cubicBezTo>
                  <a:pt x="1024875" y="2038090"/>
                  <a:pt x="1020473" y="2042711"/>
                  <a:pt x="1018405" y="2048281"/>
                </a:cubicBezTo>
                <a:lnTo>
                  <a:pt x="1016563" y="2051718"/>
                </a:lnTo>
                <a:lnTo>
                  <a:pt x="1008284" y="2046742"/>
                </a:lnTo>
                <a:cubicBezTo>
                  <a:pt x="999244" y="2043620"/>
                  <a:pt x="990505" y="2044937"/>
                  <a:pt x="981974" y="2048363"/>
                </a:cubicBezTo>
                <a:lnTo>
                  <a:pt x="971903" y="2053484"/>
                </a:lnTo>
                <a:lnTo>
                  <a:pt x="954015" y="2052529"/>
                </a:lnTo>
                <a:cubicBezTo>
                  <a:pt x="931960" y="2051365"/>
                  <a:pt x="861352" y="2046214"/>
                  <a:pt x="839571" y="2046509"/>
                </a:cubicBezTo>
                <a:lnTo>
                  <a:pt x="823321" y="2054296"/>
                </a:lnTo>
                <a:lnTo>
                  <a:pt x="800990" y="2051523"/>
                </a:lnTo>
                <a:cubicBezTo>
                  <a:pt x="790723" y="2052171"/>
                  <a:pt x="782268" y="2055403"/>
                  <a:pt x="776439" y="2062634"/>
                </a:cubicBezTo>
                <a:cubicBezTo>
                  <a:pt x="773155" y="2056184"/>
                  <a:pt x="769593" y="2059253"/>
                  <a:pt x="763041" y="2063995"/>
                </a:cubicBezTo>
                <a:lnTo>
                  <a:pt x="757863" y="2065877"/>
                </a:lnTo>
                <a:lnTo>
                  <a:pt x="745053" y="2051831"/>
                </a:lnTo>
                <a:lnTo>
                  <a:pt x="722609" y="2049504"/>
                </a:lnTo>
                <a:lnTo>
                  <a:pt x="717618" y="2042131"/>
                </a:lnTo>
                <a:lnTo>
                  <a:pt x="703285" y="2046808"/>
                </a:lnTo>
                <a:cubicBezTo>
                  <a:pt x="698219" y="2048137"/>
                  <a:pt x="690058" y="2049926"/>
                  <a:pt x="680199" y="2051947"/>
                </a:cubicBezTo>
                <a:lnTo>
                  <a:pt x="667351" y="2054469"/>
                </a:lnTo>
                <a:lnTo>
                  <a:pt x="660961" y="2049404"/>
                </a:lnTo>
                <a:lnTo>
                  <a:pt x="638282" y="2060093"/>
                </a:lnTo>
                <a:lnTo>
                  <a:pt x="583551" y="2070197"/>
                </a:lnTo>
                <a:cubicBezTo>
                  <a:pt x="569268" y="2091365"/>
                  <a:pt x="529124" y="2053106"/>
                  <a:pt x="525274" y="2079137"/>
                </a:cubicBezTo>
                <a:cubicBezTo>
                  <a:pt x="506495" y="2056498"/>
                  <a:pt x="440091" y="2069666"/>
                  <a:pt x="405635" y="2059339"/>
                </a:cubicBezTo>
                <a:cubicBezTo>
                  <a:pt x="397410" y="2069278"/>
                  <a:pt x="294416" y="2032966"/>
                  <a:pt x="281555" y="2022847"/>
                </a:cubicBezTo>
                <a:cubicBezTo>
                  <a:pt x="171589" y="1986245"/>
                  <a:pt x="126791" y="1985528"/>
                  <a:pt x="98513" y="1969504"/>
                </a:cubicBezTo>
                <a:cubicBezTo>
                  <a:pt x="85544" y="1965247"/>
                  <a:pt x="73324" y="1958000"/>
                  <a:pt x="56191" y="1950709"/>
                </a:cubicBezTo>
                <a:lnTo>
                  <a:pt x="0" y="19357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D34822-7765-44D6-15BC-7963B0A37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6" y="548640"/>
            <a:ext cx="9543405" cy="1188720"/>
          </a:xfrm>
        </p:spPr>
        <p:txBody>
          <a:bodyPr>
            <a:normAutofit/>
          </a:bodyPr>
          <a:lstStyle/>
          <a:p>
            <a:r>
              <a:rPr lang="en-US" sz="3700" b="1">
                <a:solidFill>
                  <a:schemeClr val="tx1">
                    <a:lumMod val="85000"/>
                    <a:lumOff val="15000"/>
                  </a:schemeClr>
                </a:solidFill>
              </a:rPr>
              <a:t>Solution Overview</a:t>
            </a:r>
            <a:br>
              <a:rPr lang="en-US" sz="3700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endParaRPr lang="he-IL" sz="370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7FD68B3-730F-FE77-FEB5-3CBA064C48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9718" y="1943677"/>
            <a:ext cx="10671508" cy="4634103"/>
          </a:xfrm>
        </p:spPr>
        <p:txBody>
          <a:bodyPr anchor="ctr">
            <a:normAutofit fontScale="92500" lnSpcReduction="20000"/>
          </a:bodyPr>
          <a:lstStyle/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19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OptiVision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offers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a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range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vision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tests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lvl="1" eaLnBrk="0" fontAlgn="base" hangingPunct="0">
              <a:lnSpc>
                <a:spcPct val="16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he-IL" altLang="he-IL" sz="160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Visual</a:t>
            </a:r>
            <a:r>
              <a:rPr kumimoji="0" lang="he-IL" altLang="he-IL" sz="160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Acuity</a:t>
            </a:r>
            <a:endParaRPr kumimoji="0" lang="he-IL" altLang="he-IL" sz="1600" i="0" u="none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Arial" panose="020B0604020202020204" pitchFamily="34" charset="0"/>
            </a:endParaRPr>
          </a:p>
          <a:p>
            <a:pPr lvl="1" eaLnBrk="0" fontAlgn="base" hangingPunct="0">
              <a:lnSpc>
                <a:spcPct val="16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he-IL" altLang="he-IL" sz="160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Color</a:t>
            </a:r>
            <a:r>
              <a:rPr kumimoji="0" lang="he-IL" altLang="he-IL" sz="160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Vision</a:t>
            </a:r>
            <a:endParaRPr kumimoji="0" lang="he-IL" altLang="he-IL" sz="1600" i="0" u="none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Arial" panose="020B0604020202020204" pitchFamily="34" charset="0"/>
            </a:endParaRPr>
          </a:p>
          <a:p>
            <a:pPr lvl="1" eaLnBrk="0" fontAlgn="base" hangingPunct="0">
              <a:lnSpc>
                <a:spcPct val="16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he-IL" altLang="he-IL" sz="160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Contrast</a:t>
            </a:r>
            <a:r>
              <a:rPr kumimoji="0" lang="he-IL" altLang="he-IL" sz="160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Sensitivity</a:t>
            </a:r>
            <a:endParaRPr kumimoji="0" lang="he-IL" altLang="he-IL" sz="1600" i="0" u="none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Arial" panose="020B0604020202020204" pitchFamily="34" charset="0"/>
            </a:endParaRPr>
          </a:p>
          <a:p>
            <a:pPr lvl="1" eaLnBrk="0" fontAlgn="base" hangingPunct="0">
              <a:lnSpc>
                <a:spcPct val="16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he-IL" altLang="he-IL" sz="160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Blur</a:t>
            </a:r>
            <a:r>
              <a:rPr kumimoji="0" lang="he-IL" altLang="he-IL" sz="160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Detection</a:t>
            </a:r>
            <a:endParaRPr kumimoji="0" lang="he-IL" altLang="he-IL" sz="1600" i="0" u="none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Arial" panose="020B0604020202020204" pitchFamily="34" charset="0"/>
            </a:endParaRPr>
          </a:p>
          <a:p>
            <a:pPr lvl="1" eaLnBrk="0" fontAlgn="base" hangingPunct="0">
              <a:lnSpc>
                <a:spcPct val="16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he-IL" altLang="he-IL" sz="160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Field</a:t>
            </a:r>
            <a:r>
              <a:rPr kumimoji="0" lang="he-IL" altLang="he-IL" sz="160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he-IL" altLang="he-IL" sz="160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Vision</a:t>
            </a:r>
            <a:endParaRPr kumimoji="0" lang="en-US" altLang="he-IL" sz="1600" i="0" u="none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Arial" panose="020B0604020202020204" pitchFamily="34" charset="0"/>
            </a:endParaRP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kumimoji="0" lang="he-IL" altLang="he-IL" sz="1600" b="0" i="0" u="none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application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helps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users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perform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these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tests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at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home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  <a:endParaRPr kumimoji="0" lang="en-US" altLang="he-IL" sz="1900" b="0" i="0" u="none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he-IL" altLang="he-IL" sz="1800" b="0" i="0" u="none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Test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results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are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securely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stored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for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future</a:t>
            </a:r>
            <a:r>
              <a:rPr kumimoji="0" lang="he-IL" altLang="he-IL" sz="19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tracking</a:t>
            </a:r>
            <a:r>
              <a:rPr kumimoji="0" lang="en-US" altLang="he-IL" sz="19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he-IL" sz="190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and the system provides recommendations based on the user’s results.</a:t>
            </a:r>
            <a:endParaRPr kumimoji="0" lang="he-IL" altLang="he-IL" sz="1900" i="0" u="none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goal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is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to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detect</a:t>
            </a:r>
            <a:r>
              <a:rPr kumimoji="0" lang="he-IL" altLang="he-IL" sz="19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potential</a:t>
            </a:r>
            <a:r>
              <a:rPr kumimoji="0" lang="he-IL" altLang="he-IL" sz="19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vision</a:t>
            </a:r>
            <a:r>
              <a:rPr kumimoji="0" lang="he-IL" altLang="he-IL" sz="19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impairments</a:t>
            </a:r>
            <a:r>
              <a:rPr kumimoji="0" lang="he-IL" altLang="he-IL" sz="19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early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and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guide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users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toward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seeking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professional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care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if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needed</a:t>
            </a:r>
            <a:r>
              <a:rPr kumimoji="0" lang="en-US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endParaRPr lang="he-IL" sz="16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42DCE2C-2863-46FA-9BE7-24365A24D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24586" y="5970896"/>
            <a:ext cx="9967416" cy="887104"/>
          </a:xfrm>
          <a:custGeom>
            <a:avLst/>
            <a:gdLst>
              <a:gd name="connsiteX0" fmla="*/ 4686423 w 9517857"/>
              <a:gd name="connsiteY0" fmla="*/ 247919 h 918356"/>
              <a:gd name="connsiteX1" fmla="*/ 4689051 w 9517857"/>
              <a:gd name="connsiteY1" fmla="*/ 250968 h 918356"/>
              <a:gd name="connsiteX2" fmla="*/ 4687244 w 9517857"/>
              <a:gd name="connsiteY2" fmla="*/ 251298 h 918356"/>
              <a:gd name="connsiteX3" fmla="*/ 4685225 w 9517857"/>
              <a:gd name="connsiteY3" fmla="*/ 246530 h 918356"/>
              <a:gd name="connsiteX4" fmla="*/ 4686133 w 9517857"/>
              <a:gd name="connsiteY4" fmla="*/ 246727 h 918356"/>
              <a:gd name="connsiteX5" fmla="*/ 4686423 w 9517857"/>
              <a:gd name="connsiteY5" fmla="*/ 247919 h 918356"/>
              <a:gd name="connsiteX6" fmla="*/ 9517856 w 9517857"/>
              <a:gd name="connsiteY6" fmla="*/ 0 h 918356"/>
              <a:gd name="connsiteX7" fmla="*/ 9517857 w 9517857"/>
              <a:gd name="connsiteY7" fmla="*/ 12 h 918356"/>
              <a:gd name="connsiteX8" fmla="*/ 9517857 w 9517857"/>
              <a:gd name="connsiteY8" fmla="*/ 918356 h 918356"/>
              <a:gd name="connsiteX9" fmla="*/ 14604 w 9517857"/>
              <a:gd name="connsiteY9" fmla="*/ 918356 h 918356"/>
              <a:gd name="connsiteX10" fmla="*/ 12841 w 9517857"/>
              <a:gd name="connsiteY10" fmla="*/ 917763 h 918356"/>
              <a:gd name="connsiteX11" fmla="*/ 93 w 9517857"/>
              <a:gd name="connsiteY11" fmla="*/ 912471 h 918356"/>
              <a:gd name="connsiteX12" fmla="*/ 58674 w 9517857"/>
              <a:gd name="connsiteY12" fmla="*/ 890322 h 918356"/>
              <a:gd name="connsiteX13" fmla="*/ 275005 w 9517857"/>
              <a:gd name="connsiteY13" fmla="*/ 807229 h 918356"/>
              <a:gd name="connsiteX14" fmla="*/ 587824 w 9517857"/>
              <a:gd name="connsiteY14" fmla="*/ 798195 h 918356"/>
              <a:gd name="connsiteX15" fmla="*/ 651826 w 9517857"/>
              <a:gd name="connsiteY15" fmla="*/ 738338 h 918356"/>
              <a:gd name="connsiteX16" fmla="*/ 727985 w 9517857"/>
              <a:gd name="connsiteY16" fmla="*/ 719826 h 918356"/>
              <a:gd name="connsiteX17" fmla="*/ 778982 w 9517857"/>
              <a:gd name="connsiteY17" fmla="*/ 710142 h 918356"/>
              <a:gd name="connsiteX18" fmla="*/ 849944 w 9517857"/>
              <a:gd name="connsiteY18" fmla="*/ 717987 h 918356"/>
              <a:gd name="connsiteX19" fmla="*/ 921659 w 9517857"/>
              <a:gd name="connsiteY19" fmla="*/ 712695 h 918356"/>
              <a:gd name="connsiteX20" fmla="*/ 930946 w 9517857"/>
              <a:gd name="connsiteY20" fmla="*/ 734046 h 918356"/>
              <a:gd name="connsiteX21" fmla="*/ 986250 w 9517857"/>
              <a:gd name="connsiteY21" fmla="*/ 713530 h 918356"/>
              <a:gd name="connsiteX22" fmla="*/ 1013752 w 9517857"/>
              <a:gd name="connsiteY22" fmla="*/ 713361 h 918356"/>
              <a:gd name="connsiteX23" fmla="*/ 1023734 w 9517857"/>
              <a:gd name="connsiteY23" fmla="*/ 718571 h 918356"/>
              <a:gd name="connsiteX24" fmla="*/ 1063207 w 9517857"/>
              <a:gd name="connsiteY24" fmla="*/ 715651 h 918356"/>
              <a:gd name="connsiteX25" fmla="*/ 1081980 w 9517857"/>
              <a:gd name="connsiteY25" fmla="*/ 738455 h 918356"/>
              <a:gd name="connsiteX26" fmla="*/ 1218120 w 9517857"/>
              <a:gd name="connsiteY26" fmla="*/ 713280 h 918356"/>
              <a:gd name="connsiteX27" fmla="*/ 1397459 w 9517857"/>
              <a:gd name="connsiteY27" fmla="*/ 691190 h 918356"/>
              <a:gd name="connsiteX28" fmla="*/ 1580688 w 9517857"/>
              <a:gd name="connsiteY28" fmla="*/ 693697 h 918356"/>
              <a:gd name="connsiteX29" fmla="*/ 1772334 w 9517857"/>
              <a:gd name="connsiteY29" fmla="*/ 710640 h 918356"/>
              <a:gd name="connsiteX30" fmla="*/ 2002561 w 9517857"/>
              <a:gd name="connsiteY30" fmla="*/ 659917 h 918356"/>
              <a:gd name="connsiteX31" fmla="*/ 2135144 w 9517857"/>
              <a:gd name="connsiteY31" fmla="*/ 636501 h 918356"/>
              <a:gd name="connsiteX32" fmla="*/ 2440292 w 9517857"/>
              <a:gd name="connsiteY32" fmla="*/ 593862 h 918356"/>
              <a:gd name="connsiteX33" fmla="*/ 2547829 w 9517857"/>
              <a:gd name="connsiteY33" fmla="*/ 566150 h 918356"/>
              <a:gd name="connsiteX34" fmla="*/ 2658055 w 9517857"/>
              <a:gd name="connsiteY34" fmla="*/ 578727 h 918356"/>
              <a:gd name="connsiteX35" fmla="*/ 2693698 w 9517857"/>
              <a:gd name="connsiteY35" fmla="*/ 560029 h 918356"/>
              <a:gd name="connsiteX36" fmla="*/ 2699673 w 9517857"/>
              <a:gd name="connsiteY36" fmla="*/ 556400 h 918356"/>
              <a:gd name="connsiteX37" fmla="*/ 2727306 w 9517857"/>
              <a:gd name="connsiteY37" fmla="*/ 550698 h 918356"/>
              <a:gd name="connsiteX38" fmla="*/ 2730451 w 9517857"/>
              <a:gd name="connsiteY38" fmla="*/ 538058 h 918356"/>
              <a:gd name="connsiteX39" fmla="*/ 2768713 w 9517857"/>
              <a:gd name="connsiteY39" fmla="*/ 521575 h 918356"/>
              <a:gd name="connsiteX40" fmla="*/ 2820868 w 9517857"/>
              <a:gd name="connsiteY40" fmla="*/ 514160 h 918356"/>
              <a:gd name="connsiteX41" fmla="*/ 3073635 w 9517857"/>
              <a:gd name="connsiteY41" fmla="*/ 491294 h 918356"/>
              <a:gd name="connsiteX42" fmla="*/ 3222071 w 9517857"/>
              <a:gd name="connsiteY42" fmla="*/ 470559 h 918356"/>
              <a:gd name="connsiteX43" fmla="*/ 3274069 w 9517857"/>
              <a:gd name="connsiteY43" fmla="*/ 451605 h 918356"/>
              <a:gd name="connsiteX44" fmla="*/ 3349632 w 9517857"/>
              <a:gd name="connsiteY44" fmla="*/ 432583 h 918356"/>
              <a:gd name="connsiteX45" fmla="*/ 3479593 w 9517857"/>
              <a:gd name="connsiteY45" fmla="*/ 390437 h 918356"/>
              <a:gd name="connsiteX46" fmla="*/ 3660110 w 9517857"/>
              <a:gd name="connsiteY46" fmla="*/ 348726 h 918356"/>
              <a:gd name="connsiteX47" fmla="*/ 3750023 w 9517857"/>
              <a:gd name="connsiteY47" fmla="*/ 370678 h 918356"/>
              <a:gd name="connsiteX48" fmla="*/ 3844133 w 9517857"/>
              <a:gd name="connsiteY48" fmla="*/ 360648 h 918356"/>
              <a:gd name="connsiteX49" fmla="*/ 3913545 w 9517857"/>
              <a:gd name="connsiteY49" fmla="*/ 344235 h 918356"/>
              <a:gd name="connsiteX50" fmla="*/ 4266740 w 9517857"/>
              <a:gd name="connsiteY50" fmla="*/ 361454 h 918356"/>
              <a:gd name="connsiteX51" fmla="*/ 4430770 w 9517857"/>
              <a:gd name="connsiteY51" fmla="*/ 342643 h 918356"/>
              <a:gd name="connsiteX52" fmla="*/ 4512664 w 9517857"/>
              <a:gd name="connsiteY52" fmla="*/ 319948 h 918356"/>
              <a:gd name="connsiteX53" fmla="*/ 4616423 w 9517857"/>
              <a:gd name="connsiteY53" fmla="*/ 290914 h 918356"/>
              <a:gd name="connsiteX54" fmla="*/ 4691675 w 9517857"/>
              <a:gd name="connsiteY54" fmla="*/ 254011 h 918356"/>
              <a:gd name="connsiteX55" fmla="*/ 4689051 w 9517857"/>
              <a:gd name="connsiteY55" fmla="*/ 250968 h 918356"/>
              <a:gd name="connsiteX56" fmla="*/ 4719994 w 9517857"/>
              <a:gd name="connsiteY56" fmla="*/ 245307 h 918356"/>
              <a:gd name="connsiteX57" fmla="*/ 4752894 w 9517857"/>
              <a:gd name="connsiteY57" fmla="*/ 239875 h 918356"/>
              <a:gd name="connsiteX58" fmla="*/ 4769329 w 9517857"/>
              <a:gd name="connsiteY58" fmla="*/ 233585 h 918356"/>
              <a:gd name="connsiteX59" fmla="*/ 4775634 w 9517857"/>
              <a:gd name="connsiteY59" fmla="*/ 234063 h 918356"/>
              <a:gd name="connsiteX60" fmla="*/ 4790452 w 9517857"/>
              <a:gd name="connsiteY60" fmla="*/ 233572 h 918356"/>
              <a:gd name="connsiteX61" fmla="*/ 4789062 w 9517857"/>
              <a:gd name="connsiteY61" fmla="*/ 241924 h 918356"/>
              <a:gd name="connsiteX62" fmla="*/ 4827826 w 9517857"/>
              <a:gd name="connsiteY62" fmla="*/ 246977 h 918356"/>
              <a:gd name="connsiteX63" fmla="*/ 4892569 w 9517857"/>
              <a:gd name="connsiteY63" fmla="*/ 249933 h 918356"/>
              <a:gd name="connsiteX64" fmla="*/ 4896611 w 9517857"/>
              <a:gd name="connsiteY64" fmla="*/ 240448 h 918356"/>
              <a:gd name="connsiteX65" fmla="*/ 4917286 w 9517857"/>
              <a:gd name="connsiteY65" fmla="*/ 243659 h 918356"/>
              <a:gd name="connsiteX66" fmla="*/ 4981173 w 9517857"/>
              <a:gd name="connsiteY66" fmla="*/ 247103 h 918356"/>
              <a:gd name="connsiteX67" fmla="*/ 5060397 w 9517857"/>
              <a:gd name="connsiteY67" fmla="*/ 263688 h 918356"/>
              <a:gd name="connsiteX68" fmla="*/ 5252996 w 9517857"/>
              <a:gd name="connsiteY68" fmla="*/ 270655 h 918356"/>
              <a:gd name="connsiteX69" fmla="*/ 5358056 w 9517857"/>
              <a:gd name="connsiteY69" fmla="*/ 247248 h 918356"/>
              <a:gd name="connsiteX70" fmla="*/ 5426496 w 9517857"/>
              <a:gd name="connsiteY70" fmla="*/ 235142 h 918356"/>
              <a:gd name="connsiteX71" fmla="*/ 5497161 w 9517857"/>
              <a:gd name="connsiteY71" fmla="*/ 228808 h 918356"/>
              <a:gd name="connsiteX72" fmla="*/ 5826043 w 9517857"/>
              <a:gd name="connsiteY72" fmla="*/ 148073 h 918356"/>
              <a:gd name="connsiteX73" fmla="*/ 6013415 w 9517857"/>
              <a:gd name="connsiteY73" fmla="*/ 137316 h 918356"/>
              <a:gd name="connsiteX74" fmla="*/ 6080994 w 9517857"/>
              <a:gd name="connsiteY74" fmla="*/ 142938 h 918356"/>
              <a:gd name="connsiteX75" fmla="*/ 6194152 w 9517857"/>
              <a:gd name="connsiteY75" fmla="*/ 151772 h 918356"/>
              <a:gd name="connsiteX76" fmla="*/ 6281379 w 9517857"/>
              <a:gd name="connsiteY76" fmla="*/ 181626 h 918356"/>
              <a:gd name="connsiteX77" fmla="*/ 6374947 w 9517857"/>
              <a:gd name="connsiteY77" fmla="*/ 179799 h 918356"/>
              <a:gd name="connsiteX78" fmla="*/ 6448518 w 9517857"/>
              <a:gd name="connsiteY78" fmla="*/ 164378 h 918356"/>
              <a:gd name="connsiteX79" fmla="*/ 6544700 w 9517857"/>
              <a:gd name="connsiteY79" fmla="*/ 167161 h 918356"/>
              <a:gd name="connsiteX80" fmla="*/ 6648353 w 9517857"/>
              <a:gd name="connsiteY80" fmla="*/ 172250 h 918356"/>
              <a:gd name="connsiteX81" fmla="*/ 6736227 w 9517857"/>
              <a:gd name="connsiteY81" fmla="*/ 173216 h 918356"/>
              <a:gd name="connsiteX82" fmla="*/ 6977218 w 9517857"/>
              <a:gd name="connsiteY82" fmla="*/ 184289 h 918356"/>
              <a:gd name="connsiteX83" fmla="*/ 7065221 w 9517857"/>
              <a:gd name="connsiteY83" fmla="*/ 227531 h 918356"/>
              <a:gd name="connsiteX84" fmla="*/ 7366876 w 9517857"/>
              <a:gd name="connsiteY84" fmla="*/ 248468 h 918356"/>
              <a:gd name="connsiteX85" fmla="*/ 7565449 w 9517857"/>
              <a:gd name="connsiteY85" fmla="*/ 258950 h 918356"/>
              <a:gd name="connsiteX86" fmla="*/ 7599285 w 9517857"/>
              <a:gd name="connsiteY86" fmla="*/ 266021 h 918356"/>
              <a:gd name="connsiteX87" fmla="*/ 7644411 w 9517857"/>
              <a:gd name="connsiteY87" fmla="*/ 258986 h 918356"/>
              <a:gd name="connsiteX88" fmla="*/ 7825110 w 9517857"/>
              <a:gd name="connsiteY88" fmla="*/ 229109 h 918356"/>
              <a:gd name="connsiteX89" fmla="*/ 7965804 w 9517857"/>
              <a:gd name="connsiteY89" fmla="*/ 190545 h 918356"/>
              <a:gd name="connsiteX90" fmla="*/ 8147401 w 9517857"/>
              <a:gd name="connsiteY90" fmla="*/ 205617 h 918356"/>
              <a:gd name="connsiteX91" fmla="*/ 8256033 w 9517857"/>
              <a:gd name="connsiteY91" fmla="*/ 193713 h 918356"/>
              <a:gd name="connsiteX92" fmla="*/ 8410677 w 9517857"/>
              <a:gd name="connsiteY92" fmla="*/ 172167 h 918356"/>
              <a:gd name="connsiteX93" fmla="*/ 8617841 w 9517857"/>
              <a:gd name="connsiteY93" fmla="*/ 155167 h 918356"/>
              <a:gd name="connsiteX94" fmla="*/ 8715976 w 9517857"/>
              <a:gd name="connsiteY94" fmla="*/ 178374 h 918356"/>
              <a:gd name="connsiteX95" fmla="*/ 8778827 w 9517857"/>
              <a:gd name="connsiteY95" fmla="*/ 172936 h 918356"/>
              <a:gd name="connsiteX96" fmla="*/ 8840778 w 9517857"/>
              <a:gd name="connsiteY96" fmla="*/ 143149 h 918356"/>
              <a:gd name="connsiteX97" fmla="*/ 9010380 w 9517857"/>
              <a:gd name="connsiteY97" fmla="*/ 91891 h 918356"/>
              <a:gd name="connsiteX98" fmla="*/ 9110856 w 9517857"/>
              <a:gd name="connsiteY98" fmla="*/ 70997 h 918356"/>
              <a:gd name="connsiteX99" fmla="*/ 9268817 w 9517857"/>
              <a:gd name="connsiteY99" fmla="*/ 53082 h 918356"/>
              <a:gd name="connsiteX100" fmla="*/ 9316667 w 9517857"/>
              <a:gd name="connsiteY100" fmla="*/ 45047 h 918356"/>
              <a:gd name="connsiteX101" fmla="*/ 9428209 w 9517857"/>
              <a:gd name="connsiteY101" fmla="*/ 29923 h 918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9517857" h="918356">
                <a:moveTo>
                  <a:pt x="4686423" y="247919"/>
                </a:moveTo>
                <a:lnTo>
                  <a:pt x="4689051" y="250968"/>
                </a:lnTo>
                <a:lnTo>
                  <a:pt x="4687244" y="251298"/>
                </a:lnTo>
                <a:close/>
                <a:moveTo>
                  <a:pt x="4685225" y="246530"/>
                </a:moveTo>
                <a:cubicBezTo>
                  <a:pt x="4688837" y="243198"/>
                  <a:pt x="4687468" y="244598"/>
                  <a:pt x="4686133" y="246727"/>
                </a:cubicBezTo>
                <a:lnTo>
                  <a:pt x="4686423" y="247919"/>
                </a:lnTo>
                <a:close/>
                <a:moveTo>
                  <a:pt x="9517856" y="0"/>
                </a:moveTo>
                <a:lnTo>
                  <a:pt x="9517857" y="12"/>
                </a:lnTo>
                <a:lnTo>
                  <a:pt x="9517857" y="918356"/>
                </a:lnTo>
                <a:lnTo>
                  <a:pt x="14604" y="918356"/>
                </a:lnTo>
                <a:lnTo>
                  <a:pt x="12841" y="917763"/>
                </a:lnTo>
                <a:cubicBezTo>
                  <a:pt x="4532" y="914864"/>
                  <a:pt x="-773" y="912807"/>
                  <a:pt x="93" y="912471"/>
                </a:cubicBezTo>
                <a:cubicBezTo>
                  <a:pt x="172" y="912298"/>
                  <a:pt x="58594" y="890495"/>
                  <a:pt x="58674" y="890322"/>
                </a:cubicBezTo>
                <a:cubicBezTo>
                  <a:pt x="127436" y="929614"/>
                  <a:pt x="206243" y="828226"/>
                  <a:pt x="275005" y="807229"/>
                </a:cubicBezTo>
                <a:cubicBezTo>
                  <a:pt x="303983" y="806087"/>
                  <a:pt x="504960" y="777375"/>
                  <a:pt x="587824" y="798195"/>
                </a:cubicBezTo>
                <a:cubicBezTo>
                  <a:pt x="598733" y="769348"/>
                  <a:pt x="682904" y="785924"/>
                  <a:pt x="651826" y="738338"/>
                </a:cubicBezTo>
                <a:cubicBezTo>
                  <a:pt x="688440" y="737862"/>
                  <a:pt x="753255" y="750396"/>
                  <a:pt x="727985" y="719826"/>
                </a:cubicBezTo>
                <a:cubicBezTo>
                  <a:pt x="739648" y="718749"/>
                  <a:pt x="775717" y="715087"/>
                  <a:pt x="778982" y="710142"/>
                </a:cubicBezTo>
                <a:cubicBezTo>
                  <a:pt x="779189" y="709407"/>
                  <a:pt x="849736" y="718721"/>
                  <a:pt x="849944" y="717987"/>
                </a:cubicBezTo>
                <a:lnTo>
                  <a:pt x="921659" y="712695"/>
                </a:lnTo>
                <a:lnTo>
                  <a:pt x="930946" y="734046"/>
                </a:lnTo>
                <a:lnTo>
                  <a:pt x="986250" y="713530"/>
                </a:lnTo>
                <a:lnTo>
                  <a:pt x="1013752" y="713361"/>
                </a:lnTo>
                <a:lnTo>
                  <a:pt x="1023734" y="718571"/>
                </a:lnTo>
                <a:cubicBezTo>
                  <a:pt x="1033291" y="721276"/>
                  <a:pt x="1045398" y="721394"/>
                  <a:pt x="1063207" y="715651"/>
                </a:cubicBezTo>
                <a:lnTo>
                  <a:pt x="1081980" y="738455"/>
                </a:lnTo>
                <a:lnTo>
                  <a:pt x="1218120" y="713280"/>
                </a:lnTo>
                <a:cubicBezTo>
                  <a:pt x="1230137" y="716162"/>
                  <a:pt x="1387179" y="685179"/>
                  <a:pt x="1397459" y="691190"/>
                </a:cubicBezTo>
                <a:cubicBezTo>
                  <a:pt x="1490025" y="704984"/>
                  <a:pt x="1465878" y="715604"/>
                  <a:pt x="1580688" y="693697"/>
                </a:cubicBezTo>
                <a:cubicBezTo>
                  <a:pt x="1607067" y="704379"/>
                  <a:pt x="1719477" y="658239"/>
                  <a:pt x="1772334" y="710640"/>
                </a:cubicBezTo>
                <a:cubicBezTo>
                  <a:pt x="1745536" y="644824"/>
                  <a:pt x="1976078" y="716436"/>
                  <a:pt x="2002561" y="659917"/>
                </a:cubicBezTo>
                <a:cubicBezTo>
                  <a:pt x="2045346" y="660357"/>
                  <a:pt x="2166676" y="654391"/>
                  <a:pt x="2135144" y="636501"/>
                </a:cubicBezTo>
                <a:cubicBezTo>
                  <a:pt x="2276591" y="665055"/>
                  <a:pt x="2293173" y="591792"/>
                  <a:pt x="2440292" y="593862"/>
                </a:cubicBezTo>
                <a:cubicBezTo>
                  <a:pt x="2495160" y="534824"/>
                  <a:pt x="2473343" y="585644"/>
                  <a:pt x="2547829" y="566150"/>
                </a:cubicBezTo>
                <a:cubicBezTo>
                  <a:pt x="2545438" y="614169"/>
                  <a:pt x="2632278" y="528280"/>
                  <a:pt x="2658055" y="578727"/>
                </a:cubicBezTo>
                <a:cubicBezTo>
                  <a:pt x="2670795" y="573581"/>
                  <a:pt x="2682322" y="567005"/>
                  <a:pt x="2693698" y="560029"/>
                </a:cubicBezTo>
                <a:lnTo>
                  <a:pt x="2699673" y="556400"/>
                </a:lnTo>
                <a:lnTo>
                  <a:pt x="2727306" y="550698"/>
                </a:lnTo>
                <a:lnTo>
                  <a:pt x="2730451" y="538058"/>
                </a:lnTo>
                <a:lnTo>
                  <a:pt x="2768713" y="521575"/>
                </a:lnTo>
                <a:cubicBezTo>
                  <a:pt x="2783756" y="517104"/>
                  <a:pt x="2800788" y="514291"/>
                  <a:pt x="2820868" y="514160"/>
                </a:cubicBezTo>
                <a:cubicBezTo>
                  <a:pt x="2894791" y="532885"/>
                  <a:pt x="2981506" y="465507"/>
                  <a:pt x="3073635" y="491294"/>
                </a:cubicBezTo>
                <a:cubicBezTo>
                  <a:pt x="3106872" y="496624"/>
                  <a:pt x="3205785" y="487718"/>
                  <a:pt x="3222071" y="470559"/>
                </a:cubicBezTo>
                <a:cubicBezTo>
                  <a:pt x="3242193" y="465514"/>
                  <a:pt x="3267163" y="469136"/>
                  <a:pt x="3274069" y="451605"/>
                </a:cubicBezTo>
                <a:cubicBezTo>
                  <a:pt x="3286659" y="430165"/>
                  <a:pt x="3363648" y="455571"/>
                  <a:pt x="3349632" y="432583"/>
                </a:cubicBezTo>
                <a:cubicBezTo>
                  <a:pt x="3404182" y="449847"/>
                  <a:pt x="3438210" y="404323"/>
                  <a:pt x="3479593" y="390437"/>
                </a:cubicBezTo>
                <a:cubicBezTo>
                  <a:pt x="3523240" y="408403"/>
                  <a:pt x="3567027" y="361554"/>
                  <a:pt x="3660110" y="348726"/>
                </a:cubicBezTo>
                <a:cubicBezTo>
                  <a:pt x="3708299" y="369683"/>
                  <a:pt x="3662447" y="344775"/>
                  <a:pt x="3750023" y="370678"/>
                </a:cubicBezTo>
                <a:cubicBezTo>
                  <a:pt x="3752092" y="367132"/>
                  <a:pt x="3816880" y="365055"/>
                  <a:pt x="3844133" y="360648"/>
                </a:cubicBezTo>
                <a:cubicBezTo>
                  <a:pt x="3871386" y="356240"/>
                  <a:pt x="3882848" y="332490"/>
                  <a:pt x="3913545" y="344235"/>
                </a:cubicBezTo>
                <a:cubicBezTo>
                  <a:pt x="4050255" y="376864"/>
                  <a:pt x="4159924" y="363190"/>
                  <a:pt x="4266740" y="361454"/>
                </a:cubicBezTo>
                <a:cubicBezTo>
                  <a:pt x="4385770" y="354374"/>
                  <a:pt x="4314535" y="340143"/>
                  <a:pt x="4430770" y="342643"/>
                </a:cubicBezTo>
                <a:cubicBezTo>
                  <a:pt x="4439969" y="322594"/>
                  <a:pt x="4478290" y="314645"/>
                  <a:pt x="4512664" y="319948"/>
                </a:cubicBezTo>
                <a:cubicBezTo>
                  <a:pt x="4570011" y="315138"/>
                  <a:pt x="4549085" y="269599"/>
                  <a:pt x="4616423" y="290914"/>
                </a:cubicBezTo>
                <a:cubicBezTo>
                  <a:pt x="4599641" y="270277"/>
                  <a:pt x="4692085" y="269216"/>
                  <a:pt x="4691675" y="254011"/>
                </a:cubicBezTo>
                <a:lnTo>
                  <a:pt x="4689051" y="250968"/>
                </a:lnTo>
                <a:lnTo>
                  <a:pt x="4719994" y="245307"/>
                </a:lnTo>
                <a:cubicBezTo>
                  <a:pt x="4732635" y="242775"/>
                  <a:pt x="4745300" y="240335"/>
                  <a:pt x="4752894" y="239875"/>
                </a:cubicBezTo>
                <a:lnTo>
                  <a:pt x="4769329" y="233585"/>
                </a:lnTo>
                <a:lnTo>
                  <a:pt x="4775634" y="234063"/>
                </a:lnTo>
                <a:lnTo>
                  <a:pt x="4790452" y="233572"/>
                </a:lnTo>
                <a:cubicBezTo>
                  <a:pt x="4789989" y="236356"/>
                  <a:pt x="4789525" y="239141"/>
                  <a:pt x="4789062" y="241924"/>
                </a:cubicBezTo>
                <a:cubicBezTo>
                  <a:pt x="4786342" y="249932"/>
                  <a:pt x="4804560" y="248631"/>
                  <a:pt x="4827826" y="246977"/>
                </a:cubicBezTo>
                <a:cubicBezTo>
                  <a:pt x="4875782" y="239569"/>
                  <a:pt x="4874112" y="283413"/>
                  <a:pt x="4892569" y="249933"/>
                </a:cubicBezTo>
                <a:lnTo>
                  <a:pt x="4896611" y="240448"/>
                </a:lnTo>
                <a:lnTo>
                  <a:pt x="4917286" y="243659"/>
                </a:lnTo>
                <a:cubicBezTo>
                  <a:pt x="4923060" y="243799"/>
                  <a:pt x="4981729" y="240979"/>
                  <a:pt x="4981173" y="247103"/>
                </a:cubicBezTo>
                <a:cubicBezTo>
                  <a:pt x="5024880" y="220690"/>
                  <a:pt x="5014146" y="257963"/>
                  <a:pt x="5060397" y="263688"/>
                </a:cubicBezTo>
                <a:cubicBezTo>
                  <a:pt x="5093356" y="238589"/>
                  <a:pt x="5157892" y="275351"/>
                  <a:pt x="5252996" y="270655"/>
                </a:cubicBezTo>
                <a:cubicBezTo>
                  <a:pt x="5288840" y="241872"/>
                  <a:pt x="5287005" y="287921"/>
                  <a:pt x="5358056" y="247248"/>
                </a:cubicBezTo>
                <a:cubicBezTo>
                  <a:pt x="5361752" y="250257"/>
                  <a:pt x="5403312" y="238215"/>
                  <a:pt x="5426496" y="235142"/>
                </a:cubicBezTo>
                <a:cubicBezTo>
                  <a:pt x="5449679" y="232069"/>
                  <a:pt x="5473549" y="245611"/>
                  <a:pt x="5497161" y="228808"/>
                </a:cubicBezTo>
                <a:cubicBezTo>
                  <a:pt x="5611861" y="172767"/>
                  <a:pt x="5723211" y="165860"/>
                  <a:pt x="5826043" y="148073"/>
                </a:cubicBezTo>
                <a:cubicBezTo>
                  <a:pt x="5943127" y="133166"/>
                  <a:pt x="5872659" y="193078"/>
                  <a:pt x="6013415" y="137316"/>
                </a:cubicBezTo>
                <a:cubicBezTo>
                  <a:pt x="6031924" y="154783"/>
                  <a:pt x="6050745" y="154258"/>
                  <a:pt x="6080994" y="142938"/>
                </a:cubicBezTo>
                <a:cubicBezTo>
                  <a:pt x="6138083" y="137090"/>
                  <a:pt x="6140195" y="184383"/>
                  <a:pt x="6194152" y="151772"/>
                </a:cubicBezTo>
                <a:cubicBezTo>
                  <a:pt x="6187280" y="177783"/>
                  <a:pt x="6304222" y="153410"/>
                  <a:pt x="6281379" y="181626"/>
                </a:cubicBezTo>
                <a:cubicBezTo>
                  <a:pt x="6321899" y="201819"/>
                  <a:pt x="6335111" y="162590"/>
                  <a:pt x="6374947" y="179799"/>
                </a:cubicBezTo>
                <a:cubicBezTo>
                  <a:pt x="6417404" y="181336"/>
                  <a:pt x="6402484" y="169694"/>
                  <a:pt x="6448518" y="164378"/>
                </a:cubicBezTo>
                <a:cubicBezTo>
                  <a:pt x="6504958" y="162488"/>
                  <a:pt x="6493438" y="111203"/>
                  <a:pt x="6544700" y="167161"/>
                </a:cubicBezTo>
                <a:cubicBezTo>
                  <a:pt x="6601507" y="148697"/>
                  <a:pt x="6566269" y="164386"/>
                  <a:pt x="6648353" y="172250"/>
                </a:cubicBezTo>
                <a:cubicBezTo>
                  <a:pt x="6680008" y="155223"/>
                  <a:pt x="6707960" y="160673"/>
                  <a:pt x="6736227" y="173216"/>
                </a:cubicBezTo>
                <a:cubicBezTo>
                  <a:pt x="6813963" y="164284"/>
                  <a:pt x="6888143" y="181296"/>
                  <a:pt x="6977218" y="184289"/>
                </a:cubicBezTo>
                <a:cubicBezTo>
                  <a:pt x="7040424" y="188318"/>
                  <a:pt x="7000278" y="216835"/>
                  <a:pt x="7065221" y="227531"/>
                </a:cubicBezTo>
                <a:cubicBezTo>
                  <a:pt x="7130163" y="238228"/>
                  <a:pt x="7291878" y="238208"/>
                  <a:pt x="7366876" y="248468"/>
                </a:cubicBezTo>
                <a:cubicBezTo>
                  <a:pt x="7491356" y="206752"/>
                  <a:pt x="7367734" y="280166"/>
                  <a:pt x="7565449" y="258950"/>
                </a:cubicBezTo>
                <a:cubicBezTo>
                  <a:pt x="7575959" y="252432"/>
                  <a:pt x="7600854" y="257628"/>
                  <a:pt x="7599285" y="266021"/>
                </a:cubicBezTo>
                <a:cubicBezTo>
                  <a:pt x="7611616" y="262940"/>
                  <a:pt x="7639946" y="245819"/>
                  <a:pt x="7644411" y="258986"/>
                </a:cubicBezTo>
                <a:cubicBezTo>
                  <a:pt x="7708015" y="258012"/>
                  <a:pt x="7770249" y="247724"/>
                  <a:pt x="7825110" y="229109"/>
                </a:cubicBezTo>
                <a:cubicBezTo>
                  <a:pt x="7949762" y="247028"/>
                  <a:pt x="7921956" y="197757"/>
                  <a:pt x="7965804" y="190545"/>
                </a:cubicBezTo>
                <a:cubicBezTo>
                  <a:pt x="8039439" y="213878"/>
                  <a:pt x="8063651" y="191475"/>
                  <a:pt x="8147401" y="205617"/>
                </a:cubicBezTo>
                <a:cubicBezTo>
                  <a:pt x="8166453" y="196610"/>
                  <a:pt x="8225048" y="207099"/>
                  <a:pt x="8256033" y="193713"/>
                </a:cubicBezTo>
                <a:cubicBezTo>
                  <a:pt x="8311388" y="242017"/>
                  <a:pt x="8350376" y="178592"/>
                  <a:pt x="8410677" y="172167"/>
                </a:cubicBezTo>
                <a:cubicBezTo>
                  <a:pt x="8470978" y="165743"/>
                  <a:pt x="8572470" y="206385"/>
                  <a:pt x="8617841" y="155167"/>
                </a:cubicBezTo>
                <a:cubicBezTo>
                  <a:pt x="8646050" y="160448"/>
                  <a:pt x="8664949" y="183631"/>
                  <a:pt x="8715976" y="178374"/>
                </a:cubicBezTo>
                <a:cubicBezTo>
                  <a:pt x="8737194" y="188216"/>
                  <a:pt x="8738009" y="189511"/>
                  <a:pt x="8778827" y="172936"/>
                </a:cubicBezTo>
                <a:cubicBezTo>
                  <a:pt x="8725277" y="146372"/>
                  <a:pt x="8850819" y="175612"/>
                  <a:pt x="8840778" y="143149"/>
                </a:cubicBezTo>
                <a:cubicBezTo>
                  <a:pt x="8903519" y="121096"/>
                  <a:pt x="9021861" y="150359"/>
                  <a:pt x="9010380" y="91891"/>
                </a:cubicBezTo>
                <a:cubicBezTo>
                  <a:pt x="9027103" y="56852"/>
                  <a:pt x="9112524" y="108357"/>
                  <a:pt x="9110856" y="70997"/>
                </a:cubicBezTo>
                <a:cubicBezTo>
                  <a:pt x="9148189" y="94250"/>
                  <a:pt x="9209809" y="53285"/>
                  <a:pt x="9268817" y="53082"/>
                </a:cubicBezTo>
                <a:cubicBezTo>
                  <a:pt x="9279135" y="35997"/>
                  <a:pt x="9292736" y="36520"/>
                  <a:pt x="9316667" y="45047"/>
                </a:cubicBezTo>
                <a:cubicBezTo>
                  <a:pt x="9352186" y="45862"/>
                  <a:pt x="9390008" y="39799"/>
                  <a:pt x="9428209" y="29923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3855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C54F4CE-85F0-46ED-80DA-9518C9251A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DD1FCA-8ACB-4958-81DD-4CDD6D3E19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5802086" cy="6858000"/>
          </a:xfrm>
          <a:custGeom>
            <a:avLst/>
            <a:gdLst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9647 w 5734864"/>
              <a:gd name="connsiteY33" fmla="*/ 1936120 h 6858000"/>
              <a:gd name="connsiteX34" fmla="*/ 714660 w 5734864"/>
              <a:gd name="connsiteY34" fmla="*/ 1982709 h 6858000"/>
              <a:gd name="connsiteX35" fmla="*/ 710759 w 5734864"/>
              <a:gd name="connsiteY35" fmla="*/ 2013010 h 6858000"/>
              <a:gd name="connsiteX36" fmla="*/ 697927 w 5734864"/>
              <a:gd name="connsiteY36" fmla="*/ 2069833 h 6858000"/>
              <a:gd name="connsiteX37" fmla="*/ 693594 w 5734864"/>
              <a:gd name="connsiteY37" fmla="*/ 2103731 h 6858000"/>
              <a:gd name="connsiteX38" fmla="*/ 691109 w 5734864"/>
              <a:gd name="connsiteY38" fmla="*/ 2124027 h 6858000"/>
              <a:gd name="connsiteX39" fmla="*/ 676593 w 5734864"/>
              <a:gd name="connsiteY39" fmla="*/ 2176182 h 6858000"/>
              <a:gd name="connsiteX40" fmla="*/ 633227 w 5734864"/>
              <a:gd name="connsiteY40" fmla="*/ 2258036 h 6858000"/>
              <a:gd name="connsiteX41" fmla="*/ 625564 w 5734864"/>
              <a:gd name="connsiteY41" fmla="*/ 2284567 h 6858000"/>
              <a:gd name="connsiteX42" fmla="*/ 627074 w 5734864"/>
              <a:gd name="connsiteY42" fmla="*/ 2289605 h 6858000"/>
              <a:gd name="connsiteX43" fmla="*/ 614574 w 5734864"/>
              <a:gd name="connsiteY43" fmla="*/ 2308717 h 6858000"/>
              <a:gd name="connsiteX44" fmla="*/ 606890 w 5734864"/>
              <a:gd name="connsiteY44" fmla="*/ 2320662 h 6858000"/>
              <a:gd name="connsiteX45" fmla="*/ 605558 w 5734864"/>
              <a:gd name="connsiteY45" fmla="*/ 2327897 h 6858000"/>
              <a:gd name="connsiteX46" fmla="*/ 602202 w 5734864"/>
              <a:gd name="connsiteY46" fmla="*/ 2357749 h 6858000"/>
              <a:gd name="connsiteX47" fmla="*/ 600213 w 5734864"/>
              <a:gd name="connsiteY47" fmla="*/ 2364905 h 6858000"/>
              <a:gd name="connsiteX48" fmla="*/ 597160 w 5734864"/>
              <a:gd name="connsiteY48" fmla="*/ 2388351 h 6858000"/>
              <a:gd name="connsiteX49" fmla="*/ 597982 w 5734864"/>
              <a:gd name="connsiteY49" fmla="*/ 2402296 h 6858000"/>
              <a:gd name="connsiteX50" fmla="*/ 593150 w 5734864"/>
              <a:gd name="connsiteY50" fmla="*/ 2420015 h 6858000"/>
              <a:gd name="connsiteX51" fmla="*/ 592833 w 5734864"/>
              <a:gd name="connsiteY51" fmla="*/ 2422749 h 6858000"/>
              <a:gd name="connsiteX52" fmla="*/ 594479 w 5734864"/>
              <a:gd name="connsiteY52" fmla="*/ 2426002 h 6858000"/>
              <a:gd name="connsiteX53" fmla="*/ 591963 w 5734864"/>
              <a:gd name="connsiteY53" fmla="*/ 2431950 h 6858000"/>
              <a:gd name="connsiteX54" fmla="*/ 591544 w 5734864"/>
              <a:gd name="connsiteY54" fmla="*/ 2433897 h 6858000"/>
              <a:gd name="connsiteX55" fmla="*/ 589519 w 5734864"/>
              <a:gd name="connsiteY55" fmla="*/ 2451398 h 6858000"/>
              <a:gd name="connsiteX56" fmla="*/ 590037 w 5734864"/>
              <a:gd name="connsiteY56" fmla="*/ 2455536 h 6858000"/>
              <a:gd name="connsiteX57" fmla="*/ 588179 w 5734864"/>
              <a:gd name="connsiteY57" fmla="*/ 2462981 h 6858000"/>
              <a:gd name="connsiteX58" fmla="*/ 583434 w 5734864"/>
              <a:gd name="connsiteY58" fmla="*/ 2503991 h 6858000"/>
              <a:gd name="connsiteX59" fmla="*/ 567942 w 5734864"/>
              <a:gd name="connsiteY59" fmla="*/ 2652936 h 6858000"/>
              <a:gd name="connsiteX60" fmla="*/ 573869 w 5734864"/>
              <a:gd name="connsiteY60" fmla="*/ 2670188 h 6858000"/>
              <a:gd name="connsiteX61" fmla="*/ 575243 w 5734864"/>
              <a:gd name="connsiteY61" fmla="*/ 2688114 h 6858000"/>
              <a:gd name="connsiteX62" fmla="*/ 573824 w 5734864"/>
              <a:gd name="connsiteY62" fmla="*/ 2689856 h 6858000"/>
              <a:gd name="connsiteX63" fmla="*/ 570699 w 5734864"/>
              <a:gd name="connsiteY63" fmla="*/ 2709353 h 6858000"/>
              <a:gd name="connsiteX64" fmla="*/ 573192 w 5734864"/>
              <a:gd name="connsiteY64" fmla="*/ 2714527 h 6858000"/>
              <a:gd name="connsiteX65" fmla="*/ 572044 w 5734864"/>
              <a:gd name="connsiteY65" fmla="*/ 2728187 h 6858000"/>
              <a:gd name="connsiteX66" fmla="*/ 572465 w 5734864"/>
              <a:gd name="connsiteY66" fmla="*/ 2755863 h 6858000"/>
              <a:gd name="connsiteX67" fmla="*/ 570028 w 5734864"/>
              <a:gd name="connsiteY67" fmla="*/ 2760324 h 6858000"/>
              <a:gd name="connsiteX68" fmla="*/ 566748 w 5734864"/>
              <a:gd name="connsiteY68" fmla="*/ 2800948 h 6858000"/>
              <a:gd name="connsiteX69" fmla="*/ 565509 w 5734864"/>
              <a:gd name="connsiteY69" fmla="*/ 2801167 h 6858000"/>
              <a:gd name="connsiteX70" fmla="*/ 559367 w 5734864"/>
              <a:gd name="connsiteY70" fmla="*/ 2811129 h 6858000"/>
              <a:gd name="connsiteX71" fmla="*/ 550354 w 5734864"/>
              <a:gd name="connsiteY71" fmla="*/ 2830949 h 6858000"/>
              <a:gd name="connsiteX72" fmla="*/ 514795 w 5734864"/>
              <a:gd name="connsiteY72" fmla="*/ 2872433 h 6858000"/>
              <a:gd name="connsiteX73" fmla="*/ 509875 w 5734864"/>
              <a:gd name="connsiteY73" fmla="*/ 2923099 h 6858000"/>
              <a:gd name="connsiteX74" fmla="*/ 509577 w 5734864"/>
              <a:gd name="connsiteY74" fmla="*/ 2923197 h 6858000"/>
              <a:gd name="connsiteX75" fmla="*/ 507597 w 5734864"/>
              <a:gd name="connsiteY75" fmla="*/ 2931868 h 6858000"/>
              <a:gd name="connsiteX76" fmla="*/ 507379 w 5734864"/>
              <a:gd name="connsiteY76" fmla="*/ 2938322 h 6858000"/>
              <a:gd name="connsiteX77" fmla="*/ 504725 w 5734864"/>
              <a:gd name="connsiteY77" fmla="*/ 2954519 h 6858000"/>
              <a:gd name="connsiteX78" fmla="*/ 502018 w 5734864"/>
              <a:gd name="connsiteY78" fmla="*/ 2959643 h 6858000"/>
              <a:gd name="connsiteX79" fmla="*/ 498360 w 5734864"/>
              <a:gd name="connsiteY79" fmla="*/ 2961019 h 6858000"/>
              <a:gd name="connsiteX80" fmla="*/ 498483 w 5734864"/>
              <a:gd name="connsiteY80" fmla="*/ 2962590 h 6858000"/>
              <a:gd name="connsiteX81" fmla="*/ 484403 w 5734864"/>
              <a:gd name="connsiteY81" fmla="*/ 2990538 h 6858000"/>
              <a:gd name="connsiteX82" fmla="*/ 463075 w 5734864"/>
              <a:gd name="connsiteY82" fmla="*/ 3055956 h 6858000"/>
              <a:gd name="connsiteX83" fmla="*/ 455013 w 5734864"/>
              <a:gd name="connsiteY83" fmla="*/ 3094482 h 6858000"/>
              <a:gd name="connsiteX84" fmla="*/ 428391 w 5734864"/>
              <a:gd name="connsiteY84" fmla="*/ 3198850 h 6858000"/>
              <a:gd name="connsiteX85" fmla="*/ 401440 w 5734864"/>
              <a:gd name="connsiteY85" fmla="*/ 3307560 h 6858000"/>
              <a:gd name="connsiteX86" fmla="*/ 386076 w 5734864"/>
              <a:gd name="connsiteY86" fmla="*/ 3373943 h 6858000"/>
              <a:gd name="connsiteX87" fmla="*/ 374726 w 5734864"/>
              <a:gd name="connsiteY87" fmla="*/ 3381364 h 6858000"/>
              <a:gd name="connsiteX88" fmla="*/ 369145 w 5734864"/>
              <a:gd name="connsiteY88" fmla="*/ 3383729 h 6858000"/>
              <a:gd name="connsiteX89" fmla="*/ 364294 w 5734864"/>
              <a:gd name="connsiteY89" fmla="*/ 3414159 h 6858000"/>
              <a:gd name="connsiteX90" fmla="*/ 366450 w 5734864"/>
              <a:gd name="connsiteY90" fmla="*/ 3436925 h 6858000"/>
              <a:gd name="connsiteX91" fmla="*/ 351743 w 5734864"/>
              <a:gd name="connsiteY91" fmla="*/ 3521619 h 6858000"/>
              <a:gd name="connsiteX92" fmla="*/ 345784 w 5734864"/>
              <a:gd name="connsiteY92" fmla="*/ 3603757 h 6858000"/>
              <a:gd name="connsiteX93" fmla="*/ 344198 w 5734864"/>
              <a:gd name="connsiteY93" fmla="*/ 3652424 h 6858000"/>
              <a:gd name="connsiteX94" fmla="*/ 352450 w 5734864"/>
              <a:gd name="connsiteY94" fmla="*/ 3665222 h 6858000"/>
              <a:gd name="connsiteX95" fmla="*/ 342621 w 5734864"/>
              <a:gd name="connsiteY95" fmla="*/ 3700804 h 6858000"/>
              <a:gd name="connsiteX96" fmla="*/ 341514 w 5734864"/>
              <a:gd name="connsiteY96" fmla="*/ 3734774 h 6858000"/>
              <a:gd name="connsiteX97" fmla="*/ 340607 w 5734864"/>
              <a:gd name="connsiteY97" fmla="*/ 3785153 h 6858000"/>
              <a:gd name="connsiteX98" fmla="*/ 340707 w 5734864"/>
              <a:gd name="connsiteY98" fmla="*/ 3788177 h 6858000"/>
              <a:gd name="connsiteX99" fmla="*/ 340361 w 5734864"/>
              <a:gd name="connsiteY99" fmla="*/ 3798803 h 6858000"/>
              <a:gd name="connsiteX100" fmla="*/ 339642 w 5734864"/>
              <a:gd name="connsiteY100" fmla="*/ 3838750 h 6858000"/>
              <a:gd name="connsiteX101" fmla="*/ 360295 w 5734864"/>
              <a:gd name="connsiteY101" fmla="*/ 4015196 h 6858000"/>
              <a:gd name="connsiteX102" fmla="*/ 339043 w 5734864"/>
              <a:gd name="connsiteY102" fmla="*/ 4052778 h 6858000"/>
              <a:gd name="connsiteX103" fmla="*/ 339343 w 5734864"/>
              <a:gd name="connsiteY103" fmla="*/ 4096257 h 6858000"/>
              <a:gd name="connsiteX104" fmla="*/ 340786 w 5734864"/>
              <a:gd name="connsiteY104" fmla="*/ 4321136 h 6858000"/>
              <a:gd name="connsiteX105" fmla="*/ 343158 w 5734864"/>
              <a:gd name="connsiteY105" fmla="*/ 4429174 h 6858000"/>
              <a:gd name="connsiteX106" fmla="*/ 334599 w 5734864"/>
              <a:gd name="connsiteY106" fmla="*/ 4449938 h 6858000"/>
              <a:gd name="connsiteX107" fmla="*/ 332890 w 5734864"/>
              <a:gd name="connsiteY107" fmla="*/ 4453515 h 6858000"/>
              <a:gd name="connsiteX108" fmla="*/ 331105 w 5734864"/>
              <a:gd name="connsiteY108" fmla="*/ 4467941 h 6858000"/>
              <a:gd name="connsiteX109" fmla="*/ 324289 w 5734864"/>
              <a:gd name="connsiteY109" fmla="*/ 4471861 h 6858000"/>
              <a:gd name="connsiteX110" fmla="*/ 317079 w 5734864"/>
              <a:gd name="connsiteY110" fmla="*/ 4493468 h 6858000"/>
              <a:gd name="connsiteX111" fmla="*/ 315557 w 5734864"/>
              <a:gd name="connsiteY111" fmla="*/ 4520067 h 6858000"/>
              <a:gd name="connsiteX112" fmla="*/ 315240 w 5734864"/>
              <a:gd name="connsiteY112" fmla="*/ 4536872 h 6858000"/>
              <a:gd name="connsiteX113" fmla="*/ 316200 w 5734864"/>
              <a:gd name="connsiteY113" fmla="*/ 4538297 h 6858000"/>
              <a:gd name="connsiteX114" fmla="*/ 317507 w 5734864"/>
              <a:gd name="connsiteY114" fmla="*/ 4547582 h 6858000"/>
              <a:gd name="connsiteX115" fmla="*/ 323078 w 5734864"/>
              <a:gd name="connsiteY115" fmla="*/ 4592102 h 6858000"/>
              <a:gd name="connsiteX116" fmla="*/ 328722 w 5734864"/>
              <a:gd name="connsiteY116" fmla="*/ 4667914 h 6858000"/>
              <a:gd name="connsiteX117" fmla="*/ 335597 w 5734864"/>
              <a:gd name="connsiteY117" fmla="*/ 4695035 h 6858000"/>
              <a:gd name="connsiteX118" fmla="*/ 339485 w 5734864"/>
              <a:gd name="connsiteY118" fmla="*/ 4695979 h 6858000"/>
              <a:gd name="connsiteX119" fmla="*/ 341089 w 5734864"/>
              <a:gd name="connsiteY119" fmla="*/ 4704268 h 6858000"/>
              <a:gd name="connsiteX120" fmla="*/ 342177 w 5734864"/>
              <a:gd name="connsiteY120" fmla="*/ 4706060 h 6858000"/>
              <a:gd name="connsiteX121" fmla="*/ 347751 w 5734864"/>
              <a:gd name="connsiteY121" fmla="*/ 4716754 h 6858000"/>
              <a:gd name="connsiteX122" fmla="*/ 344125 w 5734864"/>
              <a:gd name="connsiteY122" fmla="*/ 4764669 h 6858000"/>
              <a:gd name="connsiteX123" fmla="*/ 340188 w 5734864"/>
              <a:gd name="connsiteY123" fmla="*/ 4779386 h 6858000"/>
              <a:gd name="connsiteX124" fmla="*/ 335146 w 5734864"/>
              <a:gd name="connsiteY124" fmla="*/ 4787491 h 6858000"/>
              <a:gd name="connsiteX125" fmla="*/ 319124 w 5734864"/>
              <a:gd name="connsiteY125" fmla="*/ 4843514 h 6858000"/>
              <a:gd name="connsiteX126" fmla="*/ 305956 w 5734864"/>
              <a:gd name="connsiteY126" fmla="*/ 4881505 h 6858000"/>
              <a:gd name="connsiteX127" fmla="*/ 301062 w 5734864"/>
              <a:gd name="connsiteY127" fmla="*/ 4889332 h 6858000"/>
              <a:gd name="connsiteX128" fmla="*/ 302141 w 5734864"/>
              <a:gd name="connsiteY128" fmla="*/ 4899400 h 6858000"/>
              <a:gd name="connsiteX129" fmla="*/ 304424 w 5734864"/>
              <a:gd name="connsiteY129" fmla="*/ 4902664 h 6858000"/>
              <a:gd name="connsiteX130" fmla="*/ 293123 w 5734864"/>
              <a:gd name="connsiteY130" fmla="*/ 4932769 h 6858000"/>
              <a:gd name="connsiteX131" fmla="*/ 292275 w 5734864"/>
              <a:gd name="connsiteY131" fmla="*/ 4936482 h 6858000"/>
              <a:gd name="connsiteX132" fmla="*/ 288304 w 5734864"/>
              <a:gd name="connsiteY132" fmla="*/ 4962325 h 6858000"/>
              <a:gd name="connsiteX133" fmla="*/ 287420 w 5734864"/>
              <a:gd name="connsiteY133" fmla="*/ 5042193 h 6858000"/>
              <a:gd name="connsiteX134" fmla="*/ 287020 w 5734864"/>
              <a:gd name="connsiteY134" fmla="*/ 5065655 h 6858000"/>
              <a:gd name="connsiteX135" fmla="*/ 288488 w 5734864"/>
              <a:gd name="connsiteY135" fmla="*/ 5082216 h 6858000"/>
              <a:gd name="connsiteX136" fmla="*/ 282763 w 5734864"/>
              <a:gd name="connsiteY136" fmla="*/ 5127114 h 6858000"/>
              <a:gd name="connsiteX137" fmla="*/ 269316 w 5734864"/>
              <a:gd name="connsiteY137" fmla="*/ 5202682 h 6858000"/>
              <a:gd name="connsiteX138" fmla="*/ 269174 w 5734864"/>
              <a:gd name="connsiteY138" fmla="*/ 5230835 h 6858000"/>
              <a:gd name="connsiteX139" fmla="*/ 272679 w 5734864"/>
              <a:gd name="connsiteY139" fmla="*/ 5232660 h 6858000"/>
              <a:gd name="connsiteX140" fmla="*/ 272160 w 5734864"/>
              <a:gd name="connsiteY140" fmla="*/ 5241150 h 6858000"/>
              <a:gd name="connsiteX141" fmla="*/ 272760 w 5734864"/>
              <a:gd name="connsiteY141" fmla="*/ 5243156 h 6858000"/>
              <a:gd name="connsiteX142" fmla="*/ 275462 w 5734864"/>
              <a:gd name="connsiteY142" fmla="*/ 5254919 h 6858000"/>
              <a:gd name="connsiteX143" fmla="*/ 262897 w 5734864"/>
              <a:gd name="connsiteY143" fmla="*/ 5286259 h 6858000"/>
              <a:gd name="connsiteX144" fmla="*/ 252761 w 5734864"/>
              <a:gd name="connsiteY144" fmla="*/ 5357801 h 6858000"/>
              <a:gd name="connsiteX145" fmla="*/ 242360 w 5734864"/>
              <a:gd name="connsiteY145" fmla="*/ 5460080 h 6858000"/>
              <a:gd name="connsiteX146" fmla="*/ 229880 w 5734864"/>
              <a:gd name="connsiteY146" fmla="*/ 5539714 h 6858000"/>
              <a:gd name="connsiteX147" fmla="*/ 204283 w 5734864"/>
              <a:gd name="connsiteY147" fmla="*/ 5639080 h 6858000"/>
              <a:gd name="connsiteX148" fmla="*/ 198948 w 5734864"/>
              <a:gd name="connsiteY148" fmla="*/ 5710958 h 6858000"/>
              <a:gd name="connsiteX149" fmla="*/ 192367 w 5734864"/>
              <a:gd name="connsiteY149" fmla="*/ 5719859 h 6858000"/>
              <a:gd name="connsiteX150" fmla="*/ 188035 w 5734864"/>
              <a:gd name="connsiteY150" fmla="*/ 5729935 h 6858000"/>
              <a:gd name="connsiteX151" fmla="*/ 188428 w 5734864"/>
              <a:gd name="connsiteY151" fmla="*/ 5731182 h 6858000"/>
              <a:gd name="connsiteX152" fmla="*/ 181635 w 5734864"/>
              <a:gd name="connsiteY152" fmla="*/ 5753538 h 6858000"/>
              <a:gd name="connsiteX153" fmla="*/ 169744 w 5734864"/>
              <a:gd name="connsiteY153" fmla="*/ 5796307 h 6858000"/>
              <a:gd name="connsiteX154" fmla="*/ 170351 w 5734864"/>
              <a:gd name="connsiteY154" fmla="*/ 5796644 h 6858000"/>
              <a:gd name="connsiteX155" fmla="*/ 171559 w 5734864"/>
              <a:gd name="connsiteY155" fmla="*/ 5803435 h 6858000"/>
              <a:gd name="connsiteX156" fmla="*/ 172284 w 5734864"/>
              <a:gd name="connsiteY156" fmla="*/ 5816391 h 6858000"/>
              <a:gd name="connsiteX157" fmla="*/ 182542 w 5734864"/>
              <a:gd name="connsiteY157" fmla="*/ 5846382 h 6858000"/>
              <a:gd name="connsiteX158" fmla="*/ 175877 w 5734864"/>
              <a:gd name="connsiteY158" fmla="*/ 5871336 h 6858000"/>
              <a:gd name="connsiteX159" fmla="*/ 174910 w 5734864"/>
              <a:gd name="connsiteY159" fmla="*/ 5876376 h 6858000"/>
              <a:gd name="connsiteX160" fmla="*/ 175047 w 5734864"/>
              <a:gd name="connsiteY160" fmla="*/ 5876483 h 6858000"/>
              <a:gd name="connsiteX161" fmla="*/ 174335 w 5734864"/>
              <a:gd name="connsiteY161" fmla="*/ 5881814 h 6858000"/>
              <a:gd name="connsiteX162" fmla="*/ 171273 w 5734864"/>
              <a:gd name="connsiteY162" fmla="*/ 5895339 h 6858000"/>
              <a:gd name="connsiteX163" fmla="*/ 171658 w 5734864"/>
              <a:gd name="connsiteY163" fmla="*/ 5898749 h 6858000"/>
              <a:gd name="connsiteX164" fmla="*/ 174658 w 5734864"/>
              <a:gd name="connsiteY164" fmla="*/ 5919558 h 6858000"/>
              <a:gd name="connsiteX165" fmla="*/ 169099 w 5734864"/>
              <a:gd name="connsiteY165" fmla="*/ 5984417 h 6858000"/>
              <a:gd name="connsiteX166" fmla="*/ 162007 w 5734864"/>
              <a:gd name="connsiteY166" fmla="*/ 6049043 h 6858000"/>
              <a:gd name="connsiteX167" fmla="*/ 156875 w 5734864"/>
              <a:gd name="connsiteY167" fmla="*/ 6114000 h 6858000"/>
              <a:gd name="connsiteX168" fmla="*/ 165441 w 5734864"/>
              <a:gd name="connsiteY168" fmla="*/ 6146938 h 6858000"/>
              <a:gd name="connsiteX169" fmla="*/ 165177 w 5734864"/>
              <a:gd name="connsiteY169" fmla="*/ 6150658 h 6858000"/>
              <a:gd name="connsiteX170" fmla="*/ 161772 w 5734864"/>
              <a:gd name="connsiteY170" fmla="*/ 6160011 h 6858000"/>
              <a:gd name="connsiteX171" fmla="*/ 160051 w 5734864"/>
              <a:gd name="connsiteY171" fmla="*/ 6163393 h 6858000"/>
              <a:gd name="connsiteX172" fmla="*/ 158473 w 5734864"/>
              <a:gd name="connsiteY172" fmla="*/ 6168628 h 6858000"/>
              <a:gd name="connsiteX173" fmla="*/ 158573 w 5734864"/>
              <a:gd name="connsiteY173" fmla="*/ 6168799 h 6858000"/>
              <a:gd name="connsiteX174" fmla="*/ 146463 w 5734864"/>
              <a:gd name="connsiteY174" fmla="*/ 6196671 h 6858000"/>
              <a:gd name="connsiteX175" fmla="*/ 150209 w 5734864"/>
              <a:gd name="connsiteY175" fmla="*/ 6232365 h 6858000"/>
              <a:gd name="connsiteX176" fmla="*/ 148544 w 5734864"/>
              <a:gd name="connsiteY176" fmla="*/ 6246162 h 6858000"/>
              <a:gd name="connsiteX177" fmla="*/ 148403 w 5734864"/>
              <a:gd name="connsiteY177" fmla="*/ 6253754 h 6858000"/>
              <a:gd name="connsiteX178" fmla="*/ 138880 w 5734864"/>
              <a:gd name="connsiteY178" fmla="*/ 6276449 h 6858000"/>
              <a:gd name="connsiteX179" fmla="*/ 138683 w 5734864"/>
              <a:gd name="connsiteY179" fmla="*/ 6279721 h 6858000"/>
              <a:gd name="connsiteX180" fmla="*/ 130721 w 5734864"/>
              <a:gd name="connsiteY180" fmla="*/ 6293675 h 6858000"/>
              <a:gd name="connsiteX181" fmla="*/ 120717 w 5734864"/>
              <a:gd name="connsiteY181" fmla="*/ 6313967 h 6858000"/>
              <a:gd name="connsiteX182" fmla="*/ 120841 w 5734864"/>
              <a:gd name="connsiteY182" fmla="*/ 6315437 h 6858000"/>
              <a:gd name="connsiteX183" fmla="*/ 115208 w 5734864"/>
              <a:gd name="connsiteY183" fmla="*/ 6324024 h 6858000"/>
              <a:gd name="connsiteX184" fmla="*/ 101217 w 5734864"/>
              <a:gd name="connsiteY184" fmla="*/ 6365923 h 6858000"/>
              <a:gd name="connsiteX185" fmla="*/ 74946 w 5734864"/>
              <a:gd name="connsiteY185" fmla="*/ 6556817 h 6858000"/>
              <a:gd name="connsiteX186" fmla="*/ 16001 w 5734864"/>
              <a:gd name="connsiteY186" fmla="*/ 6808678 h 6858000"/>
              <a:gd name="connsiteX187" fmla="*/ 0 w 5734864"/>
              <a:gd name="connsiteY187" fmla="*/ 6858000 h 6858000"/>
              <a:gd name="connsiteX188" fmla="*/ 5734864 w 5734864"/>
              <a:gd name="connsiteY188" fmla="*/ 685800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4660 w 5734864"/>
              <a:gd name="connsiteY33" fmla="*/ 1982709 h 6858000"/>
              <a:gd name="connsiteX34" fmla="*/ 710759 w 5734864"/>
              <a:gd name="connsiteY34" fmla="*/ 2013010 h 6858000"/>
              <a:gd name="connsiteX35" fmla="*/ 697927 w 5734864"/>
              <a:gd name="connsiteY35" fmla="*/ 2069833 h 6858000"/>
              <a:gd name="connsiteX36" fmla="*/ 693594 w 5734864"/>
              <a:gd name="connsiteY36" fmla="*/ 2103731 h 6858000"/>
              <a:gd name="connsiteX37" fmla="*/ 691109 w 5734864"/>
              <a:gd name="connsiteY37" fmla="*/ 2124027 h 6858000"/>
              <a:gd name="connsiteX38" fmla="*/ 676593 w 5734864"/>
              <a:gd name="connsiteY38" fmla="*/ 2176182 h 6858000"/>
              <a:gd name="connsiteX39" fmla="*/ 633227 w 5734864"/>
              <a:gd name="connsiteY39" fmla="*/ 2258036 h 6858000"/>
              <a:gd name="connsiteX40" fmla="*/ 625564 w 5734864"/>
              <a:gd name="connsiteY40" fmla="*/ 2284567 h 6858000"/>
              <a:gd name="connsiteX41" fmla="*/ 627074 w 5734864"/>
              <a:gd name="connsiteY41" fmla="*/ 2289605 h 6858000"/>
              <a:gd name="connsiteX42" fmla="*/ 614574 w 5734864"/>
              <a:gd name="connsiteY42" fmla="*/ 2308717 h 6858000"/>
              <a:gd name="connsiteX43" fmla="*/ 606890 w 5734864"/>
              <a:gd name="connsiteY43" fmla="*/ 2320662 h 6858000"/>
              <a:gd name="connsiteX44" fmla="*/ 605558 w 5734864"/>
              <a:gd name="connsiteY44" fmla="*/ 2327897 h 6858000"/>
              <a:gd name="connsiteX45" fmla="*/ 602202 w 5734864"/>
              <a:gd name="connsiteY45" fmla="*/ 2357749 h 6858000"/>
              <a:gd name="connsiteX46" fmla="*/ 600213 w 5734864"/>
              <a:gd name="connsiteY46" fmla="*/ 2364905 h 6858000"/>
              <a:gd name="connsiteX47" fmla="*/ 597160 w 5734864"/>
              <a:gd name="connsiteY47" fmla="*/ 2388351 h 6858000"/>
              <a:gd name="connsiteX48" fmla="*/ 597982 w 5734864"/>
              <a:gd name="connsiteY48" fmla="*/ 2402296 h 6858000"/>
              <a:gd name="connsiteX49" fmla="*/ 593150 w 5734864"/>
              <a:gd name="connsiteY49" fmla="*/ 2420015 h 6858000"/>
              <a:gd name="connsiteX50" fmla="*/ 592833 w 5734864"/>
              <a:gd name="connsiteY50" fmla="*/ 2422749 h 6858000"/>
              <a:gd name="connsiteX51" fmla="*/ 594479 w 5734864"/>
              <a:gd name="connsiteY51" fmla="*/ 2426002 h 6858000"/>
              <a:gd name="connsiteX52" fmla="*/ 591963 w 5734864"/>
              <a:gd name="connsiteY52" fmla="*/ 2431950 h 6858000"/>
              <a:gd name="connsiteX53" fmla="*/ 591544 w 5734864"/>
              <a:gd name="connsiteY53" fmla="*/ 2433897 h 6858000"/>
              <a:gd name="connsiteX54" fmla="*/ 589519 w 5734864"/>
              <a:gd name="connsiteY54" fmla="*/ 2451398 h 6858000"/>
              <a:gd name="connsiteX55" fmla="*/ 590037 w 5734864"/>
              <a:gd name="connsiteY55" fmla="*/ 2455536 h 6858000"/>
              <a:gd name="connsiteX56" fmla="*/ 588179 w 5734864"/>
              <a:gd name="connsiteY56" fmla="*/ 2462981 h 6858000"/>
              <a:gd name="connsiteX57" fmla="*/ 583434 w 5734864"/>
              <a:gd name="connsiteY57" fmla="*/ 2503991 h 6858000"/>
              <a:gd name="connsiteX58" fmla="*/ 567942 w 5734864"/>
              <a:gd name="connsiteY58" fmla="*/ 2652936 h 6858000"/>
              <a:gd name="connsiteX59" fmla="*/ 573869 w 5734864"/>
              <a:gd name="connsiteY59" fmla="*/ 2670188 h 6858000"/>
              <a:gd name="connsiteX60" fmla="*/ 575243 w 5734864"/>
              <a:gd name="connsiteY60" fmla="*/ 2688114 h 6858000"/>
              <a:gd name="connsiteX61" fmla="*/ 573824 w 5734864"/>
              <a:gd name="connsiteY61" fmla="*/ 2689856 h 6858000"/>
              <a:gd name="connsiteX62" fmla="*/ 570699 w 5734864"/>
              <a:gd name="connsiteY62" fmla="*/ 2709353 h 6858000"/>
              <a:gd name="connsiteX63" fmla="*/ 573192 w 5734864"/>
              <a:gd name="connsiteY63" fmla="*/ 2714527 h 6858000"/>
              <a:gd name="connsiteX64" fmla="*/ 572044 w 5734864"/>
              <a:gd name="connsiteY64" fmla="*/ 2728187 h 6858000"/>
              <a:gd name="connsiteX65" fmla="*/ 572465 w 5734864"/>
              <a:gd name="connsiteY65" fmla="*/ 2755863 h 6858000"/>
              <a:gd name="connsiteX66" fmla="*/ 570028 w 5734864"/>
              <a:gd name="connsiteY66" fmla="*/ 2760324 h 6858000"/>
              <a:gd name="connsiteX67" fmla="*/ 566748 w 5734864"/>
              <a:gd name="connsiteY67" fmla="*/ 2800948 h 6858000"/>
              <a:gd name="connsiteX68" fmla="*/ 565509 w 5734864"/>
              <a:gd name="connsiteY68" fmla="*/ 2801167 h 6858000"/>
              <a:gd name="connsiteX69" fmla="*/ 559367 w 5734864"/>
              <a:gd name="connsiteY69" fmla="*/ 2811129 h 6858000"/>
              <a:gd name="connsiteX70" fmla="*/ 550354 w 5734864"/>
              <a:gd name="connsiteY70" fmla="*/ 2830949 h 6858000"/>
              <a:gd name="connsiteX71" fmla="*/ 514795 w 5734864"/>
              <a:gd name="connsiteY71" fmla="*/ 2872433 h 6858000"/>
              <a:gd name="connsiteX72" fmla="*/ 509875 w 5734864"/>
              <a:gd name="connsiteY72" fmla="*/ 2923099 h 6858000"/>
              <a:gd name="connsiteX73" fmla="*/ 509577 w 5734864"/>
              <a:gd name="connsiteY73" fmla="*/ 2923197 h 6858000"/>
              <a:gd name="connsiteX74" fmla="*/ 507597 w 5734864"/>
              <a:gd name="connsiteY74" fmla="*/ 2931868 h 6858000"/>
              <a:gd name="connsiteX75" fmla="*/ 507379 w 5734864"/>
              <a:gd name="connsiteY75" fmla="*/ 2938322 h 6858000"/>
              <a:gd name="connsiteX76" fmla="*/ 504725 w 5734864"/>
              <a:gd name="connsiteY76" fmla="*/ 2954519 h 6858000"/>
              <a:gd name="connsiteX77" fmla="*/ 502018 w 5734864"/>
              <a:gd name="connsiteY77" fmla="*/ 2959643 h 6858000"/>
              <a:gd name="connsiteX78" fmla="*/ 498360 w 5734864"/>
              <a:gd name="connsiteY78" fmla="*/ 2961019 h 6858000"/>
              <a:gd name="connsiteX79" fmla="*/ 498483 w 5734864"/>
              <a:gd name="connsiteY79" fmla="*/ 2962590 h 6858000"/>
              <a:gd name="connsiteX80" fmla="*/ 484403 w 5734864"/>
              <a:gd name="connsiteY80" fmla="*/ 2990538 h 6858000"/>
              <a:gd name="connsiteX81" fmla="*/ 463075 w 5734864"/>
              <a:gd name="connsiteY81" fmla="*/ 3055956 h 6858000"/>
              <a:gd name="connsiteX82" fmla="*/ 455013 w 5734864"/>
              <a:gd name="connsiteY82" fmla="*/ 3094482 h 6858000"/>
              <a:gd name="connsiteX83" fmla="*/ 428391 w 5734864"/>
              <a:gd name="connsiteY83" fmla="*/ 3198850 h 6858000"/>
              <a:gd name="connsiteX84" fmla="*/ 401440 w 5734864"/>
              <a:gd name="connsiteY84" fmla="*/ 3307560 h 6858000"/>
              <a:gd name="connsiteX85" fmla="*/ 386076 w 5734864"/>
              <a:gd name="connsiteY85" fmla="*/ 3373943 h 6858000"/>
              <a:gd name="connsiteX86" fmla="*/ 374726 w 5734864"/>
              <a:gd name="connsiteY86" fmla="*/ 3381364 h 6858000"/>
              <a:gd name="connsiteX87" fmla="*/ 369145 w 5734864"/>
              <a:gd name="connsiteY87" fmla="*/ 3383729 h 6858000"/>
              <a:gd name="connsiteX88" fmla="*/ 364294 w 5734864"/>
              <a:gd name="connsiteY88" fmla="*/ 3414159 h 6858000"/>
              <a:gd name="connsiteX89" fmla="*/ 366450 w 5734864"/>
              <a:gd name="connsiteY89" fmla="*/ 3436925 h 6858000"/>
              <a:gd name="connsiteX90" fmla="*/ 351743 w 5734864"/>
              <a:gd name="connsiteY90" fmla="*/ 3521619 h 6858000"/>
              <a:gd name="connsiteX91" fmla="*/ 345784 w 5734864"/>
              <a:gd name="connsiteY91" fmla="*/ 3603757 h 6858000"/>
              <a:gd name="connsiteX92" fmla="*/ 344198 w 5734864"/>
              <a:gd name="connsiteY92" fmla="*/ 3652424 h 6858000"/>
              <a:gd name="connsiteX93" fmla="*/ 352450 w 5734864"/>
              <a:gd name="connsiteY93" fmla="*/ 3665222 h 6858000"/>
              <a:gd name="connsiteX94" fmla="*/ 342621 w 5734864"/>
              <a:gd name="connsiteY94" fmla="*/ 3700804 h 6858000"/>
              <a:gd name="connsiteX95" fmla="*/ 341514 w 5734864"/>
              <a:gd name="connsiteY95" fmla="*/ 3734774 h 6858000"/>
              <a:gd name="connsiteX96" fmla="*/ 340607 w 5734864"/>
              <a:gd name="connsiteY96" fmla="*/ 3785153 h 6858000"/>
              <a:gd name="connsiteX97" fmla="*/ 340707 w 5734864"/>
              <a:gd name="connsiteY97" fmla="*/ 3788177 h 6858000"/>
              <a:gd name="connsiteX98" fmla="*/ 340361 w 5734864"/>
              <a:gd name="connsiteY98" fmla="*/ 3798803 h 6858000"/>
              <a:gd name="connsiteX99" fmla="*/ 339642 w 5734864"/>
              <a:gd name="connsiteY99" fmla="*/ 3838750 h 6858000"/>
              <a:gd name="connsiteX100" fmla="*/ 360295 w 5734864"/>
              <a:gd name="connsiteY100" fmla="*/ 4015196 h 6858000"/>
              <a:gd name="connsiteX101" fmla="*/ 339043 w 5734864"/>
              <a:gd name="connsiteY101" fmla="*/ 4052778 h 6858000"/>
              <a:gd name="connsiteX102" fmla="*/ 339343 w 5734864"/>
              <a:gd name="connsiteY102" fmla="*/ 4096257 h 6858000"/>
              <a:gd name="connsiteX103" fmla="*/ 340786 w 5734864"/>
              <a:gd name="connsiteY103" fmla="*/ 4321136 h 6858000"/>
              <a:gd name="connsiteX104" fmla="*/ 343158 w 5734864"/>
              <a:gd name="connsiteY104" fmla="*/ 4429174 h 6858000"/>
              <a:gd name="connsiteX105" fmla="*/ 334599 w 5734864"/>
              <a:gd name="connsiteY105" fmla="*/ 4449938 h 6858000"/>
              <a:gd name="connsiteX106" fmla="*/ 332890 w 5734864"/>
              <a:gd name="connsiteY106" fmla="*/ 4453515 h 6858000"/>
              <a:gd name="connsiteX107" fmla="*/ 331105 w 5734864"/>
              <a:gd name="connsiteY107" fmla="*/ 4467941 h 6858000"/>
              <a:gd name="connsiteX108" fmla="*/ 324289 w 5734864"/>
              <a:gd name="connsiteY108" fmla="*/ 4471861 h 6858000"/>
              <a:gd name="connsiteX109" fmla="*/ 317079 w 5734864"/>
              <a:gd name="connsiteY109" fmla="*/ 4493468 h 6858000"/>
              <a:gd name="connsiteX110" fmla="*/ 315557 w 5734864"/>
              <a:gd name="connsiteY110" fmla="*/ 4520067 h 6858000"/>
              <a:gd name="connsiteX111" fmla="*/ 315240 w 5734864"/>
              <a:gd name="connsiteY111" fmla="*/ 4536872 h 6858000"/>
              <a:gd name="connsiteX112" fmla="*/ 316200 w 5734864"/>
              <a:gd name="connsiteY112" fmla="*/ 4538297 h 6858000"/>
              <a:gd name="connsiteX113" fmla="*/ 317507 w 5734864"/>
              <a:gd name="connsiteY113" fmla="*/ 4547582 h 6858000"/>
              <a:gd name="connsiteX114" fmla="*/ 323078 w 5734864"/>
              <a:gd name="connsiteY114" fmla="*/ 4592102 h 6858000"/>
              <a:gd name="connsiteX115" fmla="*/ 328722 w 5734864"/>
              <a:gd name="connsiteY115" fmla="*/ 4667914 h 6858000"/>
              <a:gd name="connsiteX116" fmla="*/ 335597 w 5734864"/>
              <a:gd name="connsiteY116" fmla="*/ 4695035 h 6858000"/>
              <a:gd name="connsiteX117" fmla="*/ 339485 w 5734864"/>
              <a:gd name="connsiteY117" fmla="*/ 4695979 h 6858000"/>
              <a:gd name="connsiteX118" fmla="*/ 341089 w 5734864"/>
              <a:gd name="connsiteY118" fmla="*/ 4704268 h 6858000"/>
              <a:gd name="connsiteX119" fmla="*/ 342177 w 5734864"/>
              <a:gd name="connsiteY119" fmla="*/ 4706060 h 6858000"/>
              <a:gd name="connsiteX120" fmla="*/ 347751 w 5734864"/>
              <a:gd name="connsiteY120" fmla="*/ 4716754 h 6858000"/>
              <a:gd name="connsiteX121" fmla="*/ 344125 w 5734864"/>
              <a:gd name="connsiteY121" fmla="*/ 4764669 h 6858000"/>
              <a:gd name="connsiteX122" fmla="*/ 340188 w 5734864"/>
              <a:gd name="connsiteY122" fmla="*/ 4779386 h 6858000"/>
              <a:gd name="connsiteX123" fmla="*/ 335146 w 5734864"/>
              <a:gd name="connsiteY123" fmla="*/ 4787491 h 6858000"/>
              <a:gd name="connsiteX124" fmla="*/ 319124 w 5734864"/>
              <a:gd name="connsiteY124" fmla="*/ 4843514 h 6858000"/>
              <a:gd name="connsiteX125" fmla="*/ 305956 w 5734864"/>
              <a:gd name="connsiteY125" fmla="*/ 4881505 h 6858000"/>
              <a:gd name="connsiteX126" fmla="*/ 301062 w 5734864"/>
              <a:gd name="connsiteY126" fmla="*/ 4889332 h 6858000"/>
              <a:gd name="connsiteX127" fmla="*/ 302141 w 5734864"/>
              <a:gd name="connsiteY127" fmla="*/ 4899400 h 6858000"/>
              <a:gd name="connsiteX128" fmla="*/ 304424 w 5734864"/>
              <a:gd name="connsiteY128" fmla="*/ 4902664 h 6858000"/>
              <a:gd name="connsiteX129" fmla="*/ 293123 w 5734864"/>
              <a:gd name="connsiteY129" fmla="*/ 4932769 h 6858000"/>
              <a:gd name="connsiteX130" fmla="*/ 292275 w 5734864"/>
              <a:gd name="connsiteY130" fmla="*/ 4936482 h 6858000"/>
              <a:gd name="connsiteX131" fmla="*/ 288304 w 5734864"/>
              <a:gd name="connsiteY131" fmla="*/ 4962325 h 6858000"/>
              <a:gd name="connsiteX132" fmla="*/ 287420 w 5734864"/>
              <a:gd name="connsiteY132" fmla="*/ 5042193 h 6858000"/>
              <a:gd name="connsiteX133" fmla="*/ 287020 w 5734864"/>
              <a:gd name="connsiteY133" fmla="*/ 5065655 h 6858000"/>
              <a:gd name="connsiteX134" fmla="*/ 288488 w 5734864"/>
              <a:gd name="connsiteY134" fmla="*/ 5082216 h 6858000"/>
              <a:gd name="connsiteX135" fmla="*/ 282763 w 5734864"/>
              <a:gd name="connsiteY135" fmla="*/ 5127114 h 6858000"/>
              <a:gd name="connsiteX136" fmla="*/ 269316 w 5734864"/>
              <a:gd name="connsiteY136" fmla="*/ 5202682 h 6858000"/>
              <a:gd name="connsiteX137" fmla="*/ 269174 w 5734864"/>
              <a:gd name="connsiteY137" fmla="*/ 5230835 h 6858000"/>
              <a:gd name="connsiteX138" fmla="*/ 272679 w 5734864"/>
              <a:gd name="connsiteY138" fmla="*/ 5232660 h 6858000"/>
              <a:gd name="connsiteX139" fmla="*/ 272160 w 5734864"/>
              <a:gd name="connsiteY139" fmla="*/ 5241150 h 6858000"/>
              <a:gd name="connsiteX140" fmla="*/ 272760 w 5734864"/>
              <a:gd name="connsiteY140" fmla="*/ 5243156 h 6858000"/>
              <a:gd name="connsiteX141" fmla="*/ 275462 w 5734864"/>
              <a:gd name="connsiteY141" fmla="*/ 5254919 h 6858000"/>
              <a:gd name="connsiteX142" fmla="*/ 262897 w 5734864"/>
              <a:gd name="connsiteY142" fmla="*/ 5286259 h 6858000"/>
              <a:gd name="connsiteX143" fmla="*/ 252761 w 5734864"/>
              <a:gd name="connsiteY143" fmla="*/ 5357801 h 6858000"/>
              <a:gd name="connsiteX144" fmla="*/ 242360 w 5734864"/>
              <a:gd name="connsiteY144" fmla="*/ 5460080 h 6858000"/>
              <a:gd name="connsiteX145" fmla="*/ 229880 w 5734864"/>
              <a:gd name="connsiteY145" fmla="*/ 5539714 h 6858000"/>
              <a:gd name="connsiteX146" fmla="*/ 204283 w 5734864"/>
              <a:gd name="connsiteY146" fmla="*/ 5639080 h 6858000"/>
              <a:gd name="connsiteX147" fmla="*/ 198948 w 5734864"/>
              <a:gd name="connsiteY147" fmla="*/ 5710958 h 6858000"/>
              <a:gd name="connsiteX148" fmla="*/ 192367 w 5734864"/>
              <a:gd name="connsiteY148" fmla="*/ 5719859 h 6858000"/>
              <a:gd name="connsiteX149" fmla="*/ 188035 w 5734864"/>
              <a:gd name="connsiteY149" fmla="*/ 5729935 h 6858000"/>
              <a:gd name="connsiteX150" fmla="*/ 188428 w 5734864"/>
              <a:gd name="connsiteY150" fmla="*/ 5731182 h 6858000"/>
              <a:gd name="connsiteX151" fmla="*/ 181635 w 5734864"/>
              <a:gd name="connsiteY151" fmla="*/ 5753538 h 6858000"/>
              <a:gd name="connsiteX152" fmla="*/ 169744 w 5734864"/>
              <a:gd name="connsiteY152" fmla="*/ 5796307 h 6858000"/>
              <a:gd name="connsiteX153" fmla="*/ 170351 w 5734864"/>
              <a:gd name="connsiteY153" fmla="*/ 5796644 h 6858000"/>
              <a:gd name="connsiteX154" fmla="*/ 171559 w 5734864"/>
              <a:gd name="connsiteY154" fmla="*/ 5803435 h 6858000"/>
              <a:gd name="connsiteX155" fmla="*/ 172284 w 5734864"/>
              <a:gd name="connsiteY155" fmla="*/ 5816391 h 6858000"/>
              <a:gd name="connsiteX156" fmla="*/ 182542 w 5734864"/>
              <a:gd name="connsiteY156" fmla="*/ 5846382 h 6858000"/>
              <a:gd name="connsiteX157" fmla="*/ 175877 w 5734864"/>
              <a:gd name="connsiteY157" fmla="*/ 5871336 h 6858000"/>
              <a:gd name="connsiteX158" fmla="*/ 174910 w 5734864"/>
              <a:gd name="connsiteY158" fmla="*/ 5876376 h 6858000"/>
              <a:gd name="connsiteX159" fmla="*/ 175047 w 5734864"/>
              <a:gd name="connsiteY159" fmla="*/ 5876483 h 6858000"/>
              <a:gd name="connsiteX160" fmla="*/ 174335 w 5734864"/>
              <a:gd name="connsiteY160" fmla="*/ 5881814 h 6858000"/>
              <a:gd name="connsiteX161" fmla="*/ 171273 w 5734864"/>
              <a:gd name="connsiteY161" fmla="*/ 5895339 h 6858000"/>
              <a:gd name="connsiteX162" fmla="*/ 171658 w 5734864"/>
              <a:gd name="connsiteY162" fmla="*/ 5898749 h 6858000"/>
              <a:gd name="connsiteX163" fmla="*/ 174658 w 5734864"/>
              <a:gd name="connsiteY163" fmla="*/ 5919558 h 6858000"/>
              <a:gd name="connsiteX164" fmla="*/ 169099 w 5734864"/>
              <a:gd name="connsiteY164" fmla="*/ 5984417 h 6858000"/>
              <a:gd name="connsiteX165" fmla="*/ 162007 w 5734864"/>
              <a:gd name="connsiteY165" fmla="*/ 6049043 h 6858000"/>
              <a:gd name="connsiteX166" fmla="*/ 156875 w 5734864"/>
              <a:gd name="connsiteY166" fmla="*/ 6114000 h 6858000"/>
              <a:gd name="connsiteX167" fmla="*/ 165441 w 5734864"/>
              <a:gd name="connsiteY167" fmla="*/ 6146938 h 6858000"/>
              <a:gd name="connsiteX168" fmla="*/ 165177 w 5734864"/>
              <a:gd name="connsiteY168" fmla="*/ 6150658 h 6858000"/>
              <a:gd name="connsiteX169" fmla="*/ 161772 w 5734864"/>
              <a:gd name="connsiteY169" fmla="*/ 6160011 h 6858000"/>
              <a:gd name="connsiteX170" fmla="*/ 160051 w 5734864"/>
              <a:gd name="connsiteY170" fmla="*/ 6163393 h 6858000"/>
              <a:gd name="connsiteX171" fmla="*/ 158473 w 5734864"/>
              <a:gd name="connsiteY171" fmla="*/ 6168628 h 6858000"/>
              <a:gd name="connsiteX172" fmla="*/ 158573 w 5734864"/>
              <a:gd name="connsiteY172" fmla="*/ 6168799 h 6858000"/>
              <a:gd name="connsiteX173" fmla="*/ 146463 w 5734864"/>
              <a:gd name="connsiteY173" fmla="*/ 6196671 h 6858000"/>
              <a:gd name="connsiteX174" fmla="*/ 150209 w 5734864"/>
              <a:gd name="connsiteY174" fmla="*/ 6232365 h 6858000"/>
              <a:gd name="connsiteX175" fmla="*/ 148544 w 5734864"/>
              <a:gd name="connsiteY175" fmla="*/ 6246162 h 6858000"/>
              <a:gd name="connsiteX176" fmla="*/ 148403 w 5734864"/>
              <a:gd name="connsiteY176" fmla="*/ 6253754 h 6858000"/>
              <a:gd name="connsiteX177" fmla="*/ 138880 w 5734864"/>
              <a:gd name="connsiteY177" fmla="*/ 6276449 h 6858000"/>
              <a:gd name="connsiteX178" fmla="*/ 138683 w 5734864"/>
              <a:gd name="connsiteY178" fmla="*/ 6279721 h 6858000"/>
              <a:gd name="connsiteX179" fmla="*/ 130721 w 5734864"/>
              <a:gd name="connsiteY179" fmla="*/ 6293675 h 6858000"/>
              <a:gd name="connsiteX180" fmla="*/ 120717 w 5734864"/>
              <a:gd name="connsiteY180" fmla="*/ 6313967 h 6858000"/>
              <a:gd name="connsiteX181" fmla="*/ 120841 w 5734864"/>
              <a:gd name="connsiteY181" fmla="*/ 6315437 h 6858000"/>
              <a:gd name="connsiteX182" fmla="*/ 115208 w 5734864"/>
              <a:gd name="connsiteY182" fmla="*/ 6324024 h 6858000"/>
              <a:gd name="connsiteX183" fmla="*/ 101217 w 5734864"/>
              <a:gd name="connsiteY183" fmla="*/ 6365923 h 6858000"/>
              <a:gd name="connsiteX184" fmla="*/ 74946 w 5734864"/>
              <a:gd name="connsiteY184" fmla="*/ 6556817 h 6858000"/>
              <a:gd name="connsiteX185" fmla="*/ 16001 w 5734864"/>
              <a:gd name="connsiteY185" fmla="*/ 6808678 h 6858000"/>
              <a:gd name="connsiteX186" fmla="*/ 0 w 5734864"/>
              <a:gd name="connsiteY186" fmla="*/ 6858000 h 6858000"/>
              <a:gd name="connsiteX187" fmla="*/ 5734864 w 5734864"/>
              <a:gd name="connsiteY187" fmla="*/ 6858000 h 6858000"/>
              <a:gd name="connsiteX188" fmla="*/ 5734864 w 5734864"/>
              <a:gd name="connsiteY188" fmla="*/ 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7865 w 5734864"/>
              <a:gd name="connsiteY13" fmla="*/ 1070795 h 6858000"/>
              <a:gd name="connsiteX14" fmla="*/ 862786 w 5734864"/>
              <a:gd name="connsiteY14" fmla="*/ 1238994 h 6858000"/>
              <a:gd name="connsiteX15" fmla="*/ 859345 w 5734864"/>
              <a:gd name="connsiteY15" fmla="*/ 1380427 h 6858000"/>
              <a:gd name="connsiteX16" fmla="*/ 855172 w 5734864"/>
              <a:gd name="connsiteY16" fmla="*/ 1435262 h 6858000"/>
              <a:gd name="connsiteX17" fmla="*/ 860494 w 5734864"/>
              <a:gd name="connsiteY17" fmla="*/ 1453861 h 6858000"/>
              <a:gd name="connsiteX18" fmla="*/ 853731 w 5734864"/>
              <a:gd name="connsiteY18" fmla="*/ 1467047 h 6858000"/>
              <a:gd name="connsiteX19" fmla="*/ 845847 w 5734864"/>
              <a:gd name="connsiteY19" fmla="*/ 1502307 h 6858000"/>
              <a:gd name="connsiteX20" fmla="*/ 817613 w 5734864"/>
              <a:gd name="connsiteY20" fmla="*/ 1565166 h 6858000"/>
              <a:gd name="connsiteX21" fmla="*/ 804223 w 5734864"/>
              <a:gd name="connsiteY21" fmla="*/ 1601941 h 6858000"/>
              <a:gd name="connsiteX22" fmla="*/ 791773 w 5734864"/>
              <a:gd name="connsiteY22" fmla="*/ 1627005 h 6858000"/>
              <a:gd name="connsiteX23" fmla="*/ 774645 w 5734864"/>
              <a:gd name="connsiteY23" fmla="*/ 1699922 h 6858000"/>
              <a:gd name="connsiteX24" fmla="*/ 752343 w 5734864"/>
              <a:gd name="connsiteY24" fmla="*/ 1824604 h 6858000"/>
              <a:gd name="connsiteX25" fmla="*/ 746254 w 5734864"/>
              <a:gd name="connsiteY25" fmla="*/ 1850222 h 6858000"/>
              <a:gd name="connsiteX26" fmla="*/ 728600 w 5734864"/>
              <a:gd name="connsiteY26" fmla="*/ 1869603 h 6858000"/>
              <a:gd name="connsiteX27" fmla="*/ 724396 w 5734864"/>
              <a:gd name="connsiteY27" fmla="*/ 1883104 h 6858000"/>
              <a:gd name="connsiteX28" fmla="*/ 722165 w 5734864"/>
              <a:gd name="connsiteY28" fmla="*/ 1885924 h 6858000"/>
              <a:gd name="connsiteX29" fmla="*/ 721338 w 5734864"/>
              <a:gd name="connsiteY29" fmla="*/ 1887123 h 6858000"/>
              <a:gd name="connsiteX30" fmla="*/ 714840 w 5734864"/>
              <a:gd name="connsiteY30" fmla="*/ 1902274 h 6858000"/>
              <a:gd name="connsiteX31" fmla="*/ 722847 w 5734864"/>
              <a:gd name="connsiteY31" fmla="*/ 1929891 h 6858000"/>
              <a:gd name="connsiteX32" fmla="*/ 714660 w 5734864"/>
              <a:gd name="connsiteY32" fmla="*/ 1982709 h 6858000"/>
              <a:gd name="connsiteX33" fmla="*/ 710759 w 5734864"/>
              <a:gd name="connsiteY33" fmla="*/ 2013010 h 6858000"/>
              <a:gd name="connsiteX34" fmla="*/ 697927 w 5734864"/>
              <a:gd name="connsiteY34" fmla="*/ 2069833 h 6858000"/>
              <a:gd name="connsiteX35" fmla="*/ 693594 w 5734864"/>
              <a:gd name="connsiteY35" fmla="*/ 2103731 h 6858000"/>
              <a:gd name="connsiteX36" fmla="*/ 691109 w 5734864"/>
              <a:gd name="connsiteY36" fmla="*/ 2124027 h 6858000"/>
              <a:gd name="connsiteX37" fmla="*/ 676593 w 5734864"/>
              <a:gd name="connsiteY37" fmla="*/ 2176182 h 6858000"/>
              <a:gd name="connsiteX38" fmla="*/ 633227 w 5734864"/>
              <a:gd name="connsiteY38" fmla="*/ 2258036 h 6858000"/>
              <a:gd name="connsiteX39" fmla="*/ 625564 w 5734864"/>
              <a:gd name="connsiteY39" fmla="*/ 2284567 h 6858000"/>
              <a:gd name="connsiteX40" fmla="*/ 627074 w 5734864"/>
              <a:gd name="connsiteY40" fmla="*/ 2289605 h 6858000"/>
              <a:gd name="connsiteX41" fmla="*/ 614574 w 5734864"/>
              <a:gd name="connsiteY41" fmla="*/ 2308717 h 6858000"/>
              <a:gd name="connsiteX42" fmla="*/ 606890 w 5734864"/>
              <a:gd name="connsiteY42" fmla="*/ 2320662 h 6858000"/>
              <a:gd name="connsiteX43" fmla="*/ 605558 w 5734864"/>
              <a:gd name="connsiteY43" fmla="*/ 2327897 h 6858000"/>
              <a:gd name="connsiteX44" fmla="*/ 602202 w 5734864"/>
              <a:gd name="connsiteY44" fmla="*/ 2357749 h 6858000"/>
              <a:gd name="connsiteX45" fmla="*/ 600213 w 5734864"/>
              <a:gd name="connsiteY45" fmla="*/ 2364905 h 6858000"/>
              <a:gd name="connsiteX46" fmla="*/ 597160 w 5734864"/>
              <a:gd name="connsiteY46" fmla="*/ 2388351 h 6858000"/>
              <a:gd name="connsiteX47" fmla="*/ 597982 w 5734864"/>
              <a:gd name="connsiteY47" fmla="*/ 2402296 h 6858000"/>
              <a:gd name="connsiteX48" fmla="*/ 593150 w 5734864"/>
              <a:gd name="connsiteY48" fmla="*/ 2420015 h 6858000"/>
              <a:gd name="connsiteX49" fmla="*/ 592833 w 5734864"/>
              <a:gd name="connsiteY49" fmla="*/ 2422749 h 6858000"/>
              <a:gd name="connsiteX50" fmla="*/ 594479 w 5734864"/>
              <a:gd name="connsiteY50" fmla="*/ 2426002 h 6858000"/>
              <a:gd name="connsiteX51" fmla="*/ 591963 w 5734864"/>
              <a:gd name="connsiteY51" fmla="*/ 2431950 h 6858000"/>
              <a:gd name="connsiteX52" fmla="*/ 591544 w 5734864"/>
              <a:gd name="connsiteY52" fmla="*/ 2433897 h 6858000"/>
              <a:gd name="connsiteX53" fmla="*/ 589519 w 5734864"/>
              <a:gd name="connsiteY53" fmla="*/ 2451398 h 6858000"/>
              <a:gd name="connsiteX54" fmla="*/ 590037 w 5734864"/>
              <a:gd name="connsiteY54" fmla="*/ 2455536 h 6858000"/>
              <a:gd name="connsiteX55" fmla="*/ 588179 w 5734864"/>
              <a:gd name="connsiteY55" fmla="*/ 2462981 h 6858000"/>
              <a:gd name="connsiteX56" fmla="*/ 583434 w 5734864"/>
              <a:gd name="connsiteY56" fmla="*/ 2503991 h 6858000"/>
              <a:gd name="connsiteX57" fmla="*/ 567942 w 5734864"/>
              <a:gd name="connsiteY57" fmla="*/ 2652936 h 6858000"/>
              <a:gd name="connsiteX58" fmla="*/ 573869 w 5734864"/>
              <a:gd name="connsiteY58" fmla="*/ 2670188 h 6858000"/>
              <a:gd name="connsiteX59" fmla="*/ 575243 w 5734864"/>
              <a:gd name="connsiteY59" fmla="*/ 2688114 h 6858000"/>
              <a:gd name="connsiteX60" fmla="*/ 573824 w 5734864"/>
              <a:gd name="connsiteY60" fmla="*/ 2689856 h 6858000"/>
              <a:gd name="connsiteX61" fmla="*/ 570699 w 5734864"/>
              <a:gd name="connsiteY61" fmla="*/ 2709353 h 6858000"/>
              <a:gd name="connsiteX62" fmla="*/ 573192 w 5734864"/>
              <a:gd name="connsiteY62" fmla="*/ 2714527 h 6858000"/>
              <a:gd name="connsiteX63" fmla="*/ 572044 w 5734864"/>
              <a:gd name="connsiteY63" fmla="*/ 2728187 h 6858000"/>
              <a:gd name="connsiteX64" fmla="*/ 572465 w 5734864"/>
              <a:gd name="connsiteY64" fmla="*/ 2755863 h 6858000"/>
              <a:gd name="connsiteX65" fmla="*/ 570028 w 5734864"/>
              <a:gd name="connsiteY65" fmla="*/ 2760324 h 6858000"/>
              <a:gd name="connsiteX66" fmla="*/ 566748 w 5734864"/>
              <a:gd name="connsiteY66" fmla="*/ 2800948 h 6858000"/>
              <a:gd name="connsiteX67" fmla="*/ 565509 w 5734864"/>
              <a:gd name="connsiteY67" fmla="*/ 2801167 h 6858000"/>
              <a:gd name="connsiteX68" fmla="*/ 559367 w 5734864"/>
              <a:gd name="connsiteY68" fmla="*/ 2811129 h 6858000"/>
              <a:gd name="connsiteX69" fmla="*/ 550354 w 5734864"/>
              <a:gd name="connsiteY69" fmla="*/ 2830949 h 6858000"/>
              <a:gd name="connsiteX70" fmla="*/ 514795 w 5734864"/>
              <a:gd name="connsiteY70" fmla="*/ 2872433 h 6858000"/>
              <a:gd name="connsiteX71" fmla="*/ 509875 w 5734864"/>
              <a:gd name="connsiteY71" fmla="*/ 2923099 h 6858000"/>
              <a:gd name="connsiteX72" fmla="*/ 509577 w 5734864"/>
              <a:gd name="connsiteY72" fmla="*/ 2923197 h 6858000"/>
              <a:gd name="connsiteX73" fmla="*/ 507597 w 5734864"/>
              <a:gd name="connsiteY73" fmla="*/ 2931868 h 6858000"/>
              <a:gd name="connsiteX74" fmla="*/ 507379 w 5734864"/>
              <a:gd name="connsiteY74" fmla="*/ 2938322 h 6858000"/>
              <a:gd name="connsiteX75" fmla="*/ 504725 w 5734864"/>
              <a:gd name="connsiteY75" fmla="*/ 2954519 h 6858000"/>
              <a:gd name="connsiteX76" fmla="*/ 502018 w 5734864"/>
              <a:gd name="connsiteY76" fmla="*/ 2959643 h 6858000"/>
              <a:gd name="connsiteX77" fmla="*/ 498360 w 5734864"/>
              <a:gd name="connsiteY77" fmla="*/ 2961019 h 6858000"/>
              <a:gd name="connsiteX78" fmla="*/ 498483 w 5734864"/>
              <a:gd name="connsiteY78" fmla="*/ 2962590 h 6858000"/>
              <a:gd name="connsiteX79" fmla="*/ 484403 w 5734864"/>
              <a:gd name="connsiteY79" fmla="*/ 2990538 h 6858000"/>
              <a:gd name="connsiteX80" fmla="*/ 463075 w 5734864"/>
              <a:gd name="connsiteY80" fmla="*/ 3055956 h 6858000"/>
              <a:gd name="connsiteX81" fmla="*/ 455013 w 5734864"/>
              <a:gd name="connsiteY81" fmla="*/ 3094482 h 6858000"/>
              <a:gd name="connsiteX82" fmla="*/ 428391 w 5734864"/>
              <a:gd name="connsiteY82" fmla="*/ 3198850 h 6858000"/>
              <a:gd name="connsiteX83" fmla="*/ 401440 w 5734864"/>
              <a:gd name="connsiteY83" fmla="*/ 3307560 h 6858000"/>
              <a:gd name="connsiteX84" fmla="*/ 386076 w 5734864"/>
              <a:gd name="connsiteY84" fmla="*/ 3373943 h 6858000"/>
              <a:gd name="connsiteX85" fmla="*/ 374726 w 5734864"/>
              <a:gd name="connsiteY85" fmla="*/ 3381364 h 6858000"/>
              <a:gd name="connsiteX86" fmla="*/ 369145 w 5734864"/>
              <a:gd name="connsiteY86" fmla="*/ 3383729 h 6858000"/>
              <a:gd name="connsiteX87" fmla="*/ 364294 w 5734864"/>
              <a:gd name="connsiteY87" fmla="*/ 3414159 h 6858000"/>
              <a:gd name="connsiteX88" fmla="*/ 366450 w 5734864"/>
              <a:gd name="connsiteY88" fmla="*/ 3436925 h 6858000"/>
              <a:gd name="connsiteX89" fmla="*/ 351743 w 5734864"/>
              <a:gd name="connsiteY89" fmla="*/ 3521619 h 6858000"/>
              <a:gd name="connsiteX90" fmla="*/ 345784 w 5734864"/>
              <a:gd name="connsiteY90" fmla="*/ 3603757 h 6858000"/>
              <a:gd name="connsiteX91" fmla="*/ 344198 w 5734864"/>
              <a:gd name="connsiteY91" fmla="*/ 3652424 h 6858000"/>
              <a:gd name="connsiteX92" fmla="*/ 352450 w 5734864"/>
              <a:gd name="connsiteY92" fmla="*/ 3665222 h 6858000"/>
              <a:gd name="connsiteX93" fmla="*/ 342621 w 5734864"/>
              <a:gd name="connsiteY93" fmla="*/ 3700804 h 6858000"/>
              <a:gd name="connsiteX94" fmla="*/ 341514 w 5734864"/>
              <a:gd name="connsiteY94" fmla="*/ 3734774 h 6858000"/>
              <a:gd name="connsiteX95" fmla="*/ 340607 w 5734864"/>
              <a:gd name="connsiteY95" fmla="*/ 3785153 h 6858000"/>
              <a:gd name="connsiteX96" fmla="*/ 340707 w 5734864"/>
              <a:gd name="connsiteY96" fmla="*/ 3788177 h 6858000"/>
              <a:gd name="connsiteX97" fmla="*/ 340361 w 5734864"/>
              <a:gd name="connsiteY97" fmla="*/ 3798803 h 6858000"/>
              <a:gd name="connsiteX98" fmla="*/ 339642 w 5734864"/>
              <a:gd name="connsiteY98" fmla="*/ 3838750 h 6858000"/>
              <a:gd name="connsiteX99" fmla="*/ 360295 w 5734864"/>
              <a:gd name="connsiteY99" fmla="*/ 4015196 h 6858000"/>
              <a:gd name="connsiteX100" fmla="*/ 339043 w 5734864"/>
              <a:gd name="connsiteY100" fmla="*/ 4052778 h 6858000"/>
              <a:gd name="connsiteX101" fmla="*/ 339343 w 5734864"/>
              <a:gd name="connsiteY101" fmla="*/ 4096257 h 6858000"/>
              <a:gd name="connsiteX102" fmla="*/ 340786 w 5734864"/>
              <a:gd name="connsiteY102" fmla="*/ 4321136 h 6858000"/>
              <a:gd name="connsiteX103" fmla="*/ 343158 w 5734864"/>
              <a:gd name="connsiteY103" fmla="*/ 4429174 h 6858000"/>
              <a:gd name="connsiteX104" fmla="*/ 334599 w 5734864"/>
              <a:gd name="connsiteY104" fmla="*/ 4449938 h 6858000"/>
              <a:gd name="connsiteX105" fmla="*/ 332890 w 5734864"/>
              <a:gd name="connsiteY105" fmla="*/ 4453515 h 6858000"/>
              <a:gd name="connsiteX106" fmla="*/ 331105 w 5734864"/>
              <a:gd name="connsiteY106" fmla="*/ 4467941 h 6858000"/>
              <a:gd name="connsiteX107" fmla="*/ 324289 w 5734864"/>
              <a:gd name="connsiteY107" fmla="*/ 4471861 h 6858000"/>
              <a:gd name="connsiteX108" fmla="*/ 317079 w 5734864"/>
              <a:gd name="connsiteY108" fmla="*/ 4493468 h 6858000"/>
              <a:gd name="connsiteX109" fmla="*/ 315557 w 5734864"/>
              <a:gd name="connsiteY109" fmla="*/ 4520067 h 6858000"/>
              <a:gd name="connsiteX110" fmla="*/ 315240 w 5734864"/>
              <a:gd name="connsiteY110" fmla="*/ 4536872 h 6858000"/>
              <a:gd name="connsiteX111" fmla="*/ 316200 w 5734864"/>
              <a:gd name="connsiteY111" fmla="*/ 4538297 h 6858000"/>
              <a:gd name="connsiteX112" fmla="*/ 317507 w 5734864"/>
              <a:gd name="connsiteY112" fmla="*/ 4547582 h 6858000"/>
              <a:gd name="connsiteX113" fmla="*/ 323078 w 5734864"/>
              <a:gd name="connsiteY113" fmla="*/ 4592102 h 6858000"/>
              <a:gd name="connsiteX114" fmla="*/ 328722 w 5734864"/>
              <a:gd name="connsiteY114" fmla="*/ 4667914 h 6858000"/>
              <a:gd name="connsiteX115" fmla="*/ 335597 w 5734864"/>
              <a:gd name="connsiteY115" fmla="*/ 4695035 h 6858000"/>
              <a:gd name="connsiteX116" fmla="*/ 339485 w 5734864"/>
              <a:gd name="connsiteY116" fmla="*/ 4695979 h 6858000"/>
              <a:gd name="connsiteX117" fmla="*/ 341089 w 5734864"/>
              <a:gd name="connsiteY117" fmla="*/ 4704268 h 6858000"/>
              <a:gd name="connsiteX118" fmla="*/ 342177 w 5734864"/>
              <a:gd name="connsiteY118" fmla="*/ 4706060 h 6858000"/>
              <a:gd name="connsiteX119" fmla="*/ 347751 w 5734864"/>
              <a:gd name="connsiteY119" fmla="*/ 4716754 h 6858000"/>
              <a:gd name="connsiteX120" fmla="*/ 344125 w 5734864"/>
              <a:gd name="connsiteY120" fmla="*/ 4764669 h 6858000"/>
              <a:gd name="connsiteX121" fmla="*/ 340188 w 5734864"/>
              <a:gd name="connsiteY121" fmla="*/ 4779386 h 6858000"/>
              <a:gd name="connsiteX122" fmla="*/ 335146 w 5734864"/>
              <a:gd name="connsiteY122" fmla="*/ 4787491 h 6858000"/>
              <a:gd name="connsiteX123" fmla="*/ 319124 w 5734864"/>
              <a:gd name="connsiteY123" fmla="*/ 4843514 h 6858000"/>
              <a:gd name="connsiteX124" fmla="*/ 305956 w 5734864"/>
              <a:gd name="connsiteY124" fmla="*/ 4881505 h 6858000"/>
              <a:gd name="connsiteX125" fmla="*/ 301062 w 5734864"/>
              <a:gd name="connsiteY125" fmla="*/ 4889332 h 6858000"/>
              <a:gd name="connsiteX126" fmla="*/ 302141 w 5734864"/>
              <a:gd name="connsiteY126" fmla="*/ 4899400 h 6858000"/>
              <a:gd name="connsiteX127" fmla="*/ 304424 w 5734864"/>
              <a:gd name="connsiteY127" fmla="*/ 4902664 h 6858000"/>
              <a:gd name="connsiteX128" fmla="*/ 293123 w 5734864"/>
              <a:gd name="connsiteY128" fmla="*/ 4932769 h 6858000"/>
              <a:gd name="connsiteX129" fmla="*/ 292275 w 5734864"/>
              <a:gd name="connsiteY129" fmla="*/ 4936482 h 6858000"/>
              <a:gd name="connsiteX130" fmla="*/ 288304 w 5734864"/>
              <a:gd name="connsiteY130" fmla="*/ 4962325 h 6858000"/>
              <a:gd name="connsiteX131" fmla="*/ 287420 w 5734864"/>
              <a:gd name="connsiteY131" fmla="*/ 5042193 h 6858000"/>
              <a:gd name="connsiteX132" fmla="*/ 287020 w 5734864"/>
              <a:gd name="connsiteY132" fmla="*/ 5065655 h 6858000"/>
              <a:gd name="connsiteX133" fmla="*/ 288488 w 5734864"/>
              <a:gd name="connsiteY133" fmla="*/ 5082216 h 6858000"/>
              <a:gd name="connsiteX134" fmla="*/ 282763 w 5734864"/>
              <a:gd name="connsiteY134" fmla="*/ 5127114 h 6858000"/>
              <a:gd name="connsiteX135" fmla="*/ 269316 w 5734864"/>
              <a:gd name="connsiteY135" fmla="*/ 5202682 h 6858000"/>
              <a:gd name="connsiteX136" fmla="*/ 269174 w 5734864"/>
              <a:gd name="connsiteY136" fmla="*/ 5230835 h 6858000"/>
              <a:gd name="connsiteX137" fmla="*/ 272679 w 5734864"/>
              <a:gd name="connsiteY137" fmla="*/ 5232660 h 6858000"/>
              <a:gd name="connsiteX138" fmla="*/ 272160 w 5734864"/>
              <a:gd name="connsiteY138" fmla="*/ 5241150 h 6858000"/>
              <a:gd name="connsiteX139" fmla="*/ 272760 w 5734864"/>
              <a:gd name="connsiteY139" fmla="*/ 5243156 h 6858000"/>
              <a:gd name="connsiteX140" fmla="*/ 275462 w 5734864"/>
              <a:gd name="connsiteY140" fmla="*/ 5254919 h 6858000"/>
              <a:gd name="connsiteX141" fmla="*/ 262897 w 5734864"/>
              <a:gd name="connsiteY141" fmla="*/ 5286259 h 6858000"/>
              <a:gd name="connsiteX142" fmla="*/ 252761 w 5734864"/>
              <a:gd name="connsiteY142" fmla="*/ 5357801 h 6858000"/>
              <a:gd name="connsiteX143" fmla="*/ 242360 w 5734864"/>
              <a:gd name="connsiteY143" fmla="*/ 5460080 h 6858000"/>
              <a:gd name="connsiteX144" fmla="*/ 229880 w 5734864"/>
              <a:gd name="connsiteY144" fmla="*/ 5539714 h 6858000"/>
              <a:gd name="connsiteX145" fmla="*/ 204283 w 5734864"/>
              <a:gd name="connsiteY145" fmla="*/ 5639080 h 6858000"/>
              <a:gd name="connsiteX146" fmla="*/ 198948 w 5734864"/>
              <a:gd name="connsiteY146" fmla="*/ 5710958 h 6858000"/>
              <a:gd name="connsiteX147" fmla="*/ 192367 w 5734864"/>
              <a:gd name="connsiteY147" fmla="*/ 5719859 h 6858000"/>
              <a:gd name="connsiteX148" fmla="*/ 188035 w 5734864"/>
              <a:gd name="connsiteY148" fmla="*/ 5729935 h 6858000"/>
              <a:gd name="connsiteX149" fmla="*/ 188428 w 5734864"/>
              <a:gd name="connsiteY149" fmla="*/ 5731182 h 6858000"/>
              <a:gd name="connsiteX150" fmla="*/ 181635 w 5734864"/>
              <a:gd name="connsiteY150" fmla="*/ 5753538 h 6858000"/>
              <a:gd name="connsiteX151" fmla="*/ 169744 w 5734864"/>
              <a:gd name="connsiteY151" fmla="*/ 5796307 h 6858000"/>
              <a:gd name="connsiteX152" fmla="*/ 170351 w 5734864"/>
              <a:gd name="connsiteY152" fmla="*/ 5796644 h 6858000"/>
              <a:gd name="connsiteX153" fmla="*/ 171559 w 5734864"/>
              <a:gd name="connsiteY153" fmla="*/ 5803435 h 6858000"/>
              <a:gd name="connsiteX154" fmla="*/ 172284 w 5734864"/>
              <a:gd name="connsiteY154" fmla="*/ 5816391 h 6858000"/>
              <a:gd name="connsiteX155" fmla="*/ 182542 w 5734864"/>
              <a:gd name="connsiteY155" fmla="*/ 5846382 h 6858000"/>
              <a:gd name="connsiteX156" fmla="*/ 175877 w 5734864"/>
              <a:gd name="connsiteY156" fmla="*/ 5871336 h 6858000"/>
              <a:gd name="connsiteX157" fmla="*/ 174910 w 5734864"/>
              <a:gd name="connsiteY157" fmla="*/ 5876376 h 6858000"/>
              <a:gd name="connsiteX158" fmla="*/ 175047 w 5734864"/>
              <a:gd name="connsiteY158" fmla="*/ 5876483 h 6858000"/>
              <a:gd name="connsiteX159" fmla="*/ 174335 w 5734864"/>
              <a:gd name="connsiteY159" fmla="*/ 5881814 h 6858000"/>
              <a:gd name="connsiteX160" fmla="*/ 171273 w 5734864"/>
              <a:gd name="connsiteY160" fmla="*/ 5895339 h 6858000"/>
              <a:gd name="connsiteX161" fmla="*/ 171658 w 5734864"/>
              <a:gd name="connsiteY161" fmla="*/ 5898749 h 6858000"/>
              <a:gd name="connsiteX162" fmla="*/ 174658 w 5734864"/>
              <a:gd name="connsiteY162" fmla="*/ 5919558 h 6858000"/>
              <a:gd name="connsiteX163" fmla="*/ 169099 w 5734864"/>
              <a:gd name="connsiteY163" fmla="*/ 5984417 h 6858000"/>
              <a:gd name="connsiteX164" fmla="*/ 162007 w 5734864"/>
              <a:gd name="connsiteY164" fmla="*/ 6049043 h 6858000"/>
              <a:gd name="connsiteX165" fmla="*/ 156875 w 5734864"/>
              <a:gd name="connsiteY165" fmla="*/ 6114000 h 6858000"/>
              <a:gd name="connsiteX166" fmla="*/ 165441 w 5734864"/>
              <a:gd name="connsiteY166" fmla="*/ 6146938 h 6858000"/>
              <a:gd name="connsiteX167" fmla="*/ 165177 w 5734864"/>
              <a:gd name="connsiteY167" fmla="*/ 6150658 h 6858000"/>
              <a:gd name="connsiteX168" fmla="*/ 161772 w 5734864"/>
              <a:gd name="connsiteY168" fmla="*/ 6160011 h 6858000"/>
              <a:gd name="connsiteX169" fmla="*/ 160051 w 5734864"/>
              <a:gd name="connsiteY169" fmla="*/ 6163393 h 6858000"/>
              <a:gd name="connsiteX170" fmla="*/ 158473 w 5734864"/>
              <a:gd name="connsiteY170" fmla="*/ 6168628 h 6858000"/>
              <a:gd name="connsiteX171" fmla="*/ 158573 w 5734864"/>
              <a:gd name="connsiteY171" fmla="*/ 6168799 h 6858000"/>
              <a:gd name="connsiteX172" fmla="*/ 146463 w 5734864"/>
              <a:gd name="connsiteY172" fmla="*/ 6196671 h 6858000"/>
              <a:gd name="connsiteX173" fmla="*/ 150209 w 5734864"/>
              <a:gd name="connsiteY173" fmla="*/ 6232365 h 6858000"/>
              <a:gd name="connsiteX174" fmla="*/ 148544 w 5734864"/>
              <a:gd name="connsiteY174" fmla="*/ 6246162 h 6858000"/>
              <a:gd name="connsiteX175" fmla="*/ 148403 w 5734864"/>
              <a:gd name="connsiteY175" fmla="*/ 6253754 h 6858000"/>
              <a:gd name="connsiteX176" fmla="*/ 138880 w 5734864"/>
              <a:gd name="connsiteY176" fmla="*/ 6276449 h 6858000"/>
              <a:gd name="connsiteX177" fmla="*/ 138683 w 5734864"/>
              <a:gd name="connsiteY177" fmla="*/ 6279721 h 6858000"/>
              <a:gd name="connsiteX178" fmla="*/ 130721 w 5734864"/>
              <a:gd name="connsiteY178" fmla="*/ 6293675 h 6858000"/>
              <a:gd name="connsiteX179" fmla="*/ 120717 w 5734864"/>
              <a:gd name="connsiteY179" fmla="*/ 6313967 h 6858000"/>
              <a:gd name="connsiteX180" fmla="*/ 120841 w 5734864"/>
              <a:gd name="connsiteY180" fmla="*/ 6315437 h 6858000"/>
              <a:gd name="connsiteX181" fmla="*/ 115208 w 5734864"/>
              <a:gd name="connsiteY181" fmla="*/ 6324024 h 6858000"/>
              <a:gd name="connsiteX182" fmla="*/ 101217 w 5734864"/>
              <a:gd name="connsiteY182" fmla="*/ 6365923 h 6858000"/>
              <a:gd name="connsiteX183" fmla="*/ 74946 w 5734864"/>
              <a:gd name="connsiteY183" fmla="*/ 6556817 h 6858000"/>
              <a:gd name="connsiteX184" fmla="*/ 16001 w 5734864"/>
              <a:gd name="connsiteY184" fmla="*/ 6808678 h 6858000"/>
              <a:gd name="connsiteX185" fmla="*/ 0 w 5734864"/>
              <a:gd name="connsiteY185" fmla="*/ 6858000 h 6858000"/>
              <a:gd name="connsiteX186" fmla="*/ 5734864 w 5734864"/>
              <a:gd name="connsiteY186" fmla="*/ 6858000 h 6858000"/>
              <a:gd name="connsiteX187" fmla="*/ 5734864 w 5734864"/>
              <a:gd name="connsiteY18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5734864" h="6858000">
                <a:moveTo>
                  <a:pt x="5734864" y="0"/>
                </a:moveTo>
                <a:lnTo>
                  <a:pt x="771611" y="0"/>
                </a:lnTo>
                <a:cubicBezTo>
                  <a:pt x="771634" y="16369"/>
                  <a:pt x="771656" y="32739"/>
                  <a:pt x="771679" y="49108"/>
                </a:cubicBezTo>
                <a:cubicBezTo>
                  <a:pt x="775201" y="55622"/>
                  <a:pt x="788724" y="196721"/>
                  <a:pt x="794248" y="200968"/>
                </a:cubicBezTo>
                <a:lnTo>
                  <a:pt x="801749" y="414071"/>
                </a:lnTo>
                <a:cubicBezTo>
                  <a:pt x="807329" y="440933"/>
                  <a:pt x="835107" y="598697"/>
                  <a:pt x="818548" y="585467"/>
                </a:cubicBezTo>
                <a:cubicBezTo>
                  <a:pt x="856197" y="664140"/>
                  <a:pt x="837895" y="708473"/>
                  <a:pt x="857476" y="800623"/>
                </a:cubicBezTo>
                <a:cubicBezTo>
                  <a:pt x="822401" y="857344"/>
                  <a:pt x="855723" y="824571"/>
                  <a:pt x="851083" y="878903"/>
                </a:cubicBezTo>
                <a:cubicBezTo>
                  <a:pt x="884811" y="859448"/>
                  <a:pt x="834648" y="946397"/>
                  <a:pt x="873564" y="943826"/>
                </a:cubicBezTo>
                <a:cubicBezTo>
                  <a:pt x="871487" y="953795"/>
                  <a:pt x="868248" y="963533"/>
                  <a:pt x="864705" y="973328"/>
                </a:cubicBezTo>
                <a:lnTo>
                  <a:pt x="862869" y="978457"/>
                </a:lnTo>
                <a:lnTo>
                  <a:pt x="862233" y="998041"/>
                </a:lnTo>
                <a:lnTo>
                  <a:pt x="853665" y="1004750"/>
                </a:lnTo>
                <a:lnTo>
                  <a:pt x="847865" y="1070795"/>
                </a:lnTo>
                <a:cubicBezTo>
                  <a:pt x="870234" y="1110486"/>
                  <a:pt x="833172" y="1190441"/>
                  <a:pt x="862786" y="1238994"/>
                </a:cubicBezTo>
                <a:cubicBezTo>
                  <a:pt x="864699" y="1290599"/>
                  <a:pt x="860615" y="1347716"/>
                  <a:pt x="859345" y="1380427"/>
                </a:cubicBezTo>
                <a:cubicBezTo>
                  <a:pt x="845703" y="1396391"/>
                  <a:pt x="873184" y="1435525"/>
                  <a:pt x="855172" y="1435262"/>
                </a:cubicBezTo>
                <a:lnTo>
                  <a:pt x="860494" y="1453861"/>
                </a:lnTo>
                <a:lnTo>
                  <a:pt x="853731" y="1467047"/>
                </a:lnTo>
                <a:cubicBezTo>
                  <a:pt x="846549" y="1480528"/>
                  <a:pt x="841728" y="1491093"/>
                  <a:pt x="845847" y="1502307"/>
                </a:cubicBezTo>
                <a:lnTo>
                  <a:pt x="817613" y="1565166"/>
                </a:lnTo>
                <a:cubicBezTo>
                  <a:pt x="805468" y="1557258"/>
                  <a:pt x="816534" y="1596564"/>
                  <a:pt x="804223" y="1601941"/>
                </a:cubicBezTo>
                <a:cubicBezTo>
                  <a:pt x="794287" y="1604654"/>
                  <a:pt x="795328" y="1617209"/>
                  <a:pt x="791773" y="1627005"/>
                </a:cubicBezTo>
                <a:cubicBezTo>
                  <a:pt x="781684" y="1634393"/>
                  <a:pt x="772978" y="1683187"/>
                  <a:pt x="774645" y="1699922"/>
                </a:cubicBezTo>
                <a:cubicBezTo>
                  <a:pt x="785341" y="1746767"/>
                  <a:pt x="744845" y="1787099"/>
                  <a:pt x="752343" y="1824604"/>
                </a:cubicBezTo>
                <a:cubicBezTo>
                  <a:pt x="751502" y="1834578"/>
                  <a:pt x="749297" y="1842929"/>
                  <a:pt x="746254" y="1850222"/>
                </a:cubicBezTo>
                <a:lnTo>
                  <a:pt x="728600" y="1869603"/>
                </a:lnTo>
                <a:lnTo>
                  <a:pt x="724396" y="1883104"/>
                </a:lnTo>
                <a:lnTo>
                  <a:pt x="722165" y="1885924"/>
                </a:lnTo>
                <a:lnTo>
                  <a:pt x="721338" y="1887123"/>
                </a:lnTo>
                <a:lnTo>
                  <a:pt x="714840" y="1902274"/>
                </a:lnTo>
                <a:lnTo>
                  <a:pt x="722847" y="1929891"/>
                </a:lnTo>
                <a:lnTo>
                  <a:pt x="714660" y="1982709"/>
                </a:lnTo>
                <a:cubicBezTo>
                  <a:pt x="727725" y="2006201"/>
                  <a:pt x="714739" y="1997091"/>
                  <a:pt x="710759" y="2013010"/>
                </a:cubicBezTo>
                <a:cubicBezTo>
                  <a:pt x="707970" y="2027531"/>
                  <a:pt x="700788" y="2054714"/>
                  <a:pt x="697927" y="2069833"/>
                </a:cubicBezTo>
                <a:cubicBezTo>
                  <a:pt x="685211" y="2080229"/>
                  <a:pt x="698762" y="2088241"/>
                  <a:pt x="693594" y="2103731"/>
                </a:cubicBezTo>
                <a:cubicBezTo>
                  <a:pt x="688481" y="2110649"/>
                  <a:pt x="687183" y="2115973"/>
                  <a:pt x="691109" y="2124027"/>
                </a:cubicBezTo>
                <a:cubicBezTo>
                  <a:pt x="666413" y="2155740"/>
                  <a:pt x="688031" y="2144874"/>
                  <a:pt x="676593" y="2176182"/>
                </a:cubicBezTo>
                <a:cubicBezTo>
                  <a:pt x="665190" y="2202944"/>
                  <a:pt x="656416" y="2233857"/>
                  <a:pt x="633227" y="2258036"/>
                </a:cubicBezTo>
                <a:cubicBezTo>
                  <a:pt x="626930" y="2262191"/>
                  <a:pt x="623498" y="2274069"/>
                  <a:pt x="625564" y="2284567"/>
                </a:cubicBezTo>
                <a:cubicBezTo>
                  <a:pt x="625918" y="2286374"/>
                  <a:pt x="626427" y="2288071"/>
                  <a:pt x="627074" y="2289605"/>
                </a:cubicBezTo>
                <a:cubicBezTo>
                  <a:pt x="619029" y="2296628"/>
                  <a:pt x="616453" y="2303188"/>
                  <a:pt x="614574" y="2308717"/>
                </a:cubicBezTo>
                <a:lnTo>
                  <a:pt x="606890" y="2320662"/>
                </a:lnTo>
                <a:lnTo>
                  <a:pt x="605558" y="2327897"/>
                </a:lnTo>
                <a:lnTo>
                  <a:pt x="602202" y="2357749"/>
                </a:lnTo>
                <a:lnTo>
                  <a:pt x="600213" y="2364905"/>
                </a:lnTo>
                <a:lnTo>
                  <a:pt x="597160" y="2388351"/>
                </a:lnTo>
                <a:lnTo>
                  <a:pt x="597982" y="2402296"/>
                </a:lnTo>
                <a:lnTo>
                  <a:pt x="593150" y="2420015"/>
                </a:lnTo>
                <a:cubicBezTo>
                  <a:pt x="593044" y="2420926"/>
                  <a:pt x="592939" y="2421838"/>
                  <a:pt x="592833" y="2422749"/>
                </a:cubicBezTo>
                <a:lnTo>
                  <a:pt x="594479" y="2426002"/>
                </a:lnTo>
                <a:cubicBezTo>
                  <a:pt x="594168" y="2427683"/>
                  <a:pt x="593118" y="2429721"/>
                  <a:pt x="591963" y="2431950"/>
                </a:cubicBezTo>
                <a:cubicBezTo>
                  <a:pt x="591823" y="2432599"/>
                  <a:pt x="591684" y="2433248"/>
                  <a:pt x="591544" y="2433897"/>
                </a:cubicBezTo>
                <a:lnTo>
                  <a:pt x="589519" y="2451398"/>
                </a:lnTo>
                <a:cubicBezTo>
                  <a:pt x="589692" y="2452777"/>
                  <a:pt x="589864" y="2454157"/>
                  <a:pt x="590037" y="2455536"/>
                </a:cubicBezTo>
                <a:lnTo>
                  <a:pt x="588179" y="2462981"/>
                </a:lnTo>
                <a:lnTo>
                  <a:pt x="583434" y="2503991"/>
                </a:lnTo>
                <a:cubicBezTo>
                  <a:pt x="576530" y="2566058"/>
                  <a:pt x="570433" y="2625224"/>
                  <a:pt x="567942" y="2652936"/>
                </a:cubicBezTo>
                <a:cubicBezTo>
                  <a:pt x="570864" y="2658290"/>
                  <a:pt x="572739" y="2664095"/>
                  <a:pt x="573869" y="2670188"/>
                </a:cubicBezTo>
                <a:lnTo>
                  <a:pt x="575243" y="2688114"/>
                </a:lnTo>
                <a:lnTo>
                  <a:pt x="573824" y="2689856"/>
                </a:lnTo>
                <a:cubicBezTo>
                  <a:pt x="569972" y="2698471"/>
                  <a:pt x="569572" y="2704494"/>
                  <a:pt x="570699" y="2709353"/>
                </a:cubicBezTo>
                <a:lnTo>
                  <a:pt x="573192" y="2714527"/>
                </a:lnTo>
                <a:cubicBezTo>
                  <a:pt x="572809" y="2719080"/>
                  <a:pt x="572427" y="2723634"/>
                  <a:pt x="572044" y="2728187"/>
                </a:cubicBezTo>
                <a:cubicBezTo>
                  <a:pt x="572184" y="2737412"/>
                  <a:pt x="572325" y="2746638"/>
                  <a:pt x="572465" y="2755863"/>
                </a:cubicBezTo>
                <a:lnTo>
                  <a:pt x="570028" y="2760324"/>
                </a:lnTo>
                <a:lnTo>
                  <a:pt x="566748" y="2800948"/>
                </a:lnTo>
                <a:lnTo>
                  <a:pt x="565509" y="2801167"/>
                </a:lnTo>
                <a:cubicBezTo>
                  <a:pt x="562655" y="2802587"/>
                  <a:pt x="560408" y="2805381"/>
                  <a:pt x="559367" y="2811129"/>
                </a:cubicBezTo>
                <a:cubicBezTo>
                  <a:pt x="543471" y="2797318"/>
                  <a:pt x="552020" y="2812773"/>
                  <a:pt x="550354" y="2830949"/>
                </a:cubicBezTo>
                <a:cubicBezTo>
                  <a:pt x="525292" y="2813553"/>
                  <a:pt x="531129" y="2868192"/>
                  <a:pt x="514795" y="2872433"/>
                </a:cubicBezTo>
                <a:lnTo>
                  <a:pt x="509875" y="2923099"/>
                </a:lnTo>
                <a:lnTo>
                  <a:pt x="509577" y="2923197"/>
                </a:lnTo>
                <a:cubicBezTo>
                  <a:pt x="508704" y="2924865"/>
                  <a:pt x="508038" y="2927556"/>
                  <a:pt x="507597" y="2931868"/>
                </a:cubicBezTo>
                <a:cubicBezTo>
                  <a:pt x="507524" y="2934019"/>
                  <a:pt x="507452" y="2936171"/>
                  <a:pt x="507379" y="2938322"/>
                </a:cubicBezTo>
                <a:lnTo>
                  <a:pt x="504725" y="2954519"/>
                </a:lnTo>
                <a:lnTo>
                  <a:pt x="502018" y="2959643"/>
                </a:lnTo>
                <a:lnTo>
                  <a:pt x="498360" y="2961019"/>
                </a:lnTo>
                <a:lnTo>
                  <a:pt x="498483" y="2962590"/>
                </a:lnTo>
                <a:cubicBezTo>
                  <a:pt x="502388" y="2975027"/>
                  <a:pt x="510202" y="2980016"/>
                  <a:pt x="484403" y="2990538"/>
                </a:cubicBezTo>
                <a:cubicBezTo>
                  <a:pt x="489425" y="3018352"/>
                  <a:pt x="474337" y="3021029"/>
                  <a:pt x="463075" y="3055956"/>
                </a:cubicBezTo>
                <a:cubicBezTo>
                  <a:pt x="469487" y="3072485"/>
                  <a:pt x="464165" y="3083955"/>
                  <a:pt x="455013" y="3094482"/>
                </a:cubicBezTo>
                <a:cubicBezTo>
                  <a:pt x="453131" y="3130054"/>
                  <a:pt x="437643" y="3160106"/>
                  <a:pt x="428391" y="3198850"/>
                </a:cubicBezTo>
                <a:lnTo>
                  <a:pt x="401440" y="3307560"/>
                </a:lnTo>
                <a:lnTo>
                  <a:pt x="386076" y="3373943"/>
                </a:lnTo>
                <a:cubicBezTo>
                  <a:pt x="386236" y="3376061"/>
                  <a:pt x="380537" y="3378856"/>
                  <a:pt x="374726" y="3381364"/>
                </a:cubicBezTo>
                <a:lnTo>
                  <a:pt x="369145" y="3383729"/>
                </a:lnTo>
                <a:lnTo>
                  <a:pt x="364294" y="3414159"/>
                </a:lnTo>
                <a:lnTo>
                  <a:pt x="366450" y="3436925"/>
                </a:lnTo>
                <a:lnTo>
                  <a:pt x="351743" y="3521619"/>
                </a:lnTo>
                <a:lnTo>
                  <a:pt x="345784" y="3603757"/>
                </a:lnTo>
                <a:cubicBezTo>
                  <a:pt x="345255" y="3619979"/>
                  <a:pt x="344727" y="3636202"/>
                  <a:pt x="344198" y="3652424"/>
                </a:cubicBezTo>
                <a:lnTo>
                  <a:pt x="352450" y="3665222"/>
                </a:lnTo>
                <a:lnTo>
                  <a:pt x="342621" y="3700804"/>
                </a:lnTo>
                <a:lnTo>
                  <a:pt x="341514" y="3734774"/>
                </a:lnTo>
                <a:cubicBezTo>
                  <a:pt x="341212" y="3751567"/>
                  <a:pt x="340909" y="3768360"/>
                  <a:pt x="340607" y="3785153"/>
                </a:cubicBezTo>
                <a:cubicBezTo>
                  <a:pt x="340640" y="3786161"/>
                  <a:pt x="340674" y="3787169"/>
                  <a:pt x="340707" y="3788177"/>
                </a:cubicBezTo>
                <a:cubicBezTo>
                  <a:pt x="340592" y="3791719"/>
                  <a:pt x="340476" y="3795261"/>
                  <a:pt x="340361" y="3798803"/>
                </a:cubicBezTo>
                <a:cubicBezTo>
                  <a:pt x="340121" y="3812119"/>
                  <a:pt x="339882" y="3825434"/>
                  <a:pt x="339642" y="3838750"/>
                </a:cubicBezTo>
                <a:cubicBezTo>
                  <a:pt x="337363" y="3949044"/>
                  <a:pt x="361794" y="3960437"/>
                  <a:pt x="360295" y="4015196"/>
                </a:cubicBezTo>
                <a:lnTo>
                  <a:pt x="339043" y="4052778"/>
                </a:lnTo>
                <a:lnTo>
                  <a:pt x="339343" y="4096257"/>
                </a:lnTo>
                <a:cubicBezTo>
                  <a:pt x="362058" y="4159145"/>
                  <a:pt x="332404" y="4250479"/>
                  <a:pt x="340786" y="4321136"/>
                </a:cubicBezTo>
                <a:cubicBezTo>
                  <a:pt x="341421" y="4376624"/>
                  <a:pt x="344189" y="4407708"/>
                  <a:pt x="343158" y="4429174"/>
                </a:cubicBezTo>
                <a:cubicBezTo>
                  <a:pt x="340948" y="4436304"/>
                  <a:pt x="337887" y="4443121"/>
                  <a:pt x="334599" y="4449938"/>
                </a:cubicBezTo>
                <a:lnTo>
                  <a:pt x="332890" y="4453515"/>
                </a:lnTo>
                <a:lnTo>
                  <a:pt x="331105" y="4467941"/>
                </a:lnTo>
                <a:lnTo>
                  <a:pt x="324289" y="4471861"/>
                </a:lnTo>
                <a:lnTo>
                  <a:pt x="317079" y="4493468"/>
                </a:lnTo>
                <a:cubicBezTo>
                  <a:pt x="315353" y="4501584"/>
                  <a:pt x="314639" y="4510343"/>
                  <a:pt x="315557" y="4520067"/>
                </a:cubicBezTo>
                <a:cubicBezTo>
                  <a:pt x="315451" y="4525669"/>
                  <a:pt x="315346" y="4531270"/>
                  <a:pt x="315240" y="4536872"/>
                </a:cubicBezTo>
                <a:lnTo>
                  <a:pt x="316200" y="4538297"/>
                </a:lnTo>
                <a:cubicBezTo>
                  <a:pt x="316738" y="4541182"/>
                  <a:pt x="316785" y="4544563"/>
                  <a:pt x="317507" y="4547582"/>
                </a:cubicBezTo>
                <a:cubicBezTo>
                  <a:pt x="322716" y="4552468"/>
                  <a:pt x="324912" y="4582137"/>
                  <a:pt x="323078" y="4592102"/>
                </a:cubicBezTo>
                <a:cubicBezTo>
                  <a:pt x="314597" y="4619728"/>
                  <a:pt x="334923" y="4645745"/>
                  <a:pt x="328722" y="4667914"/>
                </a:cubicBezTo>
                <a:cubicBezTo>
                  <a:pt x="330810" y="4685069"/>
                  <a:pt x="333803" y="4690356"/>
                  <a:pt x="335597" y="4695035"/>
                </a:cubicBezTo>
                <a:lnTo>
                  <a:pt x="339485" y="4695979"/>
                </a:lnTo>
                <a:lnTo>
                  <a:pt x="341089" y="4704268"/>
                </a:lnTo>
                <a:lnTo>
                  <a:pt x="342177" y="4706060"/>
                </a:lnTo>
                <a:cubicBezTo>
                  <a:pt x="344268" y="4709474"/>
                  <a:pt x="346234" y="4712931"/>
                  <a:pt x="347751" y="4716754"/>
                </a:cubicBezTo>
                <a:lnTo>
                  <a:pt x="344125" y="4764669"/>
                </a:lnTo>
                <a:lnTo>
                  <a:pt x="340188" y="4779386"/>
                </a:lnTo>
                <a:lnTo>
                  <a:pt x="335146" y="4787491"/>
                </a:lnTo>
                <a:lnTo>
                  <a:pt x="319124" y="4843514"/>
                </a:lnTo>
                <a:lnTo>
                  <a:pt x="305956" y="4881505"/>
                </a:lnTo>
                <a:lnTo>
                  <a:pt x="301062" y="4889332"/>
                </a:lnTo>
                <a:lnTo>
                  <a:pt x="302141" y="4899400"/>
                </a:lnTo>
                <a:cubicBezTo>
                  <a:pt x="302767" y="4900706"/>
                  <a:pt x="303536" y="4901803"/>
                  <a:pt x="304424" y="4902664"/>
                </a:cubicBezTo>
                <a:lnTo>
                  <a:pt x="293123" y="4932769"/>
                </a:lnTo>
                <a:lnTo>
                  <a:pt x="292275" y="4936482"/>
                </a:lnTo>
                <a:lnTo>
                  <a:pt x="288304" y="4962325"/>
                </a:lnTo>
                <a:cubicBezTo>
                  <a:pt x="288009" y="4988948"/>
                  <a:pt x="287715" y="5015570"/>
                  <a:pt x="287420" y="5042193"/>
                </a:cubicBezTo>
                <a:cubicBezTo>
                  <a:pt x="295373" y="5039737"/>
                  <a:pt x="281659" y="5060438"/>
                  <a:pt x="287020" y="5065655"/>
                </a:cubicBezTo>
                <a:cubicBezTo>
                  <a:pt x="291675" y="5068928"/>
                  <a:pt x="288601" y="5075970"/>
                  <a:pt x="288488" y="5082216"/>
                </a:cubicBezTo>
                <a:cubicBezTo>
                  <a:pt x="292282" y="5088207"/>
                  <a:pt x="287008" y="5117775"/>
                  <a:pt x="282763" y="5127114"/>
                </a:cubicBezTo>
                <a:cubicBezTo>
                  <a:pt x="267723" y="5152218"/>
                  <a:pt x="280799" y="5182399"/>
                  <a:pt x="269316" y="5202682"/>
                </a:cubicBezTo>
                <a:cubicBezTo>
                  <a:pt x="267050" y="5219969"/>
                  <a:pt x="268614" y="5225841"/>
                  <a:pt x="269174" y="5230835"/>
                </a:cubicBezTo>
                <a:lnTo>
                  <a:pt x="272679" y="5232660"/>
                </a:lnTo>
                <a:lnTo>
                  <a:pt x="272160" y="5241150"/>
                </a:lnTo>
                <a:lnTo>
                  <a:pt x="272760" y="5243156"/>
                </a:lnTo>
                <a:cubicBezTo>
                  <a:pt x="273922" y="5246984"/>
                  <a:pt x="274952" y="5250824"/>
                  <a:pt x="275462" y="5254919"/>
                </a:cubicBezTo>
                <a:cubicBezTo>
                  <a:pt x="258407" y="5258851"/>
                  <a:pt x="276976" y="5290392"/>
                  <a:pt x="262897" y="5286259"/>
                </a:cubicBezTo>
                <a:cubicBezTo>
                  <a:pt x="262724" y="5309439"/>
                  <a:pt x="239612" y="5337531"/>
                  <a:pt x="252761" y="5357801"/>
                </a:cubicBezTo>
                <a:cubicBezTo>
                  <a:pt x="248775" y="5392256"/>
                  <a:pt x="247799" y="5423412"/>
                  <a:pt x="242360" y="5460080"/>
                </a:cubicBezTo>
                <a:cubicBezTo>
                  <a:pt x="232632" y="5488478"/>
                  <a:pt x="242025" y="5519143"/>
                  <a:pt x="229880" y="5539714"/>
                </a:cubicBezTo>
                <a:cubicBezTo>
                  <a:pt x="230558" y="5572454"/>
                  <a:pt x="222150" y="5613340"/>
                  <a:pt x="204283" y="5639080"/>
                </a:cubicBezTo>
                <a:cubicBezTo>
                  <a:pt x="201596" y="5674226"/>
                  <a:pt x="191051" y="5680198"/>
                  <a:pt x="198948" y="5710958"/>
                </a:cubicBezTo>
                <a:cubicBezTo>
                  <a:pt x="196338" y="5713534"/>
                  <a:pt x="194185" y="5716550"/>
                  <a:pt x="192367" y="5719859"/>
                </a:cubicBezTo>
                <a:lnTo>
                  <a:pt x="188035" y="5729935"/>
                </a:lnTo>
                <a:lnTo>
                  <a:pt x="188428" y="5731182"/>
                </a:lnTo>
                <a:lnTo>
                  <a:pt x="181635" y="5753538"/>
                </a:lnTo>
                <a:lnTo>
                  <a:pt x="169744" y="5796307"/>
                </a:lnTo>
                <a:lnTo>
                  <a:pt x="170351" y="5796644"/>
                </a:lnTo>
                <a:cubicBezTo>
                  <a:pt x="171558" y="5797954"/>
                  <a:pt x="172173" y="5799948"/>
                  <a:pt x="171559" y="5803435"/>
                </a:cubicBezTo>
                <a:cubicBezTo>
                  <a:pt x="182664" y="5798231"/>
                  <a:pt x="175075" y="5805646"/>
                  <a:pt x="172284" y="5816391"/>
                </a:cubicBezTo>
                <a:cubicBezTo>
                  <a:pt x="188911" y="5810703"/>
                  <a:pt x="174844" y="5841128"/>
                  <a:pt x="182542" y="5846382"/>
                </a:cubicBezTo>
                <a:cubicBezTo>
                  <a:pt x="180118" y="5854404"/>
                  <a:pt x="177856" y="5862781"/>
                  <a:pt x="175877" y="5871336"/>
                </a:cubicBezTo>
                <a:lnTo>
                  <a:pt x="174910" y="5876376"/>
                </a:lnTo>
                <a:lnTo>
                  <a:pt x="175047" y="5876483"/>
                </a:lnTo>
                <a:cubicBezTo>
                  <a:pt x="175167" y="5877594"/>
                  <a:pt x="174973" y="5879257"/>
                  <a:pt x="174335" y="5881814"/>
                </a:cubicBezTo>
                <a:lnTo>
                  <a:pt x="171273" y="5895339"/>
                </a:lnTo>
                <a:cubicBezTo>
                  <a:pt x="171401" y="5896476"/>
                  <a:pt x="171530" y="5897612"/>
                  <a:pt x="171658" y="5898749"/>
                </a:cubicBezTo>
                <a:lnTo>
                  <a:pt x="174658" y="5919558"/>
                </a:lnTo>
                <a:cubicBezTo>
                  <a:pt x="173958" y="5933601"/>
                  <a:pt x="171208" y="5962838"/>
                  <a:pt x="169099" y="5984417"/>
                </a:cubicBezTo>
                <a:cubicBezTo>
                  <a:pt x="162916" y="6005205"/>
                  <a:pt x="164971" y="6025162"/>
                  <a:pt x="162007" y="6049043"/>
                </a:cubicBezTo>
                <a:cubicBezTo>
                  <a:pt x="150795" y="6073830"/>
                  <a:pt x="160091" y="6088483"/>
                  <a:pt x="156875" y="6114000"/>
                </a:cubicBezTo>
                <a:cubicBezTo>
                  <a:pt x="141597" y="6134477"/>
                  <a:pt x="163381" y="6133378"/>
                  <a:pt x="165441" y="6146938"/>
                </a:cubicBezTo>
                <a:lnTo>
                  <a:pt x="165177" y="6150658"/>
                </a:lnTo>
                <a:lnTo>
                  <a:pt x="161772" y="6160011"/>
                </a:lnTo>
                <a:lnTo>
                  <a:pt x="160051" y="6163393"/>
                </a:lnTo>
                <a:cubicBezTo>
                  <a:pt x="159032" y="6165775"/>
                  <a:pt x="158564" y="6167421"/>
                  <a:pt x="158473" y="6168628"/>
                </a:cubicBezTo>
                <a:cubicBezTo>
                  <a:pt x="158506" y="6168685"/>
                  <a:pt x="158540" y="6168742"/>
                  <a:pt x="158573" y="6168799"/>
                </a:cubicBezTo>
                <a:lnTo>
                  <a:pt x="146463" y="6196671"/>
                </a:lnTo>
                <a:cubicBezTo>
                  <a:pt x="152348" y="6205503"/>
                  <a:pt x="134460" y="6231012"/>
                  <a:pt x="150209" y="6232365"/>
                </a:cubicBezTo>
                <a:cubicBezTo>
                  <a:pt x="145821" y="6242321"/>
                  <a:pt x="137774" y="6246719"/>
                  <a:pt x="148544" y="6246162"/>
                </a:cubicBezTo>
                <a:cubicBezTo>
                  <a:pt x="147378" y="6249522"/>
                  <a:pt x="147566" y="6251866"/>
                  <a:pt x="148403" y="6253754"/>
                </a:cubicBezTo>
                <a:lnTo>
                  <a:pt x="138880" y="6276449"/>
                </a:lnTo>
                <a:cubicBezTo>
                  <a:pt x="138814" y="6277540"/>
                  <a:pt x="138749" y="6278630"/>
                  <a:pt x="138683" y="6279721"/>
                </a:cubicBezTo>
                <a:lnTo>
                  <a:pt x="130721" y="6293675"/>
                </a:lnTo>
                <a:lnTo>
                  <a:pt x="120717" y="6313967"/>
                </a:lnTo>
                <a:cubicBezTo>
                  <a:pt x="120758" y="6314457"/>
                  <a:pt x="120800" y="6314947"/>
                  <a:pt x="120841" y="6315437"/>
                </a:cubicBezTo>
                <a:lnTo>
                  <a:pt x="115208" y="6324024"/>
                </a:lnTo>
                <a:cubicBezTo>
                  <a:pt x="113007" y="6326672"/>
                  <a:pt x="103991" y="6364381"/>
                  <a:pt x="101217" y="6365923"/>
                </a:cubicBezTo>
                <a:lnTo>
                  <a:pt x="74946" y="6556817"/>
                </a:lnTo>
                <a:cubicBezTo>
                  <a:pt x="55357" y="6665926"/>
                  <a:pt x="35695" y="6744075"/>
                  <a:pt x="16001" y="6808678"/>
                </a:cubicBezTo>
                <a:lnTo>
                  <a:pt x="0" y="6858000"/>
                </a:lnTo>
                <a:lnTo>
                  <a:pt x="5734864" y="6858000"/>
                </a:lnTo>
                <a:lnTo>
                  <a:pt x="5734864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AB27AF-D903-0B12-6AAC-194BB71E6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3408" y="992094"/>
            <a:ext cx="3616913" cy="279516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System Architecture</a:t>
            </a:r>
          </a:p>
        </p:txBody>
      </p:sp>
      <p:pic>
        <p:nvPicPr>
          <p:cNvPr id="3" name="Picture 2" descr="A diagram of a data flow&#10;&#10;Description automatically generated">
            <a:extLst>
              <a:ext uri="{FF2B5EF4-FFF2-40B4-BE49-F238E27FC236}">
                <a16:creationId xmlns:a16="http://schemas.microsoft.com/office/drawing/2014/main" id="{BB2D5A7E-6F56-7916-50BC-080A19974A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9719" y="240446"/>
            <a:ext cx="3987013" cy="6377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5579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9A36457-A5F4-4103-A443-02581C0918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C5FB7E8-B636-40FA-BE8D-48145C0F5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"/>
            <a:ext cx="12192000" cy="2295238"/>
          </a:xfrm>
          <a:custGeom>
            <a:avLst/>
            <a:gdLst>
              <a:gd name="connsiteX0" fmla="*/ 12160143 w 12192000"/>
              <a:gd name="connsiteY0" fmla="*/ 831692 h 2079137"/>
              <a:gd name="connsiteX1" fmla="*/ 12159112 w 12192000"/>
              <a:gd name="connsiteY1" fmla="*/ 833361 h 2079137"/>
              <a:gd name="connsiteX2" fmla="*/ 12158912 w 12192000"/>
              <a:gd name="connsiteY2" fmla="*/ 832430 h 2079137"/>
              <a:gd name="connsiteX3" fmla="*/ 0 w 12192000"/>
              <a:gd name="connsiteY3" fmla="*/ 0 h 2079137"/>
              <a:gd name="connsiteX4" fmla="*/ 12192000 w 12192000"/>
              <a:gd name="connsiteY4" fmla="*/ 0 h 2079137"/>
              <a:gd name="connsiteX5" fmla="*/ 12192000 w 12192000"/>
              <a:gd name="connsiteY5" fmla="*/ 558063 h 2079137"/>
              <a:gd name="connsiteX6" fmla="*/ 12189259 w 12192000"/>
              <a:gd name="connsiteY6" fmla="*/ 810508 h 2079137"/>
              <a:gd name="connsiteX7" fmla="*/ 12170847 w 12192000"/>
              <a:gd name="connsiteY7" fmla="*/ 825280 h 2079137"/>
              <a:gd name="connsiteX8" fmla="*/ 12160143 w 12192000"/>
              <a:gd name="connsiteY8" fmla="*/ 831692 h 2079137"/>
              <a:gd name="connsiteX9" fmla="*/ 12163806 w 12192000"/>
              <a:gd name="connsiteY9" fmla="*/ 825759 h 2079137"/>
              <a:gd name="connsiteX10" fmla="*/ 12056557 w 12192000"/>
              <a:gd name="connsiteY10" fmla="*/ 810176 h 2079137"/>
              <a:gd name="connsiteX11" fmla="*/ 11900316 w 12192000"/>
              <a:gd name="connsiteY11" fmla="*/ 789618 h 2079137"/>
              <a:gd name="connsiteX12" fmla="*/ 11791206 w 12192000"/>
              <a:gd name="connsiteY12" fmla="*/ 824176 h 2079137"/>
              <a:gd name="connsiteX13" fmla="*/ 11659257 w 12192000"/>
              <a:gd name="connsiteY13" fmla="*/ 800841 h 2079137"/>
              <a:gd name="connsiteX14" fmla="*/ 11569789 w 12192000"/>
              <a:gd name="connsiteY14" fmla="*/ 797135 h 2079137"/>
              <a:gd name="connsiteX15" fmla="*/ 11367885 w 12192000"/>
              <a:gd name="connsiteY15" fmla="*/ 791985 h 2079137"/>
              <a:gd name="connsiteX16" fmla="*/ 11174663 w 12192000"/>
              <a:gd name="connsiteY16" fmla="*/ 788721 h 2079137"/>
              <a:gd name="connsiteX17" fmla="*/ 11068220 w 12192000"/>
              <a:gd name="connsiteY17" fmla="*/ 786994 h 2079137"/>
              <a:gd name="connsiteX18" fmla="*/ 10893266 w 12192000"/>
              <a:gd name="connsiteY18" fmla="*/ 794013 h 2079137"/>
              <a:gd name="connsiteX19" fmla="*/ 10844025 w 12192000"/>
              <a:gd name="connsiteY19" fmla="*/ 789857 h 2079137"/>
              <a:gd name="connsiteX20" fmla="*/ 10814353 w 12192000"/>
              <a:gd name="connsiteY20" fmla="*/ 789010 h 2079137"/>
              <a:gd name="connsiteX21" fmla="*/ 10748393 w 12192000"/>
              <a:gd name="connsiteY21" fmla="*/ 806738 h 2079137"/>
              <a:gd name="connsiteX22" fmla="*/ 10468256 w 12192000"/>
              <a:gd name="connsiteY22" fmla="*/ 778733 h 2079137"/>
              <a:gd name="connsiteX23" fmla="*/ 10256131 w 12192000"/>
              <a:gd name="connsiteY23" fmla="*/ 788332 h 2079137"/>
              <a:gd name="connsiteX24" fmla="*/ 10177442 w 12192000"/>
              <a:gd name="connsiteY24" fmla="*/ 777371 h 2079137"/>
              <a:gd name="connsiteX25" fmla="*/ 10006086 w 12192000"/>
              <a:gd name="connsiteY25" fmla="*/ 792651 h 2079137"/>
              <a:gd name="connsiteX26" fmla="*/ 9952382 w 12192000"/>
              <a:gd name="connsiteY26" fmla="*/ 815411 h 2079137"/>
              <a:gd name="connsiteX27" fmla="*/ 9926457 w 12192000"/>
              <a:gd name="connsiteY27" fmla="*/ 827295 h 2079137"/>
              <a:gd name="connsiteX28" fmla="*/ 9843405 w 12192000"/>
              <a:gd name="connsiteY28" fmla="*/ 867046 h 2079137"/>
              <a:gd name="connsiteX29" fmla="*/ 9830866 w 12192000"/>
              <a:gd name="connsiteY29" fmla="*/ 875047 h 2079137"/>
              <a:gd name="connsiteX30" fmla="*/ 9801807 w 12192000"/>
              <a:gd name="connsiteY30" fmla="*/ 872272 h 2079137"/>
              <a:gd name="connsiteX31" fmla="*/ 9785653 w 12192000"/>
              <a:gd name="connsiteY31" fmla="*/ 861743 h 2079137"/>
              <a:gd name="connsiteX32" fmla="*/ 9781177 w 12192000"/>
              <a:gd name="connsiteY32" fmla="*/ 864820 h 2079137"/>
              <a:gd name="connsiteX33" fmla="*/ 9768640 w 12192000"/>
              <a:gd name="connsiteY33" fmla="*/ 869379 h 2079137"/>
              <a:gd name="connsiteX34" fmla="*/ 9712211 w 12192000"/>
              <a:gd name="connsiteY34" fmla="*/ 900283 h 2079137"/>
              <a:gd name="connsiteX35" fmla="*/ 9689465 w 12192000"/>
              <a:gd name="connsiteY35" fmla="*/ 899268 h 2079137"/>
              <a:gd name="connsiteX36" fmla="*/ 9600339 w 12192000"/>
              <a:gd name="connsiteY36" fmla="*/ 922112 h 2079137"/>
              <a:gd name="connsiteX37" fmla="*/ 9582850 w 12192000"/>
              <a:gd name="connsiteY37" fmla="*/ 925510 h 2079137"/>
              <a:gd name="connsiteX38" fmla="*/ 9549638 w 12192000"/>
              <a:gd name="connsiteY38" fmla="*/ 940845 h 2079137"/>
              <a:gd name="connsiteX39" fmla="*/ 9539471 w 12192000"/>
              <a:gd name="connsiteY39" fmla="*/ 941799 h 2079137"/>
              <a:gd name="connsiteX40" fmla="*/ 9505592 w 12192000"/>
              <a:gd name="connsiteY40" fmla="*/ 955533 h 2079137"/>
              <a:gd name="connsiteX41" fmla="*/ 9432569 w 12192000"/>
              <a:gd name="connsiteY41" fmla="*/ 985377 h 2079137"/>
              <a:gd name="connsiteX42" fmla="*/ 9414216 w 12192000"/>
              <a:gd name="connsiteY42" fmla="*/ 992655 h 2079137"/>
              <a:gd name="connsiteX43" fmla="*/ 9397106 w 12192000"/>
              <a:gd name="connsiteY43" fmla="*/ 992980 h 2079137"/>
              <a:gd name="connsiteX44" fmla="*/ 9305108 w 12192000"/>
              <a:gd name="connsiteY44" fmla="*/ 1007767 h 2079137"/>
              <a:gd name="connsiteX45" fmla="*/ 9282434 w 12192000"/>
              <a:gd name="connsiteY45" fmla="*/ 1007523 h 2079137"/>
              <a:gd name="connsiteX46" fmla="*/ 9271941 w 12192000"/>
              <a:gd name="connsiteY46" fmla="*/ 1002839 h 2079137"/>
              <a:gd name="connsiteX47" fmla="*/ 9238227 w 12192000"/>
              <a:gd name="connsiteY47" fmla="*/ 1017668 h 2079137"/>
              <a:gd name="connsiteX48" fmla="*/ 9184265 w 12192000"/>
              <a:gd name="connsiteY48" fmla="*/ 1031275 h 2079137"/>
              <a:gd name="connsiteX49" fmla="*/ 9159000 w 12192000"/>
              <a:gd name="connsiteY49" fmla="*/ 1039569 h 2079137"/>
              <a:gd name="connsiteX50" fmla="*/ 9137031 w 12192000"/>
              <a:gd name="connsiteY50" fmla="*/ 1038699 h 2079137"/>
              <a:gd name="connsiteX51" fmla="*/ 9015702 w 12192000"/>
              <a:gd name="connsiteY51" fmla="*/ 1051400 h 2079137"/>
              <a:gd name="connsiteX52" fmla="*/ 8971403 w 12192000"/>
              <a:gd name="connsiteY52" fmla="*/ 1040542 h 2079137"/>
              <a:gd name="connsiteX53" fmla="*/ 8961826 w 12192000"/>
              <a:gd name="connsiteY53" fmla="*/ 1045364 h 2079137"/>
              <a:gd name="connsiteX54" fmla="*/ 8888623 w 12192000"/>
              <a:gd name="connsiteY54" fmla="*/ 1053908 h 2079137"/>
              <a:gd name="connsiteX55" fmla="*/ 8841066 w 12192000"/>
              <a:gd name="connsiteY55" fmla="*/ 1060421 h 2079137"/>
              <a:gd name="connsiteX56" fmla="*/ 8752342 w 12192000"/>
              <a:gd name="connsiteY56" fmla="*/ 1080646 h 2079137"/>
              <a:gd name="connsiteX57" fmla="*/ 8699139 w 12192000"/>
              <a:gd name="connsiteY57" fmla="*/ 1087885 h 2079137"/>
              <a:gd name="connsiteX58" fmla="*/ 8667273 w 12192000"/>
              <a:gd name="connsiteY58" fmla="*/ 1092062 h 2079137"/>
              <a:gd name="connsiteX59" fmla="*/ 8586064 w 12192000"/>
              <a:gd name="connsiteY59" fmla="*/ 1114603 h 2079137"/>
              <a:gd name="connsiteX60" fmla="*/ 8460312 w 12192000"/>
              <a:gd name="connsiteY60" fmla="*/ 1179878 h 2079137"/>
              <a:gd name="connsiteX61" fmla="*/ 8419023 w 12192000"/>
              <a:gd name="connsiteY61" fmla="*/ 1191748 h 2079137"/>
              <a:gd name="connsiteX62" fmla="*/ 8410939 w 12192000"/>
              <a:gd name="connsiteY62" fmla="*/ 1189696 h 2079137"/>
              <a:gd name="connsiteX63" fmla="*/ 8362040 w 12192000"/>
              <a:gd name="connsiteY63" fmla="*/ 1220820 h 2079137"/>
              <a:gd name="connsiteX64" fmla="*/ 8273677 w 12192000"/>
              <a:gd name="connsiteY64" fmla="*/ 1236495 h 2079137"/>
              <a:gd name="connsiteX65" fmla="*/ 8204283 w 12192000"/>
              <a:gd name="connsiteY65" fmla="*/ 1243537 h 2079137"/>
              <a:gd name="connsiteX66" fmla="*/ 8166550 w 12192000"/>
              <a:gd name="connsiteY66" fmla="*/ 1249551 h 2079137"/>
              <a:gd name="connsiteX67" fmla="*/ 8137785 w 12192000"/>
              <a:gd name="connsiteY67" fmla="*/ 1251636 h 2079137"/>
              <a:gd name="connsiteX68" fmla="*/ 8071596 w 12192000"/>
              <a:gd name="connsiteY68" fmla="*/ 1269274 h 2079137"/>
              <a:gd name="connsiteX69" fmla="*/ 7964816 w 12192000"/>
              <a:gd name="connsiteY69" fmla="*/ 1303668 h 2079137"/>
              <a:gd name="connsiteX70" fmla="*/ 7941495 w 12192000"/>
              <a:gd name="connsiteY70" fmla="*/ 1309821 h 2079137"/>
              <a:gd name="connsiteX71" fmla="*/ 7919123 w 12192000"/>
              <a:gd name="connsiteY71" fmla="*/ 1310466 h 2079137"/>
              <a:gd name="connsiteX72" fmla="*/ 7911902 w 12192000"/>
              <a:gd name="connsiteY72" fmla="*/ 1306569 h 2079137"/>
              <a:gd name="connsiteX73" fmla="*/ 7898703 w 12192000"/>
              <a:gd name="connsiteY73" fmla="*/ 1309208 h 2079137"/>
              <a:gd name="connsiteX74" fmla="*/ 7894703 w 12192000"/>
              <a:gd name="connsiteY74" fmla="*/ 1308939 h 2079137"/>
              <a:gd name="connsiteX75" fmla="*/ 7872267 w 12192000"/>
              <a:gd name="connsiteY75" fmla="*/ 1308370 h 2079137"/>
              <a:gd name="connsiteX76" fmla="*/ 7836454 w 12192000"/>
              <a:gd name="connsiteY76" fmla="*/ 1331265 h 2079137"/>
              <a:gd name="connsiteX77" fmla="*/ 7782451 w 12192000"/>
              <a:gd name="connsiteY77" fmla="*/ 1339601 h 2079137"/>
              <a:gd name="connsiteX78" fmla="*/ 7542969 w 12192000"/>
              <a:gd name="connsiteY78" fmla="*/ 1372495 h 2079137"/>
              <a:gd name="connsiteX79" fmla="*/ 7476832 w 12192000"/>
              <a:gd name="connsiteY79" fmla="*/ 1431655 h 2079137"/>
              <a:gd name="connsiteX80" fmla="*/ 7370237 w 12192000"/>
              <a:gd name="connsiteY80" fmla="*/ 1474339 h 2079137"/>
              <a:gd name="connsiteX81" fmla="*/ 7222223 w 12192000"/>
              <a:gd name="connsiteY81" fmla="*/ 1510199 h 2079137"/>
              <a:gd name="connsiteX82" fmla="*/ 7215703 w 12192000"/>
              <a:gd name="connsiteY82" fmla="*/ 1520424 h 2079137"/>
              <a:gd name="connsiteX83" fmla="*/ 7204548 w 12192000"/>
              <a:gd name="connsiteY83" fmla="*/ 1528145 h 2079137"/>
              <a:gd name="connsiteX84" fmla="*/ 7202038 w 12192000"/>
              <a:gd name="connsiteY84" fmla="*/ 1527954 h 2079137"/>
              <a:gd name="connsiteX85" fmla="*/ 7173860 w 12192000"/>
              <a:gd name="connsiteY85" fmla="*/ 1541605 h 2079137"/>
              <a:gd name="connsiteX86" fmla="*/ 7155079 w 12192000"/>
              <a:gd name="connsiteY86" fmla="*/ 1552495 h 2079137"/>
              <a:gd name="connsiteX87" fmla="*/ 7149757 w 12192000"/>
              <a:gd name="connsiteY87" fmla="*/ 1552732 h 2079137"/>
              <a:gd name="connsiteX88" fmla="*/ 7104804 w 12192000"/>
              <a:gd name="connsiteY88" fmla="*/ 1565792 h 2079137"/>
              <a:gd name="connsiteX89" fmla="*/ 7082824 w 12192000"/>
              <a:gd name="connsiteY89" fmla="*/ 1567947 h 2079137"/>
              <a:gd name="connsiteX90" fmla="*/ 7021520 w 12192000"/>
              <a:gd name="connsiteY90" fmla="*/ 1562334 h 2079137"/>
              <a:gd name="connsiteX91" fmla="*/ 6988956 w 12192000"/>
              <a:gd name="connsiteY91" fmla="*/ 1576442 h 2079137"/>
              <a:gd name="connsiteX92" fmla="*/ 6981922 w 12192000"/>
              <a:gd name="connsiteY92" fmla="*/ 1578821 h 2079137"/>
              <a:gd name="connsiteX93" fmla="*/ 6981583 w 12192000"/>
              <a:gd name="connsiteY93" fmla="*/ 1578678 h 2079137"/>
              <a:gd name="connsiteX94" fmla="*/ 6973762 w 12192000"/>
              <a:gd name="connsiteY94" fmla="*/ 1580811 h 2079137"/>
              <a:gd name="connsiteX95" fmla="*/ 6969093 w 12192000"/>
              <a:gd name="connsiteY95" fmla="*/ 1583157 h 2079137"/>
              <a:gd name="connsiteX96" fmla="*/ 6890037 w 12192000"/>
              <a:gd name="connsiteY96" fmla="*/ 1575825 h 2079137"/>
              <a:gd name="connsiteX97" fmla="*/ 6785054 w 12192000"/>
              <a:gd name="connsiteY97" fmla="*/ 1582200 h 2079137"/>
              <a:gd name="connsiteX98" fmla="*/ 6681692 w 12192000"/>
              <a:gd name="connsiteY98" fmla="*/ 1591296 h 2079137"/>
              <a:gd name="connsiteX99" fmla="*/ 6644556 w 12192000"/>
              <a:gd name="connsiteY99" fmla="*/ 1595940 h 2079137"/>
              <a:gd name="connsiteX100" fmla="*/ 6577106 w 12192000"/>
              <a:gd name="connsiteY100" fmla="*/ 1598261 h 2079137"/>
              <a:gd name="connsiteX101" fmla="*/ 6544183 w 12192000"/>
              <a:gd name="connsiteY101" fmla="*/ 1596149 h 2079137"/>
              <a:gd name="connsiteX102" fmla="*/ 6540921 w 12192000"/>
              <a:gd name="connsiteY102" fmla="*/ 1593857 h 2079137"/>
              <a:gd name="connsiteX103" fmla="*/ 6535046 w 12192000"/>
              <a:gd name="connsiteY103" fmla="*/ 1593283 h 2079137"/>
              <a:gd name="connsiteX104" fmla="*/ 6519853 w 12192000"/>
              <a:gd name="connsiteY104" fmla="*/ 1595771 h 2079137"/>
              <a:gd name="connsiteX105" fmla="*/ 6514280 w 12192000"/>
              <a:gd name="connsiteY105" fmla="*/ 1597376 h 2079137"/>
              <a:gd name="connsiteX106" fmla="*/ 6505824 w 12192000"/>
              <a:gd name="connsiteY106" fmla="*/ 1598298 h 2079137"/>
              <a:gd name="connsiteX107" fmla="*/ 6505573 w 12192000"/>
              <a:gd name="connsiteY107" fmla="*/ 1598109 h 2079137"/>
              <a:gd name="connsiteX108" fmla="*/ 6497741 w 12192000"/>
              <a:gd name="connsiteY108" fmla="*/ 1599392 h 2079137"/>
              <a:gd name="connsiteX109" fmla="*/ 6459992 w 12192000"/>
              <a:gd name="connsiteY109" fmla="*/ 1608358 h 2079137"/>
              <a:gd name="connsiteX110" fmla="*/ 6404572 w 12192000"/>
              <a:gd name="connsiteY110" fmla="*/ 1593771 h 2079137"/>
              <a:gd name="connsiteX111" fmla="*/ 6382671 w 12192000"/>
              <a:gd name="connsiteY111" fmla="*/ 1592612 h 2079137"/>
              <a:gd name="connsiteX112" fmla="*/ 6369843 w 12192000"/>
              <a:gd name="connsiteY112" fmla="*/ 1590015 h 2079137"/>
              <a:gd name="connsiteX113" fmla="*/ 6269740 w 12192000"/>
              <a:gd name="connsiteY113" fmla="*/ 1614633 h 2079137"/>
              <a:gd name="connsiteX114" fmla="*/ 6255405 w 12192000"/>
              <a:gd name="connsiteY114" fmla="*/ 1620529 h 2079137"/>
              <a:gd name="connsiteX115" fmla="*/ 6244248 w 12192000"/>
              <a:gd name="connsiteY115" fmla="*/ 1629561 h 2079137"/>
              <a:gd name="connsiteX116" fmla="*/ 6086396 w 12192000"/>
              <a:gd name="connsiteY116" fmla="*/ 1642666 h 2079137"/>
              <a:gd name="connsiteX117" fmla="*/ 5867429 w 12192000"/>
              <a:gd name="connsiteY117" fmla="*/ 1695554 h 2079137"/>
              <a:gd name="connsiteX118" fmla="*/ 5772864 w 12192000"/>
              <a:gd name="connsiteY118" fmla="*/ 1689002 h 2079137"/>
              <a:gd name="connsiteX119" fmla="*/ 5629833 w 12192000"/>
              <a:gd name="connsiteY119" fmla="*/ 1713273 h 2079137"/>
              <a:gd name="connsiteX120" fmla="*/ 5504771 w 12192000"/>
              <a:gd name="connsiteY120" fmla="*/ 1725744 h 2079137"/>
              <a:gd name="connsiteX121" fmla="*/ 5490967 w 12192000"/>
              <a:gd name="connsiteY121" fmla="*/ 1726367 h 2079137"/>
              <a:gd name="connsiteX122" fmla="*/ 5486015 w 12192000"/>
              <a:gd name="connsiteY122" fmla="*/ 1721481 h 2079137"/>
              <a:gd name="connsiteX123" fmla="*/ 5439364 w 12192000"/>
              <a:gd name="connsiteY123" fmla="*/ 1721349 h 2079137"/>
              <a:gd name="connsiteX124" fmla="*/ 5350025 w 12192000"/>
              <a:gd name="connsiteY124" fmla="*/ 1729885 h 2079137"/>
              <a:gd name="connsiteX125" fmla="*/ 5336104 w 12192000"/>
              <a:gd name="connsiteY125" fmla="*/ 1734377 h 2079137"/>
              <a:gd name="connsiteX126" fmla="*/ 5245234 w 12192000"/>
              <a:gd name="connsiteY126" fmla="*/ 1738520 h 2079137"/>
              <a:gd name="connsiteX127" fmla="*/ 5182955 w 12192000"/>
              <a:gd name="connsiteY127" fmla="*/ 1744622 h 2079137"/>
              <a:gd name="connsiteX128" fmla="*/ 5169506 w 12192000"/>
              <a:gd name="connsiteY128" fmla="*/ 1748993 h 2079137"/>
              <a:gd name="connsiteX129" fmla="*/ 5154299 w 12192000"/>
              <a:gd name="connsiteY129" fmla="*/ 1744080 h 2079137"/>
              <a:gd name="connsiteX130" fmla="*/ 5149917 w 12192000"/>
              <a:gd name="connsiteY130" fmla="*/ 1739727 h 2079137"/>
              <a:gd name="connsiteX131" fmla="*/ 5100319 w 12192000"/>
              <a:gd name="connsiteY131" fmla="*/ 1745797 h 2079137"/>
              <a:gd name="connsiteX132" fmla="*/ 5094361 w 12192000"/>
              <a:gd name="connsiteY132" fmla="*/ 1745767 h 2079137"/>
              <a:gd name="connsiteX133" fmla="*/ 5053410 w 12192000"/>
              <a:gd name="connsiteY133" fmla="*/ 1742790 h 2079137"/>
              <a:gd name="connsiteX134" fmla="*/ 4992711 w 12192000"/>
              <a:gd name="connsiteY134" fmla="*/ 1734075 h 2079137"/>
              <a:gd name="connsiteX135" fmla="*/ 4930098 w 12192000"/>
              <a:gd name="connsiteY135" fmla="*/ 1717312 h 2079137"/>
              <a:gd name="connsiteX136" fmla="*/ 4893834 w 12192000"/>
              <a:gd name="connsiteY136" fmla="*/ 1710028 h 2079137"/>
              <a:gd name="connsiteX137" fmla="*/ 4868730 w 12192000"/>
              <a:gd name="connsiteY137" fmla="*/ 1702384 h 2079137"/>
              <a:gd name="connsiteX138" fmla="*/ 4797925 w 12192000"/>
              <a:gd name="connsiteY138" fmla="*/ 1695535 h 2079137"/>
              <a:gd name="connsiteX139" fmla="*/ 4677670 w 12192000"/>
              <a:gd name="connsiteY139" fmla="*/ 1689453 h 2079137"/>
              <a:gd name="connsiteX140" fmla="*/ 4634248 w 12192000"/>
              <a:gd name="connsiteY140" fmla="*/ 1680227 h 2079137"/>
              <a:gd name="connsiteX141" fmla="*/ 4632434 w 12192000"/>
              <a:gd name="connsiteY141" fmla="*/ 1674607 h 2079137"/>
              <a:gd name="connsiteX142" fmla="*/ 4619204 w 12192000"/>
              <a:gd name="connsiteY142" fmla="*/ 1672507 h 2079137"/>
              <a:gd name="connsiteX143" fmla="*/ 4616283 w 12192000"/>
              <a:gd name="connsiteY143" fmla="*/ 1670977 h 2079137"/>
              <a:gd name="connsiteX144" fmla="*/ 4598926 w 12192000"/>
              <a:gd name="connsiteY144" fmla="*/ 1663178 h 2079137"/>
              <a:gd name="connsiteX145" fmla="*/ 4547069 w 12192000"/>
              <a:gd name="connsiteY145" fmla="*/ 1670642 h 2079137"/>
              <a:gd name="connsiteX146" fmla="*/ 4523516 w 12192000"/>
              <a:gd name="connsiteY146" fmla="*/ 1669785 h 2079137"/>
              <a:gd name="connsiteX147" fmla="*/ 4500586 w 12192000"/>
              <a:gd name="connsiteY147" fmla="*/ 1675912 h 2079137"/>
              <a:gd name="connsiteX148" fmla="*/ 4488196 w 12192000"/>
              <a:gd name="connsiteY148" fmla="*/ 1683463 h 2079137"/>
              <a:gd name="connsiteX149" fmla="*/ 4445463 w 12192000"/>
              <a:gd name="connsiteY149" fmla="*/ 1695634 h 2079137"/>
              <a:gd name="connsiteX150" fmla="*/ 4446550 w 12192000"/>
              <a:gd name="connsiteY150" fmla="*/ 1680538 h 2079137"/>
              <a:gd name="connsiteX151" fmla="*/ 4365375 w 12192000"/>
              <a:gd name="connsiteY151" fmla="*/ 1697935 h 2079137"/>
              <a:gd name="connsiteX152" fmla="*/ 4305123 w 12192000"/>
              <a:gd name="connsiteY152" fmla="*/ 1714185 h 2079137"/>
              <a:gd name="connsiteX153" fmla="*/ 4292665 w 12192000"/>
              <a:gd name="connsiteY153" fmla="*/ 1720703 h 2079137"/>
              <a:gd name="connsiteX154" fmla="*/ 4276789 w 12192000"/>
              <a:gd name="connsiteY154" fmla="*/ 1718367 h 2079137"/>
              <a:gd name="connsiteX155" fmla="*/ 4271683 w 12192000"/>
              <a:gd name="connsiteY155" fmla="*/ 1714801 h 2079137"/>
              <a:gd name="connsiteX156" fmla="*/ 4223918 w 12192000"/>
              <a:gd name="connsiteY156" fmla="*/ 1728936 h 2079137"/>
              <a:gd name="connsiteX157" fmla="*/ 4218039 w 12192000"/>
              <a:gd name="connsiteY157" fmla="*/ 1729885 h 2079137"/>
              <a:gd name="connsiteX158" fmla="*/ 4177153 w 12192000"/>
              <a:gd name="connsiteY158" fmla="*/ 1733691 h 2079137"/>
              <a:gd name="connsiteX159" fmla="*/ 4051032 w 12192000"/>
              <a:gd name="connsiteY159" fmla="*/ 1728886 h 2079137"/>
              <a:gd name="connsiteX160" fmla="*/ 4013978 w 12192000"/>
              <a:gd name="connsiteY160" fmla="*/ 1727679 h 2079137"/>
              <a:gd name="connsiteX161" fmla="*/ 3987857 w 12192000"/>
              <a:gd name="connsiteY161" fmla="*/ 1724282 h 2079137"/>
              <a:gd name="connsiteX162" fmla="*/ 3916852 w 12192000"/>
              <a:gd name="connsiteY162" fmla="*/ 1729184 h 2079137"/>
              <a:gd name="connsiteX163" fmla="*/ 3797263 w 12192000"/>
              <a:gd name="connsiteY163" fmla="*/ 1742976 h 2079137"/>
              <a:gd name="connsiteX164" fmla="*/ 3752806 w 12192000"/>
              <a:gd name="connsiteY164" fmla="*/ 1741033 h 2079137"/>
              <a:gd name="connsiteX165" fmla="*/ 3749997 w 12192000"/>
              <a:gd name="connsiteY165" fmla="*/ 1735799 h 2079137"/>
              <a:gd name="connsiteX166" fmla="*/ 3736582 w 12192000"/>
              <a:gd name="connsiteY166" fmla="*/ 1735907 h 2079137"/>
              <a:gd name="connsiteX167" fmla="*/ 3733428 w 12192000"/>
              <a:gd name="connsiteY167" fmla="*/ 1734881 h 2079137"/>
              <a:gd name="connsiteX168" fmla="*/ 3714911 w 12192000"/>
              <a:gd name="connsiteY168" fmla="*/ 1730056 h 2079137"/>
              <a:gd name="connsiteX169" fmla="*/ 3665172 w 12192000"/>
              <a:gd name="connsiteY169" fmla="*/ 1745936 h 2079137"/>
              <a:gd name="connsiteX170" fmla="*/ 3552006 w 12192000"/>
              <a:gd name="connsiteY170" fmla="*/ 1755220 h 2079137"/>
              <a:gd name="connsiteX171" fmla="*/ 3390301 w 12192000"/>
              <a:gd name="connsiteY171" fmla="*/ 1762546 h 2079137"/>
              <a:gd name="connsiteX172" fmla="*/ 3264312 w 12192000"/>
              <a:gd name="connsiteY172" fmla="*/ 1774620 h 2079137"/>
              <a:gd name="connsiteX173" fmla="*/ 3106901 w 12192000"/>
              <a:gd name="connsiteY173" fmla="*/ 1804264 h 2079137"/>
              <a:gd name="connsiteX174" fmla="*/ 2993303 w 12192000"/>
              <a:gd name="connsiteY174" fmla="*/ 1806542 h 2079137"/>
              <a:gd name="connsiteX175" fmla="*/ 2979115 w 12192000"/>
              <a:gd name="connsiteY175" fmla="*/ 1815432 h 2079137"/>
              <a:gd name="connsiteX176" fmla="*/ 2963118 w 12192000"/>
              <a:gd name="connsiteY176" fmla="*/ 1820962 h 2079137"/>
              <a:gd name="connsiteX177" fmla="*/ 2961156 w 12192000"/>
              <a:gd name="connsiteY177" fmla="*/ 1820297 h 2079137"/>
              <a:gd name="connsiteX178" fmla="*/ 2925719 w 12192000"/>
              <a:gd name="connsiteY178" fmla="*/ 1828468 h 2079137"/>
              <a:gd name="connsiteX179" fmla="*/ 2857951 w 12192000"/>
              <a:gd name="connsiteY179" fmla="*/ 1842496 h 2079137"/>
              <a:gd name="connsiteX180" fmla="*/ 2857427 w 12192000"/>
              <a:gd name="connsiteY180" fmla="*/ 1841591 h 2079137"/>
              <a:gd name="connsiteX181" fmla="*/ 2846731 w 12192000"/>
              <a:gd name="connsiteY181" fmla="*/ 1839316 h 2079137"/>
              <a:gd name="connsiteX182" fmla="*/ 2826290 w 12192000"/>
              <a:gd name="connsiteY182" fmla="*/ 1837274 h 2079137"/>
              <a:gd name="connsiteX183" fmla="*/ 2779146 w 12192000"/>
              <a:gd name="connsiteY183" fmla="*/ 1820071 h 2079137"/>
              <a:gd name="connsiteX184" fmla="*/ 2739608 w 12192000"/>
              <a:gd name="connsiteY184" fmla="*/ 1827861 h 2079137"/>
              <a:gd name="connsiteX185" fmla="*/ 2731631 w 12192000"/>
              <a:gd name="connsiteY185" fmla="*/ 1828881 h 2079137"/>
              <a:gd name="connsiteX186" fmla="*/ 2731464 w 12192000"/>
              <a:gd name="connsiteY186" fmla="*/ 1828677 h 2079137"/>
              <a:gd name="connsiteX187" fmla="*/ 2723037 w 12192000"/>
              <a:gd name="connsiteY187" fmla="*/ 1829303 h 2079137"/>
              <a:gd name="connsiteX188" fmla="*/ 2701616 w 12192000"/>
              <a:gd name="connsiteY188" fmla="*/ 1832725 h 2079137"/>
              <a:gd name="connsiteX189" fmla="*/ 2696239 w 12192000"/>
              <a:gd name="connsiteY189" fmla="*/ 1831904 h 2079137"/>
              <a:gd name="connsiteX190" fmla="*/ 2663445 w 12192000"/>
              <a:gd name="connsiteY190" fmla="*/ 1825958 h 2079137"/>
              <a:gd name="connsiteX191" fmla="*/ 2560925 w 12192000"/>
              <a:gd name="connsiteY191" fmla="*/ 1829094 h 2079137"/>
              <a:gd name="connsiteX192" fmla="*/ 2458739 w 12192000"/>
              <a:gd name="connsiteY192" fmla="*/ 1834479 h 2079137"/>
              <a:gd name="connsiteX193" fmla="*/ 2356074 w 12192000"/>
              <a:gd name="connsiteY193" fmla="*/ 1836991 h 2079137"/>
              <a:gd name="connsiteX194" fmla="*/ 2304241 w 12192000"/>
              <a:gd name="connsiteY194" fmla="*/ 1822021 h 2079137"/>
              <a:gd name="connsiteX195" fmla="*/ 2298362 w 12192000"/>
              <a:gd name="connsiteY195" fmla="*/ 1822125 h 2079137"/>
              <a:gd name="connsiteX196" fmla="*/ 2283527 w 12192000"/>
              <a:gd name="connsiteY196" fmla="*/ 1826361 h 2079137"/>
              <a:gd name="connsiteX197" fmla="*/ 2278150 w 12192000"/>
              <a:gd name="connsiteY197" fmla="*/ 1828604 h 2079137"/>
              <a:gd name="connsiteX198" fmla="*/ 2269853 w 12192000"/>
              <a:gd name="connsiteY198" fmla="*/ 1830502 h 2079137"/>
              <a:gd name="connsiteX199" fmla="*/ 2269585 w 12192000"/>
              <a:gd name="connsiteY199" fmla="*/ 1830341 h 2079137"/>
              <a:gd name="connsiteX200" fmla="*/ 2225332 w 12192000"/>
              <a:gd name="connsiteY200" fmla="*/ 1845825 h 2079137"/>
              <a:gd name="connsiteX201" fmla="*/ 2169048 w 12192000"/>
              <a:gd name="connsiteY201" fmla="*/ 1837658 h 2079137"/>
              <a:gd name="connsiteX202" fmla="*/ 2147231 w 12192000"/>
              <a:gd name="connsiteY202" fmla="*/ 1839027 h 2079137"/>
              <a:gd name="connsiteX203" fmla="*/ 2135241 w 12192000"/>
              <a:gd name="connsiteY203" fmla="*/ 1838652 h 2079137"/>
              <a:gd name="connsiteX204" fmla="*/ 2099215 w 12192000"/>
              <a:gd name="connsiteY204" fmla="*/ 1850768 h 2079137"/>
              <a:gd name="connsiteX205" fmla="*/ 2094046 w 12192000"/>
              <a:gd name="connsiteY205" fmla="*/ 1850806 h 2079137"/>
              <a:gd name="connsiteX206" fmla="*/ 2071850 w 12192000"/>
              <a:gd name="connsiteY206" fmla="*/ 1861319 h 2079137"/>
              <a:gd name="connsiteX207" fmla="*/ 2039607 w 12192000"/>
              <a:gd name="connsiteY207" fmla="*/ 1874318 h 2079137"/>
              <a:gd name="connsiteX208" fmla="*/ 2037289 w 12192000"/>
              <a:gd name="connsiteY208" fmla="*/ 1874025 h 2079137"/>
              <a:gd name="connsiteX209" fmla="*/ 2023615 w 12192000"/>
              <a:gd name="connsiteY209" fmla="*/ 1881562 h 2079137"/>
              <a:gd name="connsiteX210" fmla="*/ 1957176 w 12192000"/>
              <a:gd name="connsiteY210" fmla="*/ 1898709 h 2079137"/>
              <a:gd name="connsiteX211" fmla="*/ 1858081 w 12192000"/>
              <a:gd name="connsiteY211" fmla="*/ 1923144 h 2079137"/>
              <a:gd name="connsiteX212" fmla="*/ 1738865 w 12192000"/>
              <a:gd name="connsiteY212" fmla="*/ 1944965 h 2079137"/>
              <a:gd name="connsiteX213" fmla="*/ 1616692 w 12192000"/>
              <a:gd name="connsiteY213" fmla="*/ 1989107 h 2079137"/>
              <a:gd name="connsiteX214" fmla="*/ 1411898 w 12192000"/>
              <a:gd name="connsiteY214" fmla="*/ 2046254 h 2079137"/>
              <a:gd name="connsiteX215" fmla="*/ 1375780 w 12192000"/>
              <a:gd name="connsiteY215" fmla="*/ 2047961 h 2079137"/>
              <a:gd name="connsiteX216" fmla="*/ 1375707 w 12192000"/>
              <a:gd name="connsiteY216" fmla="*/ 2047981 h 2079137"/>
              <a:gd name="connsiteX217" fmla="*/ 1285585 w 12192000"/>
              <a:gd name="connsiteY217" fmla="*/ 2047113 h 2079137"/>
              <a:gd name="connsiteX218" fmla="*/ 1263658 w 12192000"/>
              <a:gd name="connsiteY218" fmla="*/ 2041397 h 2079137"/>
              <a:gd name="connsiteX219" fmla="*/ 1170403 w 12192000"/>
              <a:gd name="connsiteY219" fmla="*/ 2033399 h 2079137"/>
              <a:gd name="connsiteX220" fmla="*/ 1153718 w 12192000"/>
              <a:gd name="connsiteY220" fmla="*/ 2029576 h 2079137"/>
              <a:gd name="connsiteX221" fmla="*/ 1133937 w 12192000"/>
              <a:gd name="connsiteY221" fmla="*/ 2032149 h 2079137"/>
              <a:gd name="connsiteX222" fmla="*/ 1054999 w 12192000"/>
              <a:gd name="connsiteY222" fmla="*/ 2043242 h 2079137"/>
              <a:gd name="connsiteX223" fmla="*/ 1018405 w 12192000"/>
              <a:gd name="connsiteY223" fmla="*/ 2048281 h 2079137"/>
              <a:gd name="connsiteX224" fmla="*/ 1016563 w 12192000"/>
              <a:gd name="connsiteY224" fmla="*/ 2051718 h 2079137"/>
              <a:gd name="connsiteX225" fmla="*/ 1008284 w 12192000"/>
              <a:gd name="connsiteY225" fmla="*/ 2046742 h 2079137"/>
              <a:gd name="connsiteX226" fmla="*/ 981974 w 12192000"/>
              <a:gd name="connsiteY226" fmla="*/ 2048363 h 2079137"/>
              <a:gd name="connsiteX227" fmla="*/ 971903 w 12192000"/>
              <a:gd name="connsiteY227" fmla="*/ 2053484 h 2079137"/>
              <a:gd name="connsiteX228" fmla="*/ 954015 w 12192000"/>
              <a:gd name="connsiteY228" fmla="*/ 2052529 h 2079137"/>
              <a:gd name="connsiteX229" fmla="*/ 839571 w 12192000"/>
              <a:gd name="connsiteY229" fmla="*/ 2046509 h 2079137"/>
              <a:gd name="connsiteX230" fmla="*/ 823321 w 12192000"/>
              <a:gd name="connsiteY230" fmla="*/ 2054296 h 2079137"/>
              <a:gd name="connsiteX231" fmla="*/ 800990 w 12192000"/>
              <a:gd name="connsiteY231" fmla="*/ 2051523 h 2079137"/>
              <a:gd name="connsiteX232" fmla="*/ 776439 w 12192000"/>
              <a:gd name="connsiteY232" fmla="*/ 2062634 h 2079137"/>
              <a:gd name="connsiteX233" fmla="*/ 763041 w 12192000"/>
              <a:gd name="connsiteY233" fmla="*/ 2063995 h 2079137"/>
              <a:gd name="connsiteX234" fmla="*/ 757863 w 12192000"/>
              <a:gd name="connsiteY234" fmla="*/ 2065877 h 2079137"/>
              <a:gd name="connsiteX235" fmla="*/ 745053 w 12192000"/>
              <a:gd name="connsiteY235" fmla="*/ 2051831 h 2079137"/>
              <a:gd name="connsiteX236" fmla="*/ 722609 w 12192000"/>
              <a:gd name="connsiteY236" fmla="*/ 2049504 h 2079137"/>
              <a:gd name="connsiteX237" fmla="*/ 717618 w 12192000"/>
              <a:gd name="connsiteY237" fmla="*/ 2042131 h 2079137"/>
              <a:gd name="connsiteX238" fmla="*/ 703285 w 12192000"/>
              <a:gd name="connsiteY238" fmla="*/ 2046808 h 2079137"/>
              <a:gd name="connsiteX239" fmla="*/ 680199 w 12192000"/>
              <a:gd name="connsiteY239" fmla="*/ 2051947 h 2079137"/>
              <a:gd name="connsiteX240" fmla="*/ 667351 w 12192000"/>
              <a:gd name="connsiteY240" fmla="*/ 2054469 h 2079137"/>
              <a:gd name="connsiteX241" fmla="*/ 660961 w 12192000"/>
              <a:gd name="connsiteY241" fmla="*/ 2049404 h 2079137"/>
              <a:gd name="connsiteX242" fmla="*/ 638282 w 12192000"/>
              <a:gd name="connsiteY242" fmla="*/ 2060093 h 2079137"/>
              <a:gd name="connsiteX243" fmla="*/ 583551 w 12192000"/>
              <a:gd name="connsiteY243" fmla="*/ 2070197 h 2079137"/>
              <a:gd name="connsiteX244" fmla="*/ 525274 w 12192000"/>
              <a:gd name="connsiteY244" fmla="*/ 2079137 h 2079137"/>
              <a:gd name="connsiteX245" fmla="*/ 405635 w 12192000"/>
              <a:gd name="connsiteY245" fmla="*/ 2059339 h 2079137"/>
              <a:gd name="connsiteX246" fmla="*/ 281555 w 12192000"/>
              <a:gd name="connsiteY246" fmla="*/ 2022847 h 2079137"/>
              <a:gd name="connsiteX247" fmla="*/ 98513 w 12192000"/>
              <a:gd name="connsiteY247" fmla="*/ 1969504 h 2079137"/>
              <a:gd name="connsiteX248" fmla="*/ 56191 w 12192000"/>
              <a:gd name="connsiteY248" fmla="*/ 1950709 h 2079137"/>
              <a:gd name="connsiteX249" fmla="*/ 0 w 12192000"/>
              <a:gd name="connsiteY249" fmla="*/ 1935789 h 2079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</a:cxnLst>
            <a:rect l="l" t="t" r="r" b="b"/>
            <a:pathLst>
              <a:path w="12192000" h="2079137">
                <a:moveTo>
                  <a:pt x="12160143" y="831692"/>
                </a:moveTo>
                <a:lnTo>
                  <a:pt x="12159112" y="833361"/>
                </a:lnTo>
                <a:cubicBezTo>
                  <a:pt x="12157915" y="833832"/>
                  <a:pt x="12157402" y="833649"/>
                  <a:pt x="12158912" y="832430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558063"/>
                </a:lnTo>
                <a:lnTo>
                  <a:pt x="12189259" y="810508"/>
                </a:lnTo>
                <a:lnTo>
                  <a:pt x="12170847" y="825280"/>
                </a:lnTo>
                <a:lnTo>
                  <a:pt x="12160143" y="831692"/>
                </a:lnTo>
                <a:lnTo>
                  <a:pt x="12163806" y="825759"/>
                </a:lnTo>
                <a:cubicBezTo>
                  <a:pt x="12125449" y="821525"/>
                  <a:pt x="12082203" y="824698"/>
                  <a:pt x="12056557" y="810176"/>
                </a:cubicBezTo>
                <a:cubicBezTo>
                  <a:pt x="12050902" y="790976"/>
                  <a:pt x="11923731" y="799312"/>
                  <a:pt x="11900316" y="789618"/>
                </a:cubicBezTo>
                <a:cubicBezTo>
                  <a:pt x="11841702" y="803374"/>
                  <a:pt x="11823963" y="832645"/>
                  <a:pt x="11791206" y="824176"/>
                </a:cubicBezTo>
                <a:cubicBezTo>
                  <a:pt x="11768977" y="817380"/>
                  <a:pt x="11683857" y="828947"/>
                  <a:pt x="11659257" y="800841"/>
                </a:cubicBezTo>
                <a:cubicBezTo>
                  <a:pt x="11617173" y="818107"/>
                  <a:pt x="11602556" y="790694"/>
                  <a:pt x="11569789" y="797135"/>
                </a:cubicBezTo>
                <a:cubicBezTo>
                  <a:pt x="11498310" y="795094"/>
                  <a:pt x="11458472" y="819882"/>
                  <a:pt x="11367885" y="791985"/>
                </a:cubicBezTo>
                <a:cubicBezTo>
                  <a:pt x="11325508" y="798158"/>
                  <a:pt x="11266580" y="755023"/>
                  <a:pt x="11174663" y="788721"/>
                </a:cubicBezTo>
                <a:cubicBezTo>
                  <a:pt x="11122703" y="792192"/>
                  <a:pt x="11150009" y="775410"/>
                  <a:pt x="11068220" y="786994"/>
                </a:cubicBezTo>
                <a:cubicBezTo>
                  <a:pt x="11046931" y="759861"/>
                  <a:pt x="10919185" y="793102"/>
                  <a:pt x="10893266" y="794013"/>
                </a:cubicBezTo>
                <a:cubicBezTo>
                  <a:pt x="10874184" y="776189"/>
                  <a:pt x="10862860" y="788743"/>
                  <a:pt x="10844025" y="789857"/>
                </a:cubicBezTo>
                <a:cubicBezTo>
                  <a:pt x="10836453" y="779294"/>
                  <a:pt x="10820690" y="778184"/>
                  <a:pt x="10814353" y="789010"/>
                </a:cubicBezTo>
                <a:cubicBezTo>
                  <a:pt x="10819669" y="816016"/>
                  <a:pt x="10754019" y="789067"/>
                  <a:pt x="10748393" y="806738"/>
                </a:cubicBezTo>
                <a:cubicBezTo>
                  <a:pt x="10687156" y="807873"/>
                  <a:pt x="10550299" y="781800"/>
                  <a:pt x="10468256" y="778733"/>
                </a:cubicBezTo>
                <a:cubicBezTo>
                  <a:pt x="10436666" y="770025"/>
                  <a:pt x="10371995" y="797252"/>
                  <a:pt x="10256131" y="788332"/>
                </a:cubicBezTo>
                <a:cubicBezTo>
                  <a:pt x="10240995" y="781626"/>
                  <a:pt x="10182664" y="765742"/>
                  <a:pt x="10177442" y="777371"/>
                </a:cubicBezTo>
                <a:cubicBezTo>
                  <a:pt x="10141447" y="775683"/>
                  <a:pt x="10030323" y="810071"/>
                  <a:pt x="10006086" y="792651"/>
                </a:cubicBezTo>
                <a:cubicBezTo>
                  <a:pt x="10009448" y="818833"/>
                  <a:pt x="9960389" y="791426"/>
                  <a:pt x="9952382" y="815411"/>
                </a:cubicBezTo>
                <a:lnTo>
                  <a:pt x="9926457" y="827295"/>
                </a:lnTo>
                <a:lnTo>
                  <a:pt x="9843405" y="867046"/>
                </a:lnTo>
                <a:lnTo>
                  <a:pt x="9830866" y="875047"/>
                </a:lnTo>
                <a:lnTo>
                  <a:pt x="9801807" y="872272"/>
                </a:lnTo>
                <a:lnTo>
                  <a:pt x="9785653" y="861743"/>
                </a:lnTo>
                <a:lnTo>
                  <a:pt x="9781177" y="864820"/>
                </a:lnTo>
                <a:cubicBezTo>
                  <a:pt x="9776153" y="871003"/>
                  <a:pt x="9773556" y="874842"/>
                  <a:pt x="9768640" y="869379"/>
                </a:cubicBezTo>
                <a:lnTo>
                  <a:pt x="9712211" y="900283"/>
                </a:lnTo>
                <a:cubicBezTo>
                  <a:pt x="9706243" y="902750"/>
                  <a:pt x="9698952" y="902954"/>
                  <a:pt x="9689465" y="899268"/>
                </a:cubicBezTo>
                <a:cubicBezTo>
                  <a:pt x="9670819" y="902906"/>
                  <a:pt x="9618108" y="917739"/>
                  <a:pt x="9600339" y="922112"/>
                </a:cubicBezTo>
                <a:lnTo>
                  <a:pt x="9582850" y="925510"/>
                </a:lnTo>
                <a:cubicBezTo>
                  <a:pt x="9574400" y="928631"/>
                  <a:pt x="9556868" y="938130"/>
                  <a:pt x="9549638" y="940845"/>
                </a:cubicBezTo>
                <a:cubicBezTo>
                  <a:pt x="9543792" y="942327"/>
                  <a:pt x="9546812" y="939351"/>
                  <a:pt x="9539471" y="941799"/>
                </a:cubicBezTo>
                <a:cubicBezTo>
                  <a:pt x="9538994" y="947702"/>
                  <a:pt x="9536009" y="953248"/>
                  <a:pt x="9505592" y="955533"/>
                </a:cubicBezTo>
                <a:cubicBezTo>
                  <a:pt x="9486013" y="968563"/>
                  <a:pt x="9460860" y="978842"/>
                  <a:pt x="9432569" y="985377"/>
                </a:cubicBezTo>
                <a:cubicBezTo>
                  <a:pt x="9426990" y="980335"/>
                  <a:pt x="9418918" y="990185"/>
                  <a:pt x="9414216" y="992655"/>
                </a:cubicBezTo>
                <a:cubicBezTo>
                  <a:pt x="9412644" y="989014"/>
                  <a:pt x="9400057" y="989255"/>
                  <a:pt x="9397106" y="992980"/>
                </a:cubicBezTo>
                <a:cubicBezTo>
                  <a:pt x="9314093" y="1020862"/>
                  <a:pt x="9349678" y="978420"/>
                  <a:pt x="9305108" y="1007767"/>
                </a:cubicBezTo>
                <a:cubicBezTo>
                  <a:pt x="9296670" y="1010324"/>
                  <a:pt x="9289251" y="1009612"/>
                  <a:pt x="9282434" y="1007523"/>
                </a:cubicBezTo>
                <a:lnTo>
                  <a:pt x="9271941" y="1002839"/>
                </a:lnTo>
                <a:lnTo>
                  <a:pt x="9238227" y="1017668"/>
                </a:lnTo>
                <a:cubicBezTo>
                  <a:pt x="9221294" y="1023415"/>
                  <a:pt x="9203166" y="1027997"/>
                  <a:pt x="9184265" y="1031275"/>
                </a:cubicBezTo>
                <a:cubicBezTo>
                  <a:pt x="9178371" y="1024135"/>
                  <a:pt x="9165618" y="1036637"/>
                  <a:pt x="9159000" y="1039569"/>
                </a:cubicBezTo>
                <a:cubicBezTo>
                  <a:pt x="9157881" y="1034602"/>
                  <a:pt x="9141725" y="1033964"/>
                  <a:pt x="9137031" y="1038699"/>
                </a:cubicBezTo>
                <a:cubicBezTo>
                  <a:pt x="9023973" y="1069523"/>
                  <a:pt x="9079946" y="1015706"/>
                  <a:pt x="9015702" y="1051400"/>
                </a:cubicBezTo>
                <a:lnTo>
                  <a:pt x="8971403" y="1040542"/>
                </a:lnTo>
                <a:lnTo>
                  <a:pt x="8961826" y="1045364"/>
                </a:lnTo>
                <a:cubicBezTo>
                  <a:pt x="8922837" y="1050010"/>
                  <a:pt x="8909116" y="1040754"/>
                  <a:pt x="8888623" y="1053908"/>
                </a:cubicBezTo>
                <a:cubicBezTo>
                  <a:pt x="8850424" y="1035587"/>
                  <a:pt x="8865892" y="1054194"/>
                  <a:pt x="8841066" y="1060421"/>
                </a:cubicBezTo>
                <a:cubicBezTo>
                  <a:pt x="8818353" y="1064878"/>
                  <a:pt x="8775995" y="1076068"/>
                  <a:pt x="8752342" y="1080646"/>
                </a:cubicBezTo>
                <a:cubicBezTo>
                  <a:pt x="8736966" y="1099406"/>
                  <a:pt x="8723186" y="1079948"/>
                  <a:pt x="8699139" y="1087885"/>
                </a:cubicBezTo>
                <a:cubicBezTo>
                  <a:pt x="8688630" y="1095506"/>
                  <a:pt x="8680324" y="1097539"/>
                  <a:pt x="8667273" y="1092062"/>
                </a:cubicBezTo>
                <a:cubicBezTo>
                  <a:pt x="8619205" y="1128818"/>
                  <a:pt x="8634590" y="1097116"/>
                  <a:pt x="8586064" y="1114603"/>
                </a:cubicBezTo>
                <a:cubicBezTo>
                  <a:pt x="8544721" y="1131913"/>
                  <a:pt x="8496602" y="1145520"/>
                  <a:pt x="8460312" y="1179878"/>
                </a:cubicBezTo>
                <a:cubicBezTo>
                  <a:pt x="8454266" y="1189140"/>
                  <a:pt x="8435781" y="1194455"/>
                  <a:pt x="8419023" y="1191748"/>
                </a:cubicBezTo>
                <a:cubicBezTo>
                  <a:pt x="8416138" y="1191283"/>
                  <a:pt x="8413416" y="1190591"/>
                  <a:pt x="8410939" y="1189696"/>
                </a:cubicBezTo>
                <a:cubicBezTo>
                  <a:pt x="8390077" y="1213458"/>
                  <a:pt x="8370324" y="1205397"/>
                  <a:pt x="8362040" y="1220820"/>
                </a:cubicBezTo>
                <a:cubicBezTo>
                  <a:pt x="8320616" y="1231942"/>
                  <a:pt x="8281663" y="1222882"/>
                  <a:pt x="8273677" y="1236495"/>
                </a:cubicBezTo>
                <a:cubicBezTo>
                  <a:pt x="8251358" y="1238573"/>
                  <a:pt x="8216738" y="1228341"/>
                  <a:pt x="8204283" y="1243537"/>
                </a:cubicBezTo>
                <a:cubicBezTo>
                  <a:pt x="8198634" y="1233135"/>
                  <a:pt x="8181550" y="1254947"/>
                  <a:pt x="8166550" y="1249551"/>
                </a:cubicBezTo>
                <a:cubicBezTo>
                  <a:pt x="8155570" y="1244572"/>
                  <a:pt x="8147825" y="1250027"/>
                  <a:pt x="8137785" y="1251636"/>
                </a:cubicBezTo>
                <a:cubicBezTo>
                  <a:pt x="8123427" y="1248361"/>
                  <a:pt x="8081662" y="1261833"/>
                  <a:pt x="8071596" y="1269274"/>
                </a:cubicBezTo>
                <a:cubicBezTo>
                  <a:pt x="8048949" y="1293759"/>
                  <a:pt x="7983924" y="1284712"/>
                  <a:pt x="7964816" y="1303668"/>
                </a:cubicBezTo>
                <a:cubicBezTo>
                  <a:pt x="7957137" y="1306992"/>
                  <a:pt x="7949335" y="1308861"/>
                  <a:pt x="7941495" y="1309821"/>
                </a:cubicBezTo>
                <a:lnTo>
                  <a:pt x="7919123" y="1310466"/>
                </a:lnTo>
                <a:lnTo>
                  <a:pt x="7911902" y="1306569"/>
                </a:lnTo>
                <a:lnTo>
                  <a:pt x="7898703" y="1309208"/>
                </a:lnTo>
                <a:lnTo>
                  <a:pt x="7894703" y="1308939"/>
                </a:lnTo>
                <a:lnTo>
                  <a:pt x="7872267" y="1308370"/>
                </a:lnTo>
                <a:cubicBezTo>
                  <a:pt x="7886550" y="1330359"/>
                  <a:pt x="7812648" y="1314851"/>
                  <a:pt x="7836454" y="1331265"/>
                </a:cubicBezTo>
                <a:cubicBezTo>
                  <a:pt x="7798907" y="1336933"/>
                  <a:pt x="7831419" y="1351068"/>
                  <a:pt x="7782451" y="1339601"/>
                </a:cubicBezTo>
                <a:cubicBezTo>
                  <a:pt x="7727636" y="1365002"/>
                  <a:pt x="7583002" y="1338768"/>
                  <a:pt x="7542969" y="1372495"/>
                </a:cubicBezTo>
                <a:cubicBezTo>
                  <a:pt x="7546396" y="1360942"/>
                  <a:pt x="7492851" y="1424323"/>
                  <a:pt x="7476832" y="1431655"/>
                </a:cubicBezTo>
                <a:cubicBezTo>
                  <a:pt x="7439619" y="1443703"/>
                  <a:pt x="7425596" y="1454661"/>
                  <a:pt x="7370237" y="1474339"/>
                </a:cubicBezTo>
                <a:cubicBezTo>
                  <a:pt x="7316246" y="1485928"/>
                  <a:pt x="7281903" y="1512712"/>
                  <a:pt x="7222223" y="1510199"/>
                </a:cubicBezTo>
                <a:cubicBezTo>
                  <a:pt x="7221190" y="1514030"/>
                  <a:pt x="7218885" y="1517398"/>
                  <a:pt x="7215703" y="1520424"/>
                </a:cubicBezTo>
                <a:lnTo>
                  <a:pt x="7204548" y="1528145"/>
                </a:lnTo>
                <a:lnTo>
                  <a:pt x="7202038" y="1527954"/>
                </a:lnTo>
                <a:lnTo>
                  <a:pt x="7173860" y="1541605"/>
                </a:lnTo>
                <a:lnTo>
                  <a:pt x="7155079" y="1552495"/>
                </a:lnTo>
                <a:lnTo>
                  <a:pt x="7149757" y="1552732"/>
                </a:lnTo>
                <a:cubicBezTo>
                  <a:pt x="7141378" y="1554948"/>
                  <a:pt x="7115959" y="1563256"/>
                  <a:pt x="7104804" y="1565792"/>
                </a:cubicBezTo>
                <a:cubicBezTo>
                  <a:pt x="7099811" y="1550850"/>
                  <a:pt x="7096935" y="1561973"/>
                  <a:pt x="7082824" y="1567947"/>
                </a:cubicBezTo>
                <a:cubicBezTo>
                  <a:pt x="7071919" y="1546070"/>
                  <a:pt x="7039417" y="1570606"/>
                  <a:pt x="7021520" y="1562334"/>
                </a:cubicBezTo>
                <a:cubicBezTo>
                  <a:pt x="7011400" y="1567217"/>
                  <a:pt x="7000495" y="1571981"/>
                  <a:pt x="6988956" y="1576442"/>
                </a:cubicBezTo>
                <a:lnTo>
                  <a:pt x="6981922" y="1578821"/>
                </a:lnTo>
                <a:lnTo>
                  <a:pt x="6981583" y="1578678"/>
                </a:lnTo>
                <a:cubicBezTo>
                  <a:pt x="6979627" y="1578791"/>
                  <a:pt x="6977153" y="1579421"/>
                  <a:pt x="6973762" y="1580811"/>
                </a:cubicBezTo>
                <a:lnTo>
                  <a:pt x="6969093" y="1583157"/>
                </a:lnTo>
                <a:lnTo>
                  <a:pt x="6890037" y="1575825"/>
                </a:lnTo>
                <a:cubicBezTo>
                  <a:pt x="6849459" y="1579997"/>
                  <a:pt x="6820022" y="1566922"/>
                  <a:pt x="6785054" y="1582200"/>
                </a:cubicBezTo>
                <a:cubicBezTo>
                  <a:pt x="6747047" y="1586037"/>
                  <a:pt x="6712794" y="1582954"/>
                  <a:pt x="6681692" y="1591296"/>
                </a:cubicBezTo>
                <a:cubicBezTo>
                  <a:pt x="6667557" y="1587501"/>
                  <a:pt x="6654822" y="1586753"/>
                  <a:pt x="6644556" y="1595940"/>
                </a:cubicBezTo>
                <a:cubicBezTo>
                  <a:pt x="6608615" y="1597269"/>
                  <a:pt x="6597697" y="1587005"/>
                  <a:pt x="6577106" y="1598261"/>
                </a:cubicBezTo>
                <a:lnTo>
                  <a:pt x="6544183" y="1596149"/>
                </a:lnTo>
                <a:lnTo>
                  <a:pt x="6540921" y="1593857"/>
                </a:lnTo>
                <a:lnTo>
                  <a:pt x="6535046" y="1593283"/>
                </a:lnTo>
                <a:lnTo>
                  <a:pt x="6519853" y="1595771"/>
                </a:lnTo>
                <a:lnTo>
                  <a:pt x="6514280" y="1597376"/>
                </a:lnTo>
                <a:cubicBezTo>
                  <a:pt x="6510385" y="1598232"/>
                  <a:pt x="6507735" y="1598481"/>
                  <a:pt x="6505824" y="1598298"/>
                </a:cubicBezTo>
                <a:lnTo>
                  <a:pt x="6505573" y="1598109"/>
                </a:lnTo>
                <a:lnTo>
                  <a:pt x="6497741" y="1599392"/>
                </a:lnTo>
                <a:cubicBezTo>
                  <a:pt x="6484628" y="1602044"/>
                  <a:pt x="6471968" y="1605085"/>
                  <a:pt x="6459992" y="1608358"/>
                </a:cubicBezTo>
                <a:cubicBezTo>
                  <a:pt x="6447037" y="1597612"/>
                  <a:pt x="6404274" y="1616787"/>
                  <a:pt x="6404572" y="1593771"/>
                </a:cubicBezTo>
                <a:cubicBezTo>
                  <a:pt x="6388277" y="1597519"/>
                  <a:pt x="6380141" y="1607970"/>
                  <a:pt x="6382671" y="1592612"/>
                </a:cubicBezTo>
                <a:lnTo>
                  <a:pt x="6369843" y="1590015"/>
                </a:lnTo>
                <a:lnTo>
                  <a:pt x="6269740" y="1614633"/>
                </a:lnTo>
                <a:lnTo>
                  <a:pt x="6255405" y="1620529"/>
                </a:lnTo>
                <a:cubicBezTo>
                  <a:pt x="6250911" y="1623016"/>
                  <a:pt x="6247090" y="1625968"/>
                  <a:pt x="6244248" y="1629561"/>
                </a:cubicBezTo>
                <a:cubicBezTo>
                  <a:pt x="6188859" y="1618246"/>
                  <a:pt x="6143250" y="1639346"/>
                  <a:pt x="6086396" y="1642666"/>
                </a:cubicBezTo>
                <a:cubicBezTo>
                  <a:pt x="6024311" y="1653696"/>
                  <a:pt x="5889522" y="1686499"/>
                  <a:pt x="5867429" y="1695554"/>
                </a:cubicBezTo>
                <a:cubicBezTo>
                  <a:pt x="5848669" y="1700350"/>
                  <a:pt x="5763994" y="1699795"/>
                  <a:pt x="5772864" y="1689002"/>
                </a:cubicBezTo>
                <a:cubicBezTo>
                  <a:pt x="5718480" y="1716048"/>
                  <a:pt x="5694188" y="1696562"/>
                  <a:pt x="5629833" y="1713273"/>
                </a:cubicBezTo>
                <a:lnTo>
                  <a:pt x="5504771" y="1725744"/>
                </a:lnTo>
                <a:lnTo>
                  <a:pt x="5490967" y="1726367"/>
                </a:lnTo>
                <a:lnTo>
                  <a:pt x="5486015" y="1721481"/>
                </a:lnTo>
                <a:lnTo>
                  <a:pt x="5439364" y="1721349"/>
                </a:lnTo>
                <a:cubicBezTo>
                  <a:pt x="5418850" y="1733129"/>
                  <a:pt x="5381503" y="1725668"/>
                  <a:pt x="5350025" y="1729885"/>
                </a:cubicBezTo>
                <a:lnTo>
                  <a:pt x="5336104" y="1734377"/>
                </a:lnTo>
                <a:lnTo>
                  <a:pt x="5245234" y="1738520"/>
                </a:lnTo>
                <a:lnTo>
                  <a:pt x="5182955" y="1744622"/>
                </a:lnTo>
                <a:lnTo>
                  <a:pt x="5169506" y="1748993"/>
                </a:lnTo>
                <a:lnTo>
                  <a:pt x="5154299" y="1744080"/>
                </a:lnTo>
                <a:cubicBezTo>
                  <a:pt x="5152463" y="1742751"/>
                  <a:pt x="5150989" y="1741283"/>
                  <a:pt x="5149917" y="1739727"/>
                </a:cubicBezTo>
                <a:lnTo>
                  <a:pt x="5100319" y="1745797"/>
                </a:lnTo>
                <a:lnTo>
                  <a:pt x="5094361" y="1745767"/>
                </a:lnTo>
                <a:lnTo>
                  <a:pt x="5053410" y="1742790"/>
                </a:lnTo>
                <a:lnTo>
                  <a:pt x="4992711" y="1734075"/>
                </a:lnTo>
                <a:cubicBezTo>
                  <a:pt x="4972764" y="1728527"/>
                  <a:pt x="4955480" y="1708667"/>
                  <a:pt x="4930098" y="1717312"/>
                </a:cubicBezTo>
                <a:cubicBezTo>
                  <a:pt x="4936142" y="1706767"/>
                  <a:pt x="4900350" y="1719438"/>
                  <a:pt x="4893834" y="1710028"/>
                </a:cubicBezTo>
                <a:cubicBezTo>
                  <a:pt x="4890113" y="1702277"/>
                  <a:pt x="4878389" y="1704314"/>
                  <a:pt x="4868730" y="1702384"/>
                </a:cubicBezTo>
                <a:cubicBezTo>
                  <a:pt x="4860577" y="1694955"/>
                  <a:pt x="4813519" y="1692594"/>
                  <a:pt x="4797925" y="1695535"/>
                </a:cubicBezTo>
                <a:cubicBezTo>
                  <a:pt x="4754973" y="1708626"/>
                  <a:pt x="4712186" y="1679830"/>
                  <a:pt x="4677670" y="1689453"/>
                </a:cubicBezTo>
                <a:cubicBezTo>
                  <a:pt x="4650390" y="1686902"/>
                  <a:pt x="4641786" y="1682702"/>
                  <a:pt x="4634248" y="1680227"/>
                </a:cubicBezTo>
                <a:lnTo>
                  <a:pt x="4632434" y="1674607"/>
                </a:lnTo>
                <a:lnTo>
                  <a:pt x="4619204" y="1672507"/>
                </a:lnTo>
                <a:lnTo>
                  <a:pt x="4616283" y="1670977"/>
                </a:lnTo>
                <a:cubicBezTo>
                  <a:pt x="4610716" y="1668036"/>
                  <a:pt x="4605090" y="1665277"/>
                  <a:pt x="4598926" y="1663178"/>
                </a:cubicBezTo>
                <a:cubicBezTo>
                  <a:pt x="4588025" y="1686237"/>
                  <a:pt x="4544698" y="1649138"/>
                  <a:pt x="4547069" y="1670642"/>
                </a:cubicBezTo>
                <a:lnTo>
                  <a:pt x="4523516" y="1669785"/>
                </a:lnTo>
                <a:lnTo>
                  <a:pt x="4500586" y="1675912"/>
                </a:lnTo>
                <a:lnTo>
                  <a:pt x="4488196" y="1683463"/>
                </a:lnTo>
                <a:lnTo>
                  <a:pt x="4445463" y="1695634"/>
                </a:lnTo>
                <a:lnTo>
                  <a:pt x="4446550" y="1680538"/>
                </a:lnTo>
                <a:lnTo>
                  <a:pt x="4365375" y="1697935"/>
                </a:lnTo>
                <a:lnTo>
                  <a:pt x="4305123" y="1714185"/>
                </a:lnTo>
                <a:lnTo>
                  <a:pt x="4292665" y="1720703"/>
                </a:lnTo>
                <a:lnTo>
                  <a:pt x="4276789" y="1718367"/>
                </a:lnTo>
                <a:cubicBezTo>
                  <a:pt x="4274740" y="1717359"/>
                  <a:pt x="4273021" y="1716157"/>
                  <a:pt x="4271683" y="1714801"/>
                </a:cubicBezTo>
                <a:lnTo>
                  <a:pt x="4223918" y="1728936"/>
                </a:lnTo>
                <a:lnTo>
                  <a:pt x="4218039" y="1729885"/>
                </a:lnTo>
                <a:lnTo>
                  <a:pt x="4177153" y="1733691"/>
                </a:lnTo>
                <a:lnTo>
                  <a:pt x="4051032" y="1728886"/>
                </a:lnTo>
                <a:cubicBezTo>
                  <a:pt x="4055072" y="1717510"/>
                  <a:pt x="4022108" y="1735873"/>
                  <a:pt x="4013978" y="1727679"/>
                </a:cubicBezTo>
                <a:cubicBezTo>
                  <a:pt x="4008905" y="1720660"/>
                  <a:pt x="3997723" y="1724594"/>
                  <a:pt x="3987857" y="1724282"/>
                </a:cubicBezTo>
                <a:cubicBezTo>
                  <a:pt x="3978476" y="1718309"/>
                  <a:pt x="3931683" y="1723723"/>
                  <a:pt x="3916852" y="1729184"/>
                </a:cubicBezTo>
                <a:cubicBezTo>
                  <a:pt x="3876910" y="1749138"/>
                  <a:pt x="3829523" y="1727824"/>
                  <a:pt x="3797263" y="1742976"/>
                </a:cubicBezTo>
                <a:cubicBezTo>
                  <a:pt x="3769922" y="1744951"/>
                  <a:pt x="3760682" y="1742230"/>
                  <a:pt x="3752806" y="1741033"/>
                </a:cubicBezTo>
                <a:lnTo>
                  <a:pt x="3749997" y="1735799"/>
                </a:lnTo>
                <a:lnTo>
                  <a:pt x="3736582" y="1735907"/>
                </a:lnTo>
                <a:lnTo>
                  <a:pt x="3733428" y="1734881"/>
                </a:lnTo>
                <a:cubicBezTo>
                  <a:pt x="3727408" y="1732899"/>
                  <a:pt x="3721365" y="1731108"/>
                  <a:pt x="3714911" y="1730056"/>
                </a:cubicBezTo>
                <a:cubicBezTo>
                  <a:pt x="3708355" y="1754554"/>
                  <a:pt x="3658933" y="1725152"/>
                  <a:pt x="3665172" y="1745936"/>
                </a:cubicBezTo>
                <a:cubicBezTo>
                  <a:pt x="3628569" y="1744420"/>
                  <a:pt x="3583742" y="1775884"/>
                  <a:pt x="3552006" y="1755220"/>
                </a:cubicBezTo>
                <a:cubicBezTo>
                  <a:pt x="3497522" y="1758390"/>
                  <a:pt x="3448310" y="1757433"/>
                  <a:pt x="3390301" y="1762546"/>
                </a:cubicBezTo>
                <a:cubicBezTo>
                  <a:pt x="3345266" y="1774524"/>
                  <a:pt x="3297039" y="1758531"/>
                  <a:pt x="3264312" y="1774620"/>
                </a:cubicBezTo>
                <a:cubicBezTo>
                  <a:pt x="3212634" y="1771139"/>
                  <a:pt x="3147905" y="1780248"/>
                  <a:pt x="3106901" y="1804264"/>
                </a:cubicBezTo>
                <a:cubicBezTo>
                  <a:pt x="3051355" y="1805490"/>
                  <a:pt x="3041708" y="1820368"/>
                  <a:pt x="2993303" y="1806542"/>
                </a:cubicBezTo>
                <a:cubicBezTo>
                  <a:pt x="2989182" y="1810139"/>
                  <a:pt x="2984377" y="1813039"/>
                  <a:pt x="2979115" y="1815432"/>
                </a:cubicBezTo>
                <a:lnTo>
                  <a:pt x="2963118" y="1820962"/>
                </a:lnTo>
                <a:lnTo>
                  <a:pt x="2961156" y="1820297"/>
                </a:lnTo>
                <a:lnTo>
                  <a:pt x="2925719" y="1828468"/>
                </a:lnTo>
                <a:lnTo>
                  <a:pt x="2857951" y="1842496"/>
                </a:lnTo>
                <a:lnTo>
                  <a:pt x="2857427" y="1841591"/>
                </a:lnTo>
                <a:cubicBezTo>
                  <a:pt x="2855386" y="1839734"/>
                  <a:pt x="2852250" y="1838690"/>
                  <a:pt x="2846731" y="1839316"/>
                </a:cubicBezTo>
                <a:cubicBezTo>
                  <a:pt x="2855175" y="1823564"/>
                  <a:pt x="2843311" y="1834035"/>
                  <a:pt x="2826290" y="1837274"/>
                </a:cubicBezTo>
                <a:cubicBezTo>
                  <a:pt x="2835609" y="1813530"/>
                  <a:pt x="2787284" y="1831665"/>
                  <a:pt x="2779146" y="1820071"/>
                </a:cubicBezTo>
                <a:cubicBezTo>
                  <a:pt x="2766432" y="1822985"/>
                  <a:pt x="2753158" y="1825635"/>
                  <a:pt x="2739608" y="1827861"/>
                </a:cubicBezTo>
                <a:lnTo>
                  <a:pt x="2731631" y="1828881"/>
                </a:lnTo>
                <a:cubicBezTo>
                  <a:pt x="2731575" y="1828813"/>
                  <a:pt x="2731521" y="1828744"/>
                  <a:pt x="2731464" y="1828677"/>
                </a:cubicBezTo>
                <a:cubicBezTo>
                  <a:pt x="2729715" y="1828415"/>
                  <a:pt x="2727085" y="1828569"/>
                  <a:pt x="2723037" y="1829303"/>
                </a:cubicBezTo>
                <a:lnTo>
                  <a:pt x="2701616" y="1832725"/>
                </a:lnTo>
                <a:lnTo>
                  <a:pt x="2696239" y="1831904"/>
                </a:lnTo>
                <a:lnTo>
                  <a:pt x="2663445" y="1825958"/>
                </a:lnTo>
                <a:cubicBezTo>
                  <a:pt x="2641260" y="1825904"/>
                  <a:pt x="2595040" y="1827674"/>
                  <a:pt x="2560925" y="1829094"/>
                </a:cubicBezTo>
                <a:cubicBezTo>
                  <a:pt x="2527977" y="1836499"/>
                  <a:pt x="2496507" y="1831991"/>
                  <a:pt x="2458739" y="1834479"/>
                </a:cubicBezTo>
                <a:cubicBezTo>
                  <a:pt x="2419379" y="1848893"/>
                  <a:pt x="2396428" y="1834257"/>
                  <a:pt x="2356074" y="1836991"/>
                </a:cubicBezTo>
                <a:cubicBezTo>
                  <a:pt x="2323435" y="1857644"/>
                  <a:pt x="2325610" y="1826053"/>
                  <a:pt x="2304241" y="1822021"/>
                </a:cubicBezTo>
                <a:lnTo>
                  <a:pt x="2298362" y="1822125"/>
                </a:lnTo>
                <a:lnTo>
                  <a:pt x="2283527" y="1826361"/>
                </a:lnTo>
                <a:lnTo>
                  <a:pt x="2278150" y="1828604"/>
                </a:lnTo>
                <a:cubicBezTo>
                  <a:pt x="2274371" y="1829907"/>
                  <a:pt x="2271762" y="1830461"/>
                  <a:pt x="2269853" y="1830502"/>
                </a:cubicBezTo>
                <a:lnTo>
                  <a:pt x="2269585" y="1830341"/>
                </a:lnTo>
                <a:lnTo>
                  <a:pt x="2225332" y="1845825"/>
                </a:lnTo>
                <a:cubicBezTo>
                  <a:pt x="2211505" y="1836594"/>
                  <a:pt x="2170867" y="1860661"/>
                  <a:pt x="2169048" y="1837658"/>
                </a:cubicBezTo>
                <a:cubicBezTo>
                  <a:pt x="2153238" y="1843278"/>
                  <a:pt x="2146132" y="1854645"/>
                  <a:pt x="2147231" y="1839027"/>
                </a:cubicBezTo>
                <a:cubicBezTo>
                  <a:pt x="2141901" y="1840465"/>
                  <a:pt x="2138205" y="1840014"/>
                  <a:pt x="2135241" y="1838652"/>
                </a:cubicBezTo>
                <a:lnTo>
                  <a:pt x="2099215" y="1850768"/>
                </a:lnTo>
                <a:lnTo>
                  <a:pt x="2094046" y="1850806"/>
                </a:lnTo>
                <a:lnTo>
                  <a:pt x="2071850" y="1861319"/>
                </a:lnTo>
                <a:lnTo>
                  <a:pt x="2039607" y="1874318"/>
                </a:lnTo>
                <a:lnTo>
                  <a:pt x="2037289" y="1874025"/>
                </a:lnTo>
                <a:lnTo>
                  <a:pt x="2023615" y="1881562"/>
                </a:lnTo>
                <a:cubicBezTo>
                  <a:pt x="2019390" y="1884562"/>
                  <a:pt x="1959668" y="1894795"/>
                  <a:pt x="1957176" y="1898709"/>
                </a:cubicBezTo>
                <a:cubicBezTo>
                  <a:pt x="1901224" y="1893805"/>
                  <a:pt x="1914145" y="1913274"/>
                  <a:pt x="1858081" y="1923144"/>
                </a:cubicBezTo>
                <a:cubicBezTo>
                  <a:pt x="1819487" y="1923227"/>
                  <a:pt x="1798952" y="1929741"/>
                  <a:pt x="1738865" y="1944965"/>
                </a:cubicBezTo>
                <a:cubicBezTo>
                  <a:pt x="1698633" y="1955957"/>
                  <a:pt x="1670491" y="1978862"/>
                  <a:pt x="1616692" y="1989107"/>
                </a:cubicBezTo>
                <a:cubicBezTo>
                  <a:pt x="1565257" y="2022368"/>
                  <a:pt x="1474172" y="2022156"/>
                  <a:pt x="1411898" y="2046254"/>
                </a:cubicBezTo>
                <a:cubicBezTo>
                  <a:pt x="1380237" y="2035952"/>
                  <a:pt x="1386648" y="2042292"/>
                  <a:pt x="1375780" y="2047961"/>
                </a:cubicBezTo>
                <a:cubicBezTo>
                  <a:pt x="1375756" y="2047968"/>
                  <a:pt x="1375731" y="2047974"/>
                  <a:pt x="1375707" y="2047981"/>
                </a:cubicBezTo>
                <a:lnTo>
                  <a:pt x="1285585" y="2047113"/>
                </a:lnTo>
                <a:cubicBezTo>
                  <a:pt x="1279541" y="2043453"/>
                  <a:pt x="1272537" y="2040974"/>
                  <a:pt x="1263658" y="2041397"/>
                </a:cubicBezTo>
                <a:cubicBezTo>
                  <a:pt x="1212454" y="2058890"/>
                  <a:pt x="1258499" y="2026611"/>
                  <a:pt x="1170403" y="2033399"/>
                </a:cubicBezTo>
                <a:cubicBezTo>
                  <a:pt x="1166530" y="2036274"/>
                  <a:pt x="1154254" y="2033463"/>
                  <a:pt x="1153718" y="2029576"/>
                </a:cubicBezTo>
                <a:cubicBezTo>
                  <a:pt x="1148486" y="2030819"/>
                  <a:pt x="1137980" y="2038354"/>
                  <a:pt x="1133937" y="2032149"/>
                </a:cubicBezTo>
                <a:cubicBezTo>
                  <a:pt x="1104720" y="2031606"/>
                  <a:pt x="1077532" y="2035424"/>
                  <a:pt x="1054999" y="2043242"/>
                </a:cubicBezTo>
                <a:cubicBezTo>
                  <a:pt x="1024875" y="2038090"/>
                  <a:pt x="1020473" y="2042711"/>
                  <a:pt x="1018405" y="2048281"/>
                </a:cubicBezTo>
                <a:lnTo>
                  <a:pt x="1016563" y="2051718"/>
                </a:lnTo>
                <a:lnTo>
                  <a:pt x="1008284" y="2046742"/>
                </a:lnTo>
                <a:cubicBezTo>
                  <a:pt x="999244" y="2043620"/>
                  <a:pt x="990505" y="2044937"/>
                  <a:pt x="981974" y="2048363"/>
                </a:cubicBezTo>
                <a:lnTo>
                  <a:pt x="971903" y="2053484"/>
                </a:lnTo>
                <a:lnTo>
                  <a:pt x="954015" y="2052529"/>
                </a:lnTo>
                <a:cubicBezTo>
                  <a:pt x="931960" y="2051365"/>
                  <a:pt x="861352" y="2046214"/>
                  <a:pt x="839571" y="2046509"/>
                </a:cubicBezTo>
                <a:lnTo>
                  <a:pt x="823321" y="2054296"/>
                </a:lnTo>
                <a:lnTo>
                  <a:pt x="800990" y="2051523"/>
                </a:lnTo>
                <a:cubicBezTo>
                  <a:pt x="790723" y="2052171"/>
                  <a:pt x="782268" y="2055403"/>
                  <a:pt x="776439" y="2062634"/>
                </a:cubicBezTo>
                <a:cubicBezTo>
                  <a:pt x="773155" y="2056184"/>
                  <a:pt x="769593" y="2059253"/>
                  <a:pt x="763041" y="2063995"/>
                </a:cubicBezTo>
                <a:lnTo>
                  <a:pt x="757863" y="2065877"/>
                </a:lnTo>
                <a:lnTo>
                  <a:pt x="745053" y="2051831"/>
                </a:lnTo>
                <a:lnTo>
                  <a:pt x="722609" y="2049504"/>
                </a:lnTo>
                <a:lnTo>
                  <a:pt x="717618" y="2042131"/>
                </a:lnTo>
                <a:lnTo>
                  <a:pt x="703285" y="2046808"/>
                </a:lnTo>
                <a:cubicBezTo>
                  <a:pt x="698219" y="2048137"/>
                  <a:pt x="690058" y="2049926"/>
                  <a:pt x="680199" y="2051947"/>
                </a:cubicBezTo>
                <a:lnTo>
                  <a:pt x="667351" y="2054469"/>
                </a:lnTo>
                <a:lnTo>
                  <a:pt x="660961" y="2049404"/>
                </a:lnTo>
                <a:lnTo>
                  <a:pt x="638282" y="2060093"/>
                </a:lnTo>
                <a:lnTo>
                  <a:pt x="583551" y="2070197"/>
                </a:lnTo>
                <a:cubicBezTo>
                  <a:pt x="569268" y="2091365"/>
                  <a:pt x="529124" y="2053106"/>
                  <a:pt x="525274" y="2079137"/>
                </a:cubicBezTo>
                <a:cubicBezTo>
                  <a:pt x="506495" y="2056498"/>
                  <a:pt x="440091" y="2069666"/>
                  <a:pt x="405635" y="2059339"/>
                </a:cubicBezTo>
                <a:cubicBezTo>
                  <a:pt x="397410" y="2069278"/>
                  <a:pt x="294416" y="2032966"/>
                  <a:pt x="281555" y="2022847"/>
                </a:cubicBezTo>
                <a:cubicBezTo>
                  <a:pt x="171589" y="1986245"/>
                  <a:pt x="126791" y="1985528"/>
                  <a:pt x="98513" y="1969504"/>
                </a:cubicBezTo>
                <a:cubicBezTo>
                  <a:pt x="85544" y="1965247"/>
                  <a:pt x="73324" y="1958000"/>
                  <a:pt x="56191" y="1950709"/>
                </a:cubicBezTo>
                <a:lnTo>
                  <a:pt x="0" y="19357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D34822-7765-44D6-15BC-7963B0A37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6" y="548640"/>
            <a:ext cx="9543405" cy="1188720"/>
          </a:xfrm>
        </p:spPr>
        <p:txBody>
          <a:bodyPr>
            <a:normAutofit/>
          </a:bodyPr>
          <a:lstStyle/>
          <a:p>
            <a:r>
              <a:rPr lang="en-US" sz="4000" dirty="0"/>
              <a:t>Vision Tests</a:t>
            </a:r>
            <a:endParaRPr lang="he-IL" sz="37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42DCE2C-2863-46FA-9BE7-24365A24D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24586" y="5970896"/>
            <a:ext cx="9967416" cy="887104"/>
          </a:xfrm>
          <a:custGeom>
            <a:avLst/>
            <a:gdLst>
              <a:gd name="connsiteX0" fmla="*/ 4686423 w 9517857"/>
              <a:gd name="connsiteY0" fmla="*/ 247919 h 918356"/>
              <a:gd name="connsiteX1" fmla="*/ 4689051 w 9517857"/>
              <a:gd name="connsiteY1" fmla="*/ 250968 h 918356"/>
              <a:gd name="connsiteX2" fmla="*/ 4687244 w 9517857"/>
              <a:gd name="connsiteY2" fmla="*/ 251298 h 918356"/>
              <a:gd name="connsiteX3" fmla="*/ 4685225 w 9517857"/>
              <a:gd name="connsiteY3" fmla="*/ 246530 h 918356"/>
              <a:gd name="connsiteX4" fmla="*/ 4686133 w 9517857"/>
              <a:gd name="connsiteY4" fmla="*/ 246727 h 918356"/>
              <a:gd name="connsiteX5" fmla="*/ 4686423 w 9517857"/>
              <a:gd name="connsiteY5" fmla="*/ 247919 h 918356"/>
              <a:gd name="connsiteX6" fmla="*/ 9517856 w 9517857"/>
              <a:gd name="connsiteY6" fmla="*/ 0 h 918356"/>
              <a:gd name="connsiteX7" fmla="*/ 9517857 w 9517857"/>
              <a:gd name="connsiteY7" fmla="*/ 12 h 918356"/>
              <a:gd name="connsiteX8" fmla="*/ 9517857 w 9517857"/>
              <a:gd name="connsiteY8" fmla="*/ 918356 h 918356"/>
              <a:gd name="connsiteX9" fmla="*/ 14604 w 9517857"/>
              <a:gd name="connsiteY9" fmla="*/ 918356 h 918356"/>
              <a:gd name="connsiteX10" fmla="*/ 12841 w 9517857"/>
              <a:gd name="connsiteY10" fmla="*/ 917763 h 918356"/>
              <a:gd name="connsiteX11" fmla="*/ 93 w 9517857"/>
              <a:gd name="connsiteY11" fmla="*/ 912471 h 918356"/>
              <a:gd name="connsiteX12" fmla="*/ 58674 w 9517857"/>
              <a:gd name="connsiteY12" fmla="*/ 890322 h 918356"/>
              <a:gd name="connsiteX13" fmla="*/ 275005 w 9517857"/>
              <a:gd name="connsiteY13" fmla="*/ 807229 h 918356"/>
              <a:gd name="connsiteX14" fmla="*/ 587824 w 9517857"/>
              <a:gd name="connsiteY14" fmla="*/ 798195 h 918356"/>
              <a:gd name="connsiteX15" fmla="*/ 651826 w 9517857"/>
              <a:gd name="connsiteY15" fmla="*/ 738338 h 918356"/>
              <a:gd name="connsiteX16" fmla="*/ 727985 w 9517857"/>
              <a:gd name="connsiteY16" fmla="*/ 719826 h 918356"/>
              <a:gd name="connsiteX17" fmla="*/ 778982 w 9517857"/>
              <a:gd name="connsiteY17" fmla="*/ 710142 h 918356"/>
              <a:gd name="connsiteX18" fmla="*/ 849944 w 9517857"/>
              <a:gd name="connsiteY18" fmla="*/ 717987 h 918356"/>
              <a:gd name="connsiteX19" fmla="*/ 921659 w 9517857"/>
              <a:gd name="connsiteY19" fmla="*/ 712695 h 918356"/>
              <a:gd name="connsiteX20" fmla="*/ 930946 w 9517857"/>
              <a:gd name="connsiteY20" fmla="*/ 734046 h 918356"/>
              <a:gd name="connsiteX21" fmla="*/ 986250 w 9517857"/>
              <a:gd name="connsiteY21" fmla="*/ 713530 h 918356"/>
              <a:gd name="connsiteX22" fmla="*/ 1013752 w 9517857"/>
              <a:gd name="connsiteY22" fmla="*/ 713361 h 918356"/>
              <a:gd name="connsiteX23" fmla="*/ 1023734 w 9517857"/>
              <a:gd name="connsiteY23" fmla="*/ 718571 h 918356"/>
              <a:gd name="connsiteX24" fmla="*/ 1063207 w 9517857"/>
              <a:gd name="connsiteY24" fmla="*/ 715651 h 918356"/>
              <a:gd name="connsiteX25" fmla="*/ 1081980 w 9517857"/>
              <a:gd name="connsiteY25" fmla="*/ 738455 h 918356"/>
              <a:gd name="connsiteX26" fmla="*/ 1218120 w 9517857"/>
              <a:gd name="connsiteY26" fmla="*/ 713280 h 918356"/>
              <a:gd name="connsiteX27" fmla="*/ 1397459 w 9517857"/>
              <a:gd name="connsiteY27" fmla="*/ 691190 h 918356"/>
              <a:gd name="connsiteX28" fmla="*/ 1580688 w 9517857"/>
              <a:gd name="connsiteY28" fmla="*/ 693697 h 918356"/>
              <a:gd name="connsiteX29" fmla="*/ 1772334 w 9517857"/>
              <a:gd name="connsiteY29" fmla="*/ 710640 h 918356"/>
              <a:gd name="connsiteX30" fmla="*/ 2002561 w 9517857"/>
              <a:gd name="connsiteY30" fmla="*/ 659917 h 918356"/>
              <a:gd name="connsiteX31" fmla="*/ 2135144 w 9517857"/>
              <a:gd name="connsiteY31" fmla="*/ 636501 h 918356"/>
              <a:gd name="connsiteX32" fmla="*/ 2440292 w 9517857"/>
              <a:gd name="connsiteY32" fmla="*/ 593862 h 918356"/>
              <a:gd name="connsiteX33" fmla="*/ 2547829 w 9517857"/>
              <a:gd name="connsiteY33" fmla="*/ 566150 h 918356"/>
              <a:gd name="connsiteX34" fmla="*/ 2658055 w 9517857"/>
              <a:gd name="connsiteY34" fmla="*/ 578727 h 918356"/>
              <a:gd name="connsiteX35" fmla="*/ 2693698 w 9517857"/>
              <a:gd name="connsiteY35" fmla="*/ 560029 h 918356"/>
              <a:gd name="connsiteX36" fmla="*/ 2699673 w 9517857"/>
              <a:gd name="connsiteY36" fmla="*/ 556400 h 918356"/>
              <a:gd name="connsiteX37" fmla="*/ 2727306 w 9517857"/>
              <a:gd name="connsiteY37" fmla="*/ 550698 h 918356"/>
              <a:gd name="connsiteX38" fmla="*/ 2730451 w 9517857"/>
              <a:gd name="connsiteY38" fmla="*/ 538058 h 918356"/>
              <a:gd name="connsiteX39" fmla="*/ 2768713 w 9517857"/>
              <a:gd name="connsiteY39" fmla="*/ 521575 h 918356"/>
              <a:gd name="connsiteX40" fmla="*/ 2820868 w 9517857"/>
              <a:gd name="connsiteY40" fmla="*/ 514160 h 918356"/>
              <a:gd name="connsiteX41" fmla="*/ 3073635 w 9517857"/>
              <a:gd name="connsiteY41" fmla="*/ 491294 h 918356"/>
              <a:gd name="connsiteX42" fmla="*/ 3222071 w 9517857"/>
              <a:gd name="connsiteY42" fmla="*/ 470559 h 918356"/>
              <a:gd name="connsiteX43" fmla="*/ 3274069 w 9517857"/>
              <a:gd name="connsiteY43" fmla="*/ 451605 h 918356"/>
              <a:gd name="connsiteX44" fmla="*/ 3349632 w 9517857"/>
              <a:gd name="connsiteY44" fmla="*/ 432583 h 918356"/>
              <a:gd name="connsiteX45" fmla="*/ 3479593 w 9517857"/>
              <a:gd name="connsiteY45" fmla="*/ 390437 h 918356"/>
              <a:gd name="connsiteX46" fmla="*/ 3660110 w 9517857"/>
              <a:gd name="connsiteY46" fmla="*/ 348726 h 918356"/>
              <a:gd name="connsiteX47" fmla="*/ 3750023 w 9517857"/>
              <a:gd name="connsiteY47" fmla="*/ 370678 h 918356"/>
              <a:gd name="connsiteX48" fmla="*/ 3844133 w 9517857"/>
              <a:gd name="connsiteY48" fmla="*/ 360648 h 918356"/>
              <a:gd name="connsiteX49" fmla="*/ 3913545 w 9517857"/>
              <a:gd name="connsiteY49" fmla="*/ 344235 h 918356"/>
              <a:gd name="connsiteX50" fmla="*/ 4266740 w 9517857"/>
              <a:gd name="connsiteY50" fmla="*/ 361454 h 918356"/>
              <a:gd name="connsiteX51" fmla="*/ 4430770 w 9517857"/>
              <a:gd name="connsiteY51" fmla="*/ 342643 h 918356"/>
              <a:gd name="connsiteX52" fmla="*/ 4512664 w 9517857"/>
              <a:gd name="connsiteY52" fmla="*/ 319948 h 918356"/>
              <a:gd name="connsiteX53" fmla="*/ 4616423 w 9517857"/>
              <a:gd name="connsiteY53" fmla="*/ 290914 h 918356"/>
              <a:gd name="connsiteX54" fmla="*/ 4691675 w 9517857"/>
              <a:gd name="connsiteY54" fmla="*/ 254011 h 918356"/>
              <a:gd name="connsiteX55" fmla="*/ 4689051 w 9517857"/>
              <a:gd name="connsiteY55" fmla="*/ 250968 h 918356"/>
              <a:gd name="connsiteX56" fmla="*/ 4719994 w 9517857"/>
              <a:gd name="connsiteY56" fmla="*/ 245307 h 918356"/>
              <a:gd name="connsiteX57" fmla="*/ 4752894 w 9517857"/>
              <a:gd name="connsiteY57" fmla="*/ 239875 h 918356"/>
              <a:gd name="connsiteX58" fmla="*/ 4769329 w 9517857"/>
              <a:gd name="connsiteY58" fmla="*/ 233585 h 918356"/>
              <a:gd name="connsiteX59" fmla="*/ 4775634 w 9517857"/>
              <a:gd name="connsiteY59" fmla="*/ 234063 h 918356"/>
              <a:gd name="connsiteX60" fmla="*/ 4790452 w 9517857"/>
              <a:gd name="connsiteY60" fmla="*/ 233572 h 918356"/>
              <a:gd name="connsiteX61" fmla="*/ 4789062 w 9517857"/>
              <a:gd name="connsiteY61" fmla="*/ 241924 h 918356"/>
              <a:gd name="connsiteX62" fmla="*/ 4827826 w 9517857"/>
              <a:gd name="connsiteY62" fmla="*/ 246977 h 918356"/>
              <a:gd name="connsiteX63" fmla="*/ 4892569 w 9517857"/>
              <a:gd name="connsiteY63" fmla="*/ 249933 h 918356"/>
              <a:gd name="connsiteX64" fmla="*/ 4896611 w 9517857"/>
              <a:gd name="connsiteY64" fmla="*/ 240448 h 918356"/>
              <a:gd name="connsiteX65" fmla="*/ 4917286 w 9517857"/>
              <a:gd name="connsiteY65" fmla="*/ 243659 h 918356"/>
              <a:gd name="connsiteX66" fmla="*/ 4981173 w 9517857"/>
              <a:gd name="connsiteY66" fmla="*/ 247103 h 918356"/>
              <a:gd name="connsiteX67" fmla="*/ 5060397 w 9517857"/>
              <a:gd name="connsiteY67" fmla="*/ 263688 h 918356"/>
              <a:gd name="connsiteX68" fmla="*/ 5252996 w 9517857"/>
              <a:gd name="connsiteY68" fmla="*/ 270655 h 918356"/>
              <a:gd name="connsiteX69" fmla="*/ 5358056 w 9517857"/>
              <a:gd name="connsiteY69" fmla="*/ 247248 h 918356"/>
              <a:gd name="connsiteX70" fmla="*/ 5426496 w 9517857"/>
              <a:gd name="connsiteY70" fmla="*/ 235142 h 918356"/>
              <a:gd name="connsiteX71" fmla="*/ 5497161 w 9517857"/>
              <a:gd name="connsiteY71" fmla="*/ 228808 h 918356"/>
              <a:gd name="connsiteX72" fmla="*/ 5826043 w 9517857"/>
              <a:gd name="connsiteY72" fmla="*/ 148073 h 918356"/>
              <a:gd name="connsiteX73" fmla="*/ 6013415 w 9517857"/>
              <a:gd name="connsiteY73" fmla="*/ 137316 h 918356"/>
              <a:gd name="connsiteX74" fmla="*/ 6080994 w 9517857"/>
              <a:gd name="connsiteY74" fmla="*/ 142938 h 918356"/>
              <a:gd name="connsiteX75" fmla="*/ 6194152 w 9517857"/>
              <a:gd name="connsiteY75" fmla="*/ 151772 h 918356"/>
              <a:gd name="connsiteX76" fmla="*/ 6281379 w 9517857"/>
              <a:gd name="connsiteY76" fmla="*/ 181626 h 918356"/>
              <a:gd name="connsiteX77" fmla="*/ 6374947 w 9517857"/>
              <a:gd name="connsiteY77" fmla="*/ 179799 h 918356"/>
              <a:gd name="connsiteX78" fmla="*/ 6448518 w 9517857"/>
              <a:gd name="connsiteY78" fmla="*/ 164378 h 918356"/>
              <a:gd name="connsiteX79" fmla="*/ 6544700 w 9517857"/>
              <a:gd name="connsiteY79" fmla="*/ 167161 h 918356"/>
              <a:gd name="connsiteX80" fmla="*/ 6648353 w 9517857"/>
              <a:gd name="connsiteY80" fmla="*/ 172250 h 918356"/>
              <a:gd name="connsiteX81" fmla="*/ 6736227 w 9517857"/>
              <a:gd name="connsiteY81" fmla="*/ 173216 h 918356"/>
              <a:gd name="connsiteX82" fmla="*/ 6977218 w 9517857"/>
              <a:gd name="connsiteY82" fmla="*/ 184289 h 918356"/>
              <a:gd name="connsiteX83" fmla="*/ 7065221 w 9517857"/>
              <a:gd name="connsiteY83" fmla="*/ 227531 h 918356"/>
              <a:gd name="connsiteX84" fmla="*/ 7366876 w 9517857"/>
              <a:gd name="connsiteY84" fmla="*/ 248468 h 918356"/>
              <a:gd name="connsiteX85" fmla="*/ 7565449 w 9517857"/>
              <a:gd name="connsiteY85" fmla="*/ 258950 h 918356"/>
              <a:gd name="connsiteX86" fmla="*/ 7599285 w 9517857"/>
              <a:gd name="connsiteY86" fmla="*/ 266021 h 918356"/>
              <a:gd name="connsiteX87" fmla="*/ 7644411 w 9517857"/>
              <a:gd name="connsiteY87" fmla="*/ 258986 h 918356"/>
              <a:gd name="connsiteX88" fmla="*/ 7825110 w 9517857"/>
              <a:gd name="connsiteY88" fmla="*/ 229109 h 918356"/>
              <a:gd name="connsiteX89" fmla="*/ 7965804 w 9517857"/>
              <a:gd name="connsiteY89" fmla="*/ 190545 h 918356"/>
              <a:gd name="connsiteX90" fmla="*/ 8147401 w 9517857"/>
              <a:gd name="connsiteY90" fmla="*/ 205617 h 918356"/>
              <a:gd name="connsiteX91" fmla="*/ 8256033 w 9517857"/>
              <a:gd name="connsiteY91" fmla="*/ 193713 h 918356"/>
              <a:gd name="connsiteX92" fmla="*/ 8410677 w 9517857"/>
              <a:gd name="connsiteY92" fmla="*/ 172167 h 918356"/>
              <a:gd name="connsiteX93" fmla="*/ 8617841 w 9517857"/>
              <a:gd name="connsiteY93" fmla="*/ 155167 h 918356"/>
              <a:gd name="connsiteX94" fmla="*/ 8715976 w 9517857"/>
              <a:gd name="connsiteY94" fmla="*/ 178374 h 918356"/>
              <a:gd name="connsiteX95" fmla="*/ 8778827 w 9517857"/>
              <a:gd name="connsiteY95" fmla="*/ 172936 h 918356"/>
              <a:gd name="connsiteX96" fmla="*/ 8840778 w 9517857"/>
              <a:gd name="connsiteY96" fmla="*/ 143149 h 918356"/>
              <a:gd name="connsiteX97" fmla="*/ 9010380 w 9517857"/>
              <a:gd name="connsiteY97" fmla="*/ 91891 h 918356"/>
              <a:gd name="connsiteX98" fmla="*/ 9110856 w 9517857"/>
              <a:gd name="connsiteY98" fmla="*/ 70997 h 918356"/>
              <a:gd name="connsiteX99" fmla="*/ 9268817 w 9517857"/>
              <a:gd name="connsiteY99" fmla="*/ 53082 h 918356"/>
              <a:gd name="connsiteX100" fmla="*/ 9316667 w 9517857"/>
              <a:gd name="connsiteY100" fmla="*/ 45047 h 918356"/>
              <a:gd name="connsiteX101" fmla="*/ 9428209 w 9517857"/>
              <a:gd name="connsiteY101" fmla="*/ 29923 h 918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9517857" h="918356">
                <a:moveTo>
                  <a:pt x="4686423" y="247919"/>
                </a:moveTo>
                <a:lnTo>
                  <a:pt x="4689051" y="250968"/>
                </a:lnTo>
                <a:lnTo>
                  <a:pt x="4687244" y="251298"/>
                </a:lnTo>
                <a:close/>
                <a:moveTo>
                  <a:pt x="4685225" y="246530"/>
                </a:moveTo>
                <a:cubicBezTo>
                  <a:pt x="4688837" y="243198"/>
                  <a:pt x="4687468" y="244598"/>
                  <a:pt x="4686133" y="246727"/>
                </a:cubicBezTo>
                <a:lnTo>
                  <a:pt x="4686423" y="247919"/>
                </a:lnTo>
                <a:close/>
                <a:moveTo>
                  <a:pt x="9517856" y="0"/>
                </a:moveTo>
                <a:lnTo>
                  <a:pt x="9517857" y="12"/>
                </a:lnTo>
                <a:lnTo>
                  <a:pt x="9517857" y="918356"/>
                </a:lnTo>
                <a:lnTo>
                  <a:pt x="14604" y="918356"/>
                </a:lnTo>
                <a:lnTo>
                  <a:pt x="12841" y="917763"/>
                </a:lnTo>
                <a:cubicBezTo>
                  <a:pt x="4532" y="914864"/>
                  <a:pt x="-773" y="912807"/>
                  <a:pt x="93" y="912471"/>
                </a:cubicBezTo>
                <a:cubicBezTo>
                  <a:pt x="172" y="912298"/>
                  <a:pt x="58594" y="890495"/>
                  <a:pt x="58674" y="890322"/>
                </a:cubicBezTo>
                <a:cubicBezTo>
                  <a:pt x="127436" y="929614"/>
                  <a:pt x="206243" y="828226"/>
                  <a:pt x="275005" y="807229"/>
                </a:cubicBezTo>
                <a:cubicBezTo>
                  <a:pt x="303983" y="806087"/>
                  <a:pt x="504960" y="777375"/>
                  <a:pt x="587824" y="798195"/>
                </a:cubicBezTo>
                <a:cubicBezTo>
                  <a:pt x="598733" y="769348"/>
                  <a:pt x="682904" y="785924"/>
                  <a:pt x="651826" y="738338"/>
                </a:cubicBezTo>
                <a:cubicBezTo>
                  <a:pt x="688440" y="737862"/>
                  <a:pt x="753255" y="750396"/>
                  <a:pt x="727985" y="719826"/>
                </a:cubicBezTo>
                <a:cubicBezTo>
                  <a:pt x="739648" y="718749"/>
                  <a:pt x="775717" y="715087"/>
                  <a:pt x="778982" y="710142"/>
                </a:cubicBezTo>
                <a:cubicBezTo>
                  <a:pt x="779189" y="709407"/>
                  <a:pt x="849736" y="718721"/>
                  <a:pt x="849944" y="717987"/>
                </a:cubicBezTo>
                <a:lnTo>
                  <a:pt x="921659" y="712695"/>
                </a:lnTo>
                <a:lnTo>
                  <a:pt x="930946" y="734046"/>
                </a:lnTo>
                <a:lnTo>
                  <a:pt x="986250" y="713530"/>
                </a:lnTo>
                <a:lnTo>
                  <a:pt x="1013752" y="713361"/>
                </a:lnTo>
                <a:lnTo>
                  <a:pt x="1023734" y="718571"/>
                </a:lnTo>
                <a:cubicBezTo>
                  <a:pt x="1033291" y="721276"/>
                  <a:pt x="1045398" y="721394"/>
                  <a:pt x="1063207" y="715651"/>
                </a:cubicBezTo>
                <a:lnTo>
                  <a:pt x="1081980" y="738455"/>
                </a:lnTo>
                <a:lnTo>
                  <a:pt x="1218120" y="713280"/>
                </a:lnTo>
                <a:cubicBezTo>
                  <a:pt x="1230137" y="716162"/>
                  <a:pt x="1387179" y="685179"/>
                  <a:pt x="1397459" y="691190"/>
                </a:cubicBezTo>
                <a:cubicBezTo>
                  <a:pt x="1490025" y="704984"/>
                  <a:pt x="1465878" y="715604"/>
                  <a:pt x="1580688" y="693697"/>
                </a:cubicBezTo>
                <a:cubicBezTo>
                  <a:pt x="1607067" y="704379"/>
                  <a:pt x="1719477" y="658239"/>
                  <a:pt x="1772334" y="710640"/>
                </a:cubicBezTo>
                <a:cubicBezTo>
                  <a:pt x="1745536" y="644824"/>
                  <a:pt x="1976078" y="716436"/>
                  <a:pt x="2002561" y="659917"/>
                </a:cubicBezTo>
                <a:cubicBezTo>
                  <a:pt x="2045346" y="660357"/>
                  <a:pt x="2166676" y="654391"/>
                  <a:pt x="2135144" y="636501"/>
                </a:cubicBezTo>
                <a:cubicBezTo>
                  <a:pt x="2276591" y="665055"/>
                  <a:pt x="2293173" y="591792"/>
                  <a:pt x="2440292" y="593862"/>
                </a:cubicBezTo>
                <a:cubicBezTo>
                  <a:pt x="2495160" y="534824"/>
                  <a:pt x="2473343" y="585644"/>
                  <a:pt x="2547829" y="566150"/>
                </a:cubicBezTo>
                <a:cubicBezTo>
                  <a:pt x="2545438" y="614169"/>
                  <a:pt x="2632278" y="528280"/>
                  <a:pt x="2658055" y="578727"/>
                </a:cubicBezTo>
                <a:cubicBezTo>
                  <a:pt x="2670795" y="573581"/>
                  <a:pt x="2682322" y="567005"/>
                  <a:pt x="2693698" y="560029"/>
                </a:cubicBezTo>
                <a:lnTo>
                  <a:pt x="2699673" y="556400"/>
                </a:lnTo>
                <a:lnTo>
                  <a:pt x="2727306" y="550698"/>
                </a:lnTo>
                <a:lnTo>
                  <a:pt x="2730451" y="538058"/>
                </a:lnTo>
                <a:lnTo>
                  <a:pt x="2768713" y="521575"/>
                </a:lnTo>
                <a:cubicBezTo>
                  <a:pt x="2783756" y="517104"/>
                  <a:pt x="2800788" y="514291"/>
                  <a:pt x="2820868" y="514160"/>
                </a:cubicBezTo>
                <a:cubicBezTo>
                  <a:pt x="2894791" y="532885"/>
                  <a:pt x="2981506" y="465507"/>
                  <a:pt x="3073635" y="491294"/>
                </a:cubicBezTo>
                <a:cubicBezTo>
                  <a:pt x="3106872" y="496624"/>
                  <a:pt x="3205785" y="487718"/>
                  <a:pt x="3222071" y="470559"/>
                </a:cubicBezTo>
                <a:cubicBezTo>
                  <a:pt x="3242193" y="465514"/>
                  <a:pt x="3267163" y="469136"/>
                  <a:pt x="3274069" y="451605"/>
                </a:cubicBezTo>
                <a:cubicBezTo>
                  <a:pt x="3286659" y="430165"/>
                  <a:pt x="3363648" y="455571"/>
                  <a:pt x="3349632" y="432583"/>
                </a:cubicBezTo>
                <a:cubicBezTo>
                  <a:pt x="3404182" y="449847"/>
                  <a:pt x="3438210" y="404323"/>
                  <a:pt x="3479593" y="390437"/>
                </a:cubicBezTo>
                <a:cubicBezTo>
                  <a:pt x="3523240" y="408403"/>
                  <a:pt x="3567027" y="361554"/>
                  <a:pt x="3660110" y="348726"/>
                </a:cubicBezTo>
                <a:cubicBezTo>
                  <a:pt x="3708299" y="369683"/>
                  <a:pt x="3662447" y="344775"/>
                  <a:pt x="3750023" y="370678"/>
                </a:cubicBezTo>
                <a:cubicBezTo>
                  <a:pt x="3752092" y="367132"/>
                  <a:pt x="3816880" y="365055"/>
                  <a:pt x="3844133" y="360648"/>
                </a:cubicBezTo>
                <a:cubicBezTo>
                  <a:pt x="3871386" y="356240"/>
                  <a:pt x="3882848" y="332490"/>
                  <a:pt x="3913545" y="344235"/>
                </a:cubicBezTo>
                <a:cubicBezTo>
                  <a:pt x="4050255" y="376864"/>
                  <a:pt x="4159924" y="363190"/>
                  <a:pt x="4266740" y="361454"/>
                </a:cubicBezTo>
                <a:cubicBezTo>
                  <a:pt x="4385770" y="354374"/>
                  <a:pt x="4314535" y="340143"/>
                  <a:pt x="4430770" y="342643"/>
                </a:cubicBezTo>
                <a:cubicBezTo>
                  <a:pt x="4439969" y="322594"/>
                  <a:pt x="4478290" y="314645"/>
                  <a:pt x="4512664" y="319948"/>
                </a:cubicBezTo>
                <a:cubicBezTo>
                  <a:pt x="4570011" y="315138"/>
                  <a:pt x="4549085" y="269599"/>
                  <a:pt x="4616423" y="290914"/>
                </a:cubicBezTo>
                <a:cubicBezTo>
                  <a:pt x="4599641" y="270277"/>
                  <a:pt x="4692085" y="269216"/>
                  <a:pt x="4691675" y="254011"/>
                </a:cubicBezTo>
                <a:lnTo>
                  <a:pt x="4689051" y="250968"/>
                </a:lnTo>
                <a:lnTo>
                  <a:pt x="4719994" y="245307"/>
                </a:lnTo>
                <a:cubicBezTo>
                  <a:pt x="4732635" y="242775"/>
                  <a:pt x="4745300" y="240335"/>
                  <a:pt x="4752894" y="239875"/>
                </a:cubicBezTo>
                <a:lnTo>
                  <a:pt x="4769329" y="233585"/>
                </a:lnTo>
                <a:lnTo>
                  <a:pt x="4775634" y="234063"/>
                </a:lnTo>
                <a:lnTo>
                  <a:pt x="4790452" y="233572"/>
                </a:lnTo>
                <a:cubicBezTo>
                  <a:pt x="4789989" y="236356"/>
                  <a:pt x="4789525" y="239141"/>
                  <a:pt x="4789062" y="241924"/>
                </a:cubicBezTo>
                <a:cubicBezTo>
                  <a:pt x="4786342" y="249932"/>
                  <a:pt x="4804560" y="248631"/>
                  <a:pt x="4827826" y="246977"/>
                </a:cubicBezTo>
                <a:cubicBezTo>
                  <a:pt x="4875782" y="239569"/>
                  <a:pt x="4874112" y="283413"/>
                  <a:pt x="4892569" y="249933"/>
                </a:cubicBezTo>
                <a:lnTo>
                  <a:pt x="4896611" y="240448"/>
                </a:lnTo>
                <a:lnTo>
                  <a:pt x="4917286" y="243659"/>
                </a:lnTo>
                <a:cubicBezTo>
                  <a:pt x="4923060" y="243799"/>
                  <a:pt x="4981729" y="240979"/>
                  <a:pt x="4981173" y="247103"/>
                </a:cubicBezTo>
                <a:cubicBezTo>
                  <a:pt x="5024880" y="220690"/>
                  <a:pt x="5014146" y="257963"/>
                  <a:pt x="5060397" y="263688"/>
                </a:cubicBezTo>
                <a:cubicBezTo>
                  <a:pt x="5093356" y="238589"/>
                  <a:pt x="5157892" y="275351"/>
                  <a:pt x="5252996" y="270655"/>
                </a:cubicBezTo>
                <a:cubicBezTo>
                  <a:pt x="5288840" y="241872"/>
                  <a:pt x="5287005" y="287921"/>
                  <a:pt x="5358056" y="247248"/>
                </a:cubicBezTo>
                <a:cubicBezTo>
                  <a:pt x="5361752" y="250257"/>
                  <a:pt x="5403312" y="238215"/>
                  <a:pt x="5426496" y="235142"/>
                </a:cubicBezTo>
                <a:cubicBezTo>
                  <a:pt x="5449679" y="232069"/>
                  <a:pt x="5473549" y="245611"/>
                  <a:pt x="5497161" y="228808"/>
                </a:cubicBezTo>
                <a:cubicBezTo>
                  <a:pt x="5611861" y="172767"/>
                  <a:pt x="5723211" y="165860"/>
                  <a:pt x="5826043" y="148073"/>
                </a:cubicBezTo>
                <a:cubicBezTo>
                  <a:pt x="5943127" y="133166"/>
                  <a:pt x="5872659" y="193078"/>
                  <a:pt x="6013415" y="137316"/>
                </a:cubicBezTo>
                <a:cubicBezTo>
                  <a:pt x="6031924" y="154783"/>
                  <a:pt x="6050745" y="154258"/>
                  <a:pt x="6080994" y="142938"/>
                </a:cubicBezTo>
                <a:cubicBezTo>
                  <a:pt x="6138083" y="137090"/>
                  <a:pt x="6140195" y="184383"/>
                  <a:pt x="6194152" y="151772"/>
                </a:cubicBezTo>
                <a:cubicBezTo>
                  <a:pt x="6187280" y="177783"/>
                  <a:pt x="6304222" y="153410"/>
                  <a:pt x="6281379" y="181626"/>
                </a:cubicBezTo>
                <a:cubicBezTo>
                  <a:pt x="6321899" y="201819"/>
                  <a:pt x="6335111" y="162590"/>
                  <a:pt x="6374947" y="179799"/>
                </a:cubicBezTo>
                <a:cubicBezTo>
                  <a:pt x="6417404" y="181336"/>
                  <a:pt x="6402484" y="169694"/>
                  <a:pt x="6448518" y="164378"/>
                </a:cubicBezTo>
                <a:cubicBezTo>
                  <a:pt x="6504958" y="162488"/>
                  <a:pt x="6493438" y="111203"/>
                  <a:pt x="6544700" y="167161"/>
                </a:cubicBezTo>
                <a:cubicBezTo>
                  <a:pt x="6601507" y="148697"/>
                  <a:pt x="6566269" y="164386"/>
                  <a:pt x="6648353" y="172250"/>
                </a:cubicBezTo>
                <a:cubicBezTo>
                  <a:pt x="6680008" y="155223"/>
                  <a:pt x="6707960" y="160673"/>
                  <a:pt x="6736227" y="173216"/>
                </a:cubicBezTo>
                <a:cubicBezTo>
                  <a:pt x="6813963" y="164284"/>
                  <a:pt x="6888143" y="181296"/>
                  <a:pt x="6977218" y="184289"/>
                </a:cubicBezTo>
                <a:cubicBezTo>
                  <a:pt x="7040424" y="188318"/>
                  <a:pt x="7000278" y="216835"/>
                  <a:pt x="7065221" y="227531"/>
                </a:cubicBezTo>
                <a:cubicBezTo>
                  <a:pt x="7130163" y="238228"/>
                  <a:pt x="7291878" y="238208"/>
                  <a:pt x="7366876" y="248468"/>
                </a:cubicBezTo>
                <a:cubicBezTo>
                  <a:pt x="7491356" y="206752"/>
                  <a:pt x="7367734" y="280166"/>
                  <a:pt x="7565449" y="258950"/>
                </a:cubicBezTo>
                <a:cubicBezTo>
                  <a:pt x="7575959" y="252432"/>
                  <a:pt x="7600854" y="257628"/>
                  <a:pt x="7599285" y="266021"/>
                </a:cubicBezTo>
                <a:cubicBezTo>
                  <a:pt x="7611616" y="262940"/>
                  <a:pt x="7639946" y="245819"/>
                  <a:pt x="7644411" y="258986"/>
                </a:cubicBezTo>
                <a:cubicBezTo>
                  <a:pt x="7708015" y="258012"/>
                  <a:pt x="7770249" y="247724"/>
                  <a:pt x="7825110" y="229109"/>
                </a:cubicBezTo>
                <a:cubicBezTo>
                  <a:pt x="7949762" y="247028"/>
                  <a:pt x="7921956" y="197757"/>
                  <a:pt x="7965804" y="190545"/>
                </a:cubicBezTo>
                <a:cubicBezTo>
                  <a:pt x="8039439" y="213878"/>
                  <a:pt x="8063651" y="191475"/>
                  <a:pt x="8147401" y="205617"/>
                </a:cubicBezTo>
                <a:cubicBezTo>
                  <a:pt x="8166453" y="196610"/>
                  <a:pt x="8225048" y="207099"/>
                  <a:pt x="8256033" y="193713"/>
                </a:cubicBezTo>
                <a:cubicBezTo>
                  <a:pt x="8311388" y="242017"/>
                  <a:pt x="8350376" y="178592"/>
                  <a:pt x="8410677" y="172167"/>
                </a:cubicBezTo>
                <a:cubicBezTo>
                  <a:pt x="8470978" y="165743"/>
                  <a:pt x="8572470" y="206385"/>
                  <a:pt x="8617841" y="155167"/>
                </a:cubicBezTo>
                <a:cubicBezTo>
                  <a:pt x="8646050" y="160448"/>
                  <a:pt x="8664949" y="183631"/>
                  <a:pt x="8715976" y="178374"/>
                </a:cubicBezTo>
                <a:cubicBezTo>
                  <a:pt x="8737194" y="188216"/>
                  <a:pt x="8738009" y="189511"/>
                  <a:pt x="8778827" y="172936"/>
                </a:cubicBezTo>
                <a:cubicBezTo>
                  <a:pt x="8725277" y="146372"/>
                  <a:pt x="8850819" y="175612"/>
                  <a:pt x="8840778" y="143149"/>
                </a:cubicBezTo>
                <a:cubicBezTo>
                  <a:pt x="8903519" y="121096"/>
                  <a:pt x="9021861" y="150359"/>
                  <a:pt x="9010380" y="91891"/>
                </a:cubicBezTo>
                <a:cubicBezTo>
                  <a:pt x="9027103" y="56852"/>
                  <a:pt x="9112524" y="108357"/>
                  <a:pt x="9110856" y="70997"/>
                </a:cubicBezTo>
                <a:cubicBezTo>
                  <a:pt x="9148189" y="94250"/>
                  <a:pt x="9209809" y="53285"/>
                  <a:pt x="9268817" y="53082"/>
                </a:cubicBezTo>
                <a:cubicBezTo>
                  <a:pt x="9279135" y="35997"/>
                  <a:pt x="9292736" y="36520"/>
                  <a:pt x="9316667" y="45047"/>
                </a:cubicBezTo>
                <a:cubicBezTo>
                  <a:pt x="9352186" y="45862"/>
                  <a:pt x="9390008" y="39799"/>
                  <a:pt x="9428209" y="29923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825D744D-1A33-D894-5678-4C3B111769D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8389845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106050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7718681-A12E-49D6-9925-DD7C68176D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BD77573-9EF2-4C35-8285-A1CF6FBB0E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5511704" cy="6858000"/>
          </a:xfrm>
          <a:custGeom>
            <a:avLst/>
            <a:gdLst>
              <a:gd name="connsiteX0" fmla="*/ 5511704 w 5511704"/>
              <a:gd name="connsiteY0" fmla="*/ 0 h 6886576"/>
              <a:gd name="connsiteX1" fmla="*/ 1008599 w 5511704"/>
              <a:gd name="connsiteY1" fmla="*/ 0 h 6886576"/>
              <a:gd name="connsiteX2" fmla="*/ 1310975 w 5511704"/>
              <a:gd name="connsiteY2" fmla="*/ 110728 h 6886576"/>
              <a:gd name="connsiteX3" fmla="*/ 1267362 w 5511704"/>
              <a:gd name="connsiteY3" fmla="*/ 135731 h 6886576"/>
              <a:gd name="connsiteX4" fmla="*/ 1005692 w 5511704"/>
              <a:gd name="connsiteY4" fmla="*/ 71437 h 6886576"/>
              <a:gd name="connsiteX5" fmla="*/ 953358 w 5511704"/>
              <a:gd name="connsiteY5" fmla="*/ 89297 h 6886576"/>
              <a:gd name="connsiteX6" fmla="*/ 979525 w 5511704"/>
              <a:gd name="connsiteY6" fmla="*/ 164307 h 6886576"/>
              <a:gd name="connsiteX7" fmla="*/ 1092915 w 5511704"/>
              <a:gd name="connsiteY7" fmla="*/ 192882 h 6886576"/>
              <a:gd name="connsiteX8" fmla="*/ 1270270 w 5511704"/>
              <a:gd name="connsiteY8" fmla="*/ 375047 h 6886576"/>
              <a:gd name="connsiteX9" fmla="*/ 1002784 w 5511704"/>
              <a:gd name="connsiteY9" fmla="*/ 353615 h 6886576"/>
              <a:gd name="connsiteX10" fmla="*/ 956265 w 5511704"/>
              <a:gd name="connsiteY10" fmla="*/ 396479 h 6886576"/>
              <a:gd name="connsiteX11" fmla="*/ 938820 w 5511704"/>
              <a:gd name="connsiteY11" fmla="*/ 453629 h 6886576"/>
              <a:gd name="connsiteX12" fmla="*/ 860319 w 5511704"/>
              <a:gd name="connsiteY12" fmla="*/ 360759 h 6886576"/>
              <a:gd name="connsiteX13" fmla="*/ 793447 w 5511704"/>
              <a:gd name="connsiteY13" fmla="*/ 335757 h 6886576"/>
              <a:gd name="connsiteX14" fmla="*/ 773095 w 5511704"/>
              <a:gd name="connsiteY14" fmla="*/ 417910 h 6886576"/>
              <a:gd name="connsiteX15" fmla="*/ 834151 w 5511704"/>
              <a:gd name="connsiteY15" fmla="*/ 507206 h 6886576"/>
              <a:gd name="connsiteX16" fmla="*/ 996969 w 5511704"/>
              <a:gd name="connsiteY16" fmla="*/ 560785 h 6886576"/>
              <a:gd name="connsiteX17" fmla="*/ 822522 w 5511704"/>
              <a:gd name="connsiteY17" fmla="*/ 560785 h 6886576"/>
              <a:gd name="connsiteX18" fmla="*/ 621908 w 5511704"/>
              <a:gd name="connsiteY18" fmla="*/ 525066 h 6886576"/>
              <a:gd name="connsiteX19" fmla="*/ 409664 w 5511704"/>
              <a:gd name="connsiteY19" fmla="*/ 535781 h 6886576"/>
              <a:gd name="connsiteX20" fmla="*/ 209049 w 5511704"/>
              <a:gd name="connsiteY20" fmla="*/ 464344 h 6886576"/>
              <a:gd name="connsiteX21" fmla="*/ 5527 w 5511704"/>
              <a:gd name="connsiteY21" fmla="*/ 467916 h 6886576"/>
              <a:gd name="connsiteX22" fmla="*/ 906838 w 5511704"/>
              <a:gd name="connsiteY22" fmla="*/ 914400 h 6886576"/>
              <a:gd name="connsiteX23" fmla="*/ 863226 w 5511704"/>
              <a:gd name="connsiteY23" fmla="*/ 925116 h 6886576"/>
              <a:gd name="connsiteX24" fmla="*/ 805077 w 5511704"/>
              <a:gd name="connsiteY24" fmla="*/ 953691 h 6886576"/>
              <a:gd name="connsiteX25" fmla="*/ 848689 w 5511704"/>
              <a:gd name="connsiteY25" fmla="*/ 1010841 h 6886576"/>
              <a:gd name="connsiteX26" fmla="*/ 1084193 w 5511704"/>
              <a:gd name="connsiteY26" fmla="*/ 1117997 h 6886576"/>
              <a:gd name="connsiteX27" fmla="*/ 1142342 w 5511704"/>
              <a:gd name="connsiteY27" fmla="*/ 1225153 h 6886576"/>
              <a:gd name="connsiteX28" fmla="*/ 1069655 w 5511704"/>
              <a:gd name="connsiteY28" fmla="*/ 1214438 h 6886576"/>
              <a:gd name="connsiteX29" fmla="*/ 1005692 w 5511704"/>
              <a:gd name="connsiteY29" fmla="*/ 1235869 h 6886576"/>
              <a:gd name="connsiteX30" fmla="*/ 1031858 w 5511704"/>
              <a:gd name="connsiteY30" fmla="*/ 1371600 h 6886576"/>
              <a:gd name="connsiteX31" fmla="*/ 1366216 w 5511704"/>
              <a:gd name="connsiteY31" fmla="*/ 1546622 h 6886576"/>
              <a:gd name="connsiteX32" fmla="*/ 1395290 w 5511704"/>
              <a:gd name="connsiteY32" fmla="*/ 1603772 h 6886576"/>
              <a:gd name="connsiteX33" fmla="*/ 1354586 w 5511704"/>
              <a:gd name="connsiteY33" fmla="*/ 1643063 h 6886576"/>
              <a:gd name="connsiteX34" fmla="*/ 1247011 w 5511704"/>
              <a:gd name="connsiteY34" fmla="*/ 1664494 h 6886576"/>
              <a:gd name="connsiteX35" fmla="*/ 1398198 w 5511704"/>
              <a:gd name="connsiteY35" fmla="*/ 1857375 h 6886576"/>
              <a:gd name="connsiteX36" fmla="*/ 1453440 w 5511704"/>
              <a:gd name="connsiteY36" fmla="*/ 1910954 h 6886576"/>
              <a:gd name="connsiteX37" fmla="*/ 1549386 w 5511704"/>
              <a:gd name="connsiteY37" fmla="*/ 1993106 h 6886576"/>
              <a:gd name="connsiteX38" fmla="*/ 1549386 w 5511704"/>
              <a:gd name="connsiteY38" fmla="*/ 2021681 h 6886576"/>
              <a:gd name="connsiteX39" fmla="*/ 1421458 w 5511704"/>
              <a:gd name="connsiteY39" fmla="*/ 2110978 h 6886576"/>
              <a:gd name="connsiteX40" fmla="*/ 1188861 w 5511704"/>
              <a:gd name="connsiteY40" fmla="*/ 2085976 h 6886576"/>
              <a:gd name="connsiteX41" fmla="*/ 1531941 w 5511704"/>
              <a:gd name="connsiteY41" fmla="*/ 2218135 h 6886576"/>
              <a:gd name="connsiteX42" fmla="*/ 421293 w 5511704"/>
              <a:gd name="connsiteY42" fmla="*/ 1900238 h 6886576"/>
              <a:gd name="connsiteX43" fmla="*/ 491072 w 5511704"/>
              <a:gd name="connsiteY43" fmla="*/ 1982391 h 6886576"/>
              <a:gd name="connsiteX44" fmla="*/ 880671 w 5511704"/>
              <a:gd name="connsiteY44" fmla="*/ 2200276 h 6886576"/>
              <a:gd name="connsiteX45" fmla="*/ 991154 w 5511704"/>
              <a:gd name="connsiteY45" fmla="*/ 2336007 h 6886576"/>
              <a:gd name="connsiteX46" fmla="*/ 1107453 w 5511704"/>
              <a:gd name="connsiteY46" fmla="*/ 2411016 h 6886576"/>
              <a:gd name="connsiteX47" fmla="*/ 1270270 w 5511704"/>
              <a:gd name="connsiteY47" fmla="*/ 2411016 h 6886576"/>
              <a:gd name="connsiteX48" fmla="*/ 1386568 w 5511704"/>
              <a:gd name="connsiteY48" fmla="*/ 2528889 h 6886576"/>
              <a:gd name="connsiteX49" fmla="*/ 1267362 w 5511704"/>
              <a:gd name="connsiteY49" fmla="*/ 2553891 h 6886576"/>
              <a:gd name="connsiteX50" fmla="*/ 1127805 w 5511704"/>
              <a:gd name="connsiteY50" fmla="*/ 2536032 h 6886576"/>
              <a:gd name="connsiteX51" fmla="*/ 970802 w 5511704"/>
              <a:gd name="connsiteY51" fmla="*/ 2575322 h 6886576"/>
              <a:gd name="connsiteX52" fmla="*/ 825429 w 5511704"/>
              <a:gd name="connsiteY52" fmla="*/ 2543176 h 6886576"/>
              <a:gd name="connsiteX53" fmla="*/ 650982 w 5511704"/>
              <a:gd name="connsiteY53" fmla="*/ 2564607 h 6886576"/>
              <a:gd name="connsiteX54" fmla="*/ 595740 w 5511704"/>
              <a:gd name="connsiteY54" fmla="*/ 2703909 h 6886576"/>
              <a:gd name="connsiteX55" fmla="*/ 578296 w 5511704"/>
              <a:gd name="connsiteY55" fmla="*/ 2714626 h 6886576"/>
              <a:gd name="connsiteX56" fmla="*/ 255568 w 5511704"/>
              <a:gd name="connsiteY56" fmla="*/ 2936081 h 6886576"/>
              <a:gd name="connsiteX57" fmla="*/ 165437 w 5511704"/>
              <a:gd name="connsiteY57" fmla="*/ 2953941 h 6886576"/>
              <a:gd name="connsiteX58" fmla="*/ 697501 w 5511704"/>
              <a:gd name="connsiteY58" fmla="*/ 3343275 h 6886576"/>
              <a:gd name="connsiteX59" fmla="*/ 339884 w 5511704"/>
              <a:gd name="connsiteY59" fmla="*/ 3243263 h 6886576"/>
              <a:gd name="connsiteX60" fmla="*/ 290458 w 5511704"/>
              <a:gd name="connsiteY60" fmla="*/ 3407569 h 6886576"/>
              <a:gd name="connsiteX61" fmla="*/ 459090 w 5511704"/>
              <a:gd name="connsiteY61" fmla="*/ 3554016 h 6886576"/>
              <a:gd name="connsiteX62" fmla="*/ 520147 w 5511704"/>
              <a:gd name="connsiteY62" fmla="*/ 3843338 h 6886576"/>
              <a:gd name="connsiteX63" fmla="*/ 491072 w 5511704"/>
              <a:gd name="connsiteY63" fmla="*/ 4107657 h 6886576"/>
              <a:gd name="connsiteX64" fmla="*/ 418386 w 5511704"/>
              <a:gd name="connsiteY64" fmla="*/ 4189810 h 6886576"/>
              <a:gd name="connsiteX65" fmla="*/ 313718 w 5511704"/>
              <a:gd name="connsiteY65" fmla="*/ 4339829 h 6886576"/>
              <a:gd name="connsiteX66" fmla="*/ 249753 w 5511704"/>
              <a:gd name="connsiteY66" fmla="*/ 4432698 h 6886576"/>
              <a:gd name="connsiteX67" fmla="*/ 25879 w 5511704"/>
              <a:gd name="connsiteY67" fmla="*/ 4396979 h 6886576"/>
              <a:gd name="connsiteX68" fmla="*/ 325347 w 5511704"/>
              <a:gd name="connsiteY68" fmla="*/ 4632722 h 6886576"/>
              <a:gd name="connsiteX69" fmla="*/ 84029 w 5511704"/>
              <a:gd name="connsiteY69" fmla="*/ 4604147 h 6886576"/>
              <a:gd name="connsiteX70" fmla="*/ 5527 w 5511704"/>
              <a:gd name="connsiteY70" fmla="*/ 4622007 h 6886576"/>
              <a:gd name="connsiteX71" fmla="*/ 49139 w 5511704"/>
              <a:gd name="connsiteY71" fmla="*/ 4697016 h 6886576"/>
              <a:gd name="connsiteX72" fmla="*/ 226494 w 5511704"/>
              <a:gd name="connsiteY72" fmla="*/ 4825604 h 6886576"/>
              <a:gd name="connsiteX73" fmla="*/ 592833 w 5511704"/>
              <a:gd name="connsiteY73" fmla="*/ 5175647 h 6886576"/>
              <a:gd name="connsiteX74" fmla="*/ 238123 w 5511704"/>
              <a:gd name="connsiteY74" fmla="*/ 5014913 h 6886576"/>
              <a:gd name="connsiteX75" fmla="*/ 610278 w 5511704"/>
              <a:gd name="connsiteY75" fmla="*/ 5375673 h 6886576"/>
              <a:gd name="connsiteX76" fmla="*/ 691686 w 5511704"/>
              <a:gd name="connsiteY76" fmla="*/ 5497116 h 6886576"/>
              <a:gd name="connsiteX77" fmla="*/ 860319 w 5511704"/>
              <a:gd name="connsiteY77" fmla="*/ 5793582 h 6886576"/>
              <a:gd name="connsiteX78" fmla="*/ 851597 w 5511704"/>
              <a:gd name="connsiteY78" fmla="*/ 5825729 h 6886576"/>
              <a:gd name="connsiteX79" fmla="*/ 659704 w 5511704"/>
              <a:gd name="connsiteY79" fmla="*/ 5779295 h 6886576"/>
              <a:gd name="connsiteX80" fmla="*/ 909746 w 5511704"/>
              <a:gd name="connsiteY80" fmla="*/ 6029326 h 6886576"/>
              <a:gd name="connsiteX81" fmla="*/ 1168509 w 5511704"/>
              <a:gd name="connsiteY81" fmla="*/ 6222207 h 6886576"/>
              <a:gd name="connsiteX82" fmla="*/ 985339 w 5511704"/>
              <a:gd name="connsiteY82" fmla="*/ 6193632 h 6886576"/>
              <a:gd name="connsiteX83" fmla="*/ 732391 w 5511704"/>
              <a:gd name="connsiteY83" fmla="*/ 6082904 h 6886576"/>
              <a:gd name="connsiteX84" fmla="*/ 645167 w 5511704"/>
              <a:gd name="connsiteY84" fmla="*/ 6125766 h 6886576"/>
              <a:gd name="connsiteX85" fmla="*/ 883579 w 5511704"/>
              <a:gd name="connsiteY85" fmla="*/ 6307932 h 6886576"/>
              <a:gd name="connsiteX86" fmla="*/ 1020229 w 5511704"/>
              <a:gd name="connsiteY86" fmla="*/ 6393657 h 6886576"/>
              <a:gd name="connsiteX87" fmla="*/ 1075471 w 5511704"/>
              <a:gd name="connsiteY87" fmla="*/ 6457950 h 6886576"/>
              <a:gd name="connsiteX88" fmla="*/ 1232473 w 5511704"/>
              <a:gd name="connsiteY88" fmla="*/ 6686551 h 6886576"/>
              <a:gd name="connsiteX89" fmla="*/ 1592997 w 5511704"/>
              <a:gd name="connsiteY89" fmla="*/ 6886576 h 6886576"/>
              <a:gd name="connsiteX90" fmla="*/ 5511704 w 5511704"/>
              <a:gd name="connsiteY90" fmla="*/ 6886576 h 6886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5511704" h="6886576">
                <a:moveTo>
                  <a:pt x="5511704" y="0"/>
                </a:moveTo>
                <a:lnTo>
                  <a:pt x="1008599" y="0"/>
                </a:lnTo>
                <a:cubicBezTo>
                  <a:pt x="1110360" y="35719"/>
                  <a:pt x="1209214" y="78581"/>
                  <a:pt x="1310975" y="110728"/>
                </a:cubicBezTo>
                <a:cubicBezTo>
                  <a:pt x="1296437" y="146447"/>
                  <a:pt x="1281900" y="139303"/>
                  <a:pt x="1267362" y="135731"/>
                </a:cubicBezTo>
                <a:cubicBezTo>
                  <a:pt x="1180139" y="121445"/>
                  <a:pt x="1090008" y="110728"/>
                  <a:pt x="1005692" y="71437"/>
                </a:cubicBezTo>
                <a:cubicBezTo>
                  <a:pt x="985339" y="64294"/>
                  <a:pt x="962080" y="64294"/>
                  <a:pt x="953358" y="89297"/>
                </a:cubicBezTo>
                <a:cubicBezTo>
                  <a:pt x="938820" y="125016"/>
                  <a:pt x="959172" y="146447"/>
                  <a:pt x="979525" y="164307"/>
                </a:cubicBezTo>
                <a:cubicBezTo>
                  <a:pt x="1014414" y="196453"/>
                  <a:pt x="1055118" y="189310"/>
                  <a:pt x="1092915" y="192882"/>
                </a:cubicBezTo>
                <a:cubicBezTo>
                  <a:pt x="1197583" y="210741"/>
                  <a:pt x="1247011" y="260747"/>
                  <a:pt x="1270270" y="375047"/>
                </a:cubicBezTo>
                <a:cubicBezTo>
                  <a:pt x="1180139" y="328613"/>
                  <a:pt x="1090008" y="385763"/>
                  <a:pt x="1002784" y="353615"/>
                </a:cubicBezTo>
                <a:cubicBezTo>
                  <a:pt x="979525" y="346472"/>
                  <a:pt x="944635" y="357188"/>
                  <a:pt x="956265" y="396479"/>
                </a:cubicBezTo>
                <a:cubicBezTo>
                  <a:pt x="967894" y="432198"/>
                  <a:pt x="1005692" y="460772"/>
                  <a:pt x="938820" y="453629"/>
                </a:cubicBezTo>
                <a:cubicBezTo>
                  <a:pt x="889393" y="450056"/>
                  <a:pt x="874856" y="407194"/>
                  <a:pt x="860319" y="360759"/>
                </a:cubicBezTo>
                <a:cubicBezTo>
                  <a:pt x="848689" y="335757"/>
                  <a:pt x="816707" y="321469"/>
                  <a:pt x="793447" y="335757"/>
                </a:cubicBezTo>
                <a:cubicBezTo>
                  <a:pt x="764373" y="350044"/>
                  <a:pt x="773095" y="389335"/>
                  <a:pt x="773095" y="417910"/>
                </a:cubicBezTo>
                <a:cubicBezTo>
                  <a:pt x="770187" y="471488"/>
                  <a:pt x="793447" y="496491"/>
                  <a:pt x="834151" y="507206"/>
                </a:cubicBezTo>
                <a:cubicBezTo>
                  <a:pt x="883579" y="521494"/>
                  <a:pt x="933005" y="539354"/>
                  <a:pt x="996969" y="560785"/>
                </a:cubicBezTo>
                <a:cubicBezTo>
                  <a:pt x="927190" y="596503"/>
                  <a:pt x="874856" y="589360"/>
                  <a:pt x="822522" y="560785"/>
                </a:cubicBezTo>
                <a:cubicBezTo>
                  <a:pt x="758558" y="528637"/>
                  <a:pt x="674242" y="485775"/>
                  <a:pt x="621908" y="525066"/>
                </a:cubicBezTo>
                <a:cubicBezTo>
                  <a:pt x="543407" y="582216"/>
                  <a:pt x="479443" y="546497"/>
                  <a:pt x="409664" y="535781"/>
                </a:cubicBezTo>
                <a:cubicBezTo>
                  <a:pt x="264290" y="514350"/>
                  <a:pt x="354422" y="482204"/>
                  <a:pt x="209049" y="464344"/>
                </a:cubicBezTo>
                <a:cubicBezTo>
                  <a:pt x="150900" y="457200"/>
                  <a:pt x="89843" y="428625"/>
                  <a:pt x="5527" y="467916"/>
                </a:cubicBezTo>
                <a:cubicBezTo>
                  <a:pt x="386404" y="675085"/>
                  <a:pt x="566666" y="660797"/>
                  <a:pt x="906838" y="914400"/>
                </a:cubicBezTo>
                <a:cubicBezTo>
                  <a:pt x="892301" y="939404"/>
                  <a:pt x="877764" y="928688"/>
                  <a:pt x="863226" y="925116"/>
                </a:cubicBezTo>
                <a:cubicBezTo>
                  <a:pt x="839967" y="921544"/>
                  <a:pt x="810892" y="907256"/>
                  <a:pt x="805077" y="953691"/>
                </a:cubicBezTo>
                <a:cubicBezTo>
                  <a:pt x="802169" y="989410"/>
                  <a:pt x="819615" y="1007269"/>
                  <a:pt x="848689" y="1010841"/>
                </a:cubicBezTo>
                <a:cubicBezTo>
                  <a:pt x="933005" y="1025129"/>
                  <a:pt x="1008599" y="1075135"/>
                  <a:pt x="1084193" y="1117997"/>
                </a:cubicBezTo>
                <a:cubicBezTo>
                  <a:pt x="1119082" y="1135857"/>
                  <a:pt x="1156879" y="1160860"/>
                  <a:pt x="1142342" y="1225153"/>
                </a:cubicBezTo>
                <a:cubicBezTo>
                  <a:pt x="1113268" y="1243013"/>
                  <a:pt x="1092915" y="1218009"/>
                  <a:pt x="1069655" y="1214438"/>
                </a:cubicBezTo>
                <a:cubicBezTo>
                  <a:pt x="1046396" y="1210866"/>
                  <a:pt x="991154" y="1225153"/>
                  <a:pt x="1005692" y="1235869"/>
                </a:cubicBezTo>
                <a:cubicBezTo>
                  <a:pt x="1072563" y="1275159"/>
                  <a:pt x="950450" y="1371600"/>
                  <a:pt x="1031858" y="1371600"/>
                </a:cubicBezTo>
                <a:cubicBezTo>
                  <a:pt x="1165601" y="1371600"/>
                  <a:pt x="1238288" y="1543050"/>
                  <a:pt x="1366216" y="1546622"/>
                </a:cubicBezTo>
                <a:cubicBezTo>
                  <a:pt x="1386568" y="1546622"/>
                  <a:pt x="1395290" y="1578770"/>
                  <a:pt x="1395290" y="1603772"/>
                </a:cubicBezTo>
                <a:cubicBezTo>
                  <a:pt x="1395290" y="1635920"/>
                  <a:pt x="1374939" y="1639491"/>
                  <a:pt x="1354586" y="1643063"/>
                </a:cubicBezTo>
                <a:cubicBezTo>
                  <a:pt x="1322604" y="1646635"/>
                  <a:pt x="1287715" y="1603772"/>
                  <a:pt x="1247011" y="1664494"/>
                </a:cubicBezTo>
                <a:cubicBezTo>
                  <a:pt x="1322604" y="1700213"/>
                  <a:pt x="1401105" y="1735932"/>
                  <a:pt x="1398198" y="1857375"/>
                </a:cubicBezTo>
                <a:cubicBezTo>
                  <a:pt x="1398198" y="1889523"/>
                  <a:pt x="1430180" y="1903810"/>
                  <a:pt x="1453440" y="1910954"/>
                </a:cubicBezTo>
                <a:cubicBezTo>
                  <a:pt x="1494144" y="1925241"/>
                  <a:pt x="1526126" y="1946673"/>
                  <a:pt x="1549386" y="1993106"/>
                </a:cubicBezTo>
                <a:cubicBezTo>
                  <a:pt x="1549386" y="2003822"/>
                  <a:pt x="1549386" y="2010966"/>
                  <a:pt x="1549386" y="2021681"/>
                </a:cubicBezTo>
                <a:cubicBezTo>
                  <a:pt x="1543571" y="2132410"/>
                  <a:pt x="1485422" y="2128838"/>
                  <a:pt x="1421458" y="2110978"/>
                </a:cubicBezTo>
                <a:cubicBezTo>
                  <a:pt x="1345864" y="2089547"/>
                  <a:pt x="1270270" y="2046685"/>
                  <a:pt x="1188861" y="2085976"/>
                </a:cubicBezTo>
                <a:cubicBezTo>
                  <a:pt x="1302252" y="2139554"/>
                  <a:pt x="1427272" y="2143126"/>
                  <a:pt x="1531941" y="2218135"/>
                </a:cubicBezTo>
                <a:cubicBezTo>
                  <a:pt x="1142342" y="2232422"/>
                  <a:pt x="799262" y="1993106"/>
                  <a:pt x="421293" y="1900238"/>
                </a:cubicBezTo>
                <a:cubicBezTo>
                  <a:pt x="432923" y="1960960"/>
                  <a:pt x="464905" y="1975247"/>
                  <a:pt x="491072" y="1982391"/>
                </a:cubicBezTo>
                <a:cubicBezTo>
                  <a:pt x="630630" y="2028825"/>
                  <a:pt x="752743" y="2121695"/>
                  <a:pt x="880671" y="2200276"/>
                </a:cubicBezTo>
                <a:cubicBezTo>
                  <a:pt x="933005" y="2232422"/>
                  <a:pt x="970802" y="2268142"/>
                  <a:pt x="991154" y="2336007"/>
                </a:cubicBezTo>
                <a:cubicBezTo>
                  <a:pt x="1008599" y="2400300"/>
                  <a:pt x="1043489" y="2428875"/>
                  <a:pt x="1107453" y="2411016"/>
                </a:cubicBezTo>
                <a:cubicBezTo>
                  <a:pt x="1159787" y="2396729"/>
                  <a:pt x="1215029" y="2403873"/>
                  <a:pt x="1270270" y="2411016"/>
                </a:cubicBezTo>
                <a:cubicBezTo>
                  <a:pt x="1331326" y="2418160"/>
                  <a:pt x="1401105" y="2489597"/>
                  <a:pt x="1386568" y="2528889"/>
                </a:cubicBezTo>
                <a:cubicBezTo>
                  <a:pt x="1357494" y="2593182"/>
                  <a:pt x="1308067" y="2561035"/>
                  <a:pt x="1267362" y="2553891"/>
                </a:cubicBezTo>
                <a:cubicBezTo>
                  <a:pt x="1217936" y="2546748"/>
                  <a:pt x="1127805" y="2528889"/>
                  <a:pt x="1127805" y="2536032"/>
                </a:cubicBezTo>
                <a:cubicBezTo>
                  <a:pt x="1095822" y="2696766"/>
                  <a:pt x="1023136" y="2575322"/>
                  <a:pt x="970802" y="2575322"/>
                </a:cubicBezTo>
                <a:cubicBezTo>
                  <a:pt x="921375" y="2575322"/>
                  <a:pt x="871949" y="2557463"/>
                  <a:pt x="825429" y="2543176"/>
                </a:cubicBezTo>
                <a:cubicBezTo>
                  <a:pt x="764373" y="2525316"/>
                  <a:pt x="709132" y="2557463"/>
                  <a:pt x="650982" y="2564607"/>
                </a:cubicBezTo>
                <a:cubicBezTo>
                  <a:pt x="598648" y="2571751"/>
                  <a:pt x="627722" y="2664620"/>
                  <a:pt x="595740" y="2703909"/>
                </a:cubicBezTo>
                <a:cubicBezTo>
                  <a:pt x="589926" y="2714626"/>
                  <a:pt x="584111" y="2714626"/>
                  <a:pt x="578296" y="2714626"/>
                </a:cubicBezTo>
                <a:cubicBezTo>
                  <a:pt x="560851" y="2993232"/>
                  <a:pt x="255568" y="2925366"/>
                  <a:pt x="255568" y="2936081"/>
                </a:cubicBezTo>
                <a:cubicBezTo>
                  <a:pt x="229401" y="2953941"/>
                  <a:pt x="197419" y="2911079"/>
                  <a:pt x="165437" y="2953941"/>
                </a:cubicBezTo>
                <a:cubicBezTo>
                  <a:pt x="302087" y="3150394"/>
                  <a:pt x="511425" y="3196828"/>
                  <a:pt x="697501" y="3343275"/>
                </a:cubicBezTo>
                <a:cubicBezTo>
                  <a:pt x="543407" y="3393282"/>
                  <a:pt x="453275" y="3221832"/>
                  <a:pt x="339884" y="3243263"/>
                </a:cubicBezTo>
                <a:cubicBezTo>
                  <a:pt x="284643" y="3296842"/>
                  <a:pt x="450368" y="3382566"/>
                  <a:pt x="290458" y="3407569"/>
                </a:cubicBezTo>
                <a:cubicBezTo>
                  <a:pt x="360236" y="3454004"/>
                  <a:pt x="409664" y="3500439"/>
                  <a:pt x="459090" y="3554016"/>
                </a:cubicBezTo>
                <a:cubicBezTo>
                  <a:pt x="543407" y="3650457"/>
                  <a:pt x="560851" y="3714751"/>
                  <a:pt x="520147" y="3843338"/>
                </a:cubicBezTo>
                <a:cubicBezTo>
                  <a:pt x="493979" y="3929063"/>
                  <a:pt x="456183" y="4007645"/>
                  <a:pt x="491072" y="4107657"/>
                </a:cubicBezTo>
                <a:cubicBezTo>
                  <a:pt x="514332" y="4175522"/>
                  <a:pt x="505609" y="4221957"/>
                  <a:pt x="418386" y="4189810"/>
                </a:cubicBezTo>
                <a:cubicBezTo>
                  <a:pt x="325347" y="4157663"/>
                  <a:pt x="290458" y="4218386"/>
                  <a:pt x="313718" y="4339829"/>
                </a:cubicBezTo>
                <a:cubicBezTo>
                  <a:pt x="328254" y="4418410"/>
                  <a:pt x="313718" y="4443413"/>
                  <a:pt x="249753" y="4432698"/>
                </a:cubicBezTo>
                <a:cubicBezTo>
                  <a:pt x="179975" y="4421982"/>
                  <a:pt x="113103" y="4371976"/>
                  <a:pt x="25879" y="4396979"/>
                </a:cubicBezTo>
                <a:cubicBezTo>
                  <a:pt x="95658" y="4539854"/>
                  <a:pt x="243939" y="4496991"/>
                  <a:pt x="325347" y="4632722"/>
                </a:cubicBezTo>
                <a:cubicBezTo>
                  <a:pt x="229401" y="4632722"/>
                  <a:pt x="153807" y="4632722"/>
                  <a:pt x="84029" y="4604147"/>
                </a:cubicBezTo>
                <a:cubicBezTo>
                  <a:pt x="54954" y="4593433"/>
                  <a:pt x="22972" y="4579145"/>
                  <a:pt x="5527" y="4622007"/>
                </a:cubicBezTo>
                <a:cubicBezTo>
                  <a:pt x="-14826" y="4672014"/>
                  <a:pt x="25879" y="4689872"/>
                  <a:pt x="49139" y="4697016"/>
                </a:cubicBezTo>
                <a:cubicBezTo>
                  <a:pt x="116011" y="4722019"/>
                  <a:pt x="168344" y="4779170"/>
                  <a:pt x="226494" y="4825604"/>
                </a:cubicBezTo>
                <a:cubicBezTo>
                  <a:pt x="351514" y="4925616"/>
                  <a:pt x="488165" y="5011341"/>
                  <a:pt x="592833" y="5175647"/>
                </a:cubicBezTo>
                <a:cubicBezTo>
                  <a:pt x="461997" y="5132785"/>
                  <a:pt x="363144" y="5032772"/>
                  <a:pt x="238123" y="5014913"/>
                </a:cubicBezTo>
                <a:cubicBezTo>
                  <a:pt x="345700" y="5164932"/>
                  <a:pt x="482350" y="5264944"/>
                  <a:pt x="610278" y="5375673"/>
                </a:cubicBezTo>
                <a:cubicBezTo>
                  <a:pt x="648075" y="5407819"/>
                  <a:pt x="685872" y="5429250"/>
                  <a:pt x="691686" y="5497116"/>
                </a:cubicBezTo>
                <a:cubicBezTo>
                  <a:pt x="709132" y="5629276"/>
                  <a:pt x="755650" y="5736432"/>
                  <a:pt x="860319" y="5793582"/>
                </a:cubicBezTo>
                <a:cubicBezTo>
                  <a:pt x="860319" y="5793582"/>
                  <a:pt x="854504" y="5815013"/>
                  <a:pt x="851597" y="5825729"/>
                </a:cubicBezTo>
                <a:cubicBezTo>
                  <a:pt x="787632" y="5829301"/>
                  <a:pt x="738206" y="5750720"/>
                  <a:pt x="659704" y="5779295"/>
                </a:cubicBezTo>
                <a:cubicBezTo>
                  <a:pt x="738206" y="5886451"/>
                  <a:pt x="802169" y="5979319"/>
                  <a:pt x="909746" y="6029326"/>
                </a:cubicBezTo>
                <a:cubicBezTo>
                  <a:pt x="996969" y="6068616"/>
                  <a:pt x="1104545" y="6093620"/>
                  <a:pt x="1168509" y="6222207"/>
                </a:cubicBezTo>
                <a:cubicBezTo>
                  <a:pt x="1095822" y="6247210"/>
                  <a:pt x="1040581" y="6215063"/>
                  <a:pt x="985339" y="6193632"/>
                </a:cubicBezTo>
                <a:cubicBezTo>
                  <a:pt x="901023" y="6157913"/>
                  <a:pt x="816707" y="6118623"/>
                  <a:pt x="732391" y="6082904"/>
                </a:cubicBezTo>
                <a:cubicBezTo>
                  <a:pt x="700408" y="6068616"/>
                  <a:pt x="665519" y="6061472"/>
                  <a:pt x="645167" y="6125766"/>
                </a:cubicBezTo>
                <a:cubicBezTo>
                  <a:pt x="752743" y="6140053"/>
                  <a:pt x="816707" y="6225779"/>
                  <a:pt x="883579" y="6307932"/>
                </a:cubicBezTo>
                <a:cubicBezTo>
                  <a:pt x="921375" y="6354366"/>
                  <a:pt x="953358" y="6415088"/>
                  <a:pt x="1020229" y="6393657"/>
                </a:cubicBezTo>
                <a:cubicBezTo>
                  <a:pt x="1055118" y="6382942"/>
                  <a:pt x="1078378" y="6415088"/>
                  <a:pt x="1075471" y="6457950"/>
                </a:cubicBezTo>
                <a:cubicBezTo>
                  <a:pt x="1060933" y="6607970"/>
                  <a:pt x="1145250" y="6657976"/>
                  <a:pt x="1232473" y="6686551"/>
                </a:cubicBezTo>
                <a:cubicBezTo>
                  <a:pt x="1360401" y="6729413"/>
                  <a:pt x="1473792" y="6815138"/>
                  <a:pt x="1592997" y="6886576"/>
                </a:cubicBezTo>
                <a:lnTo>
                  <a:pt x="5511704" y="6886576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D5AE3C-1FA8-4865-152C-997D61306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13312"/>
            <a:ext cx="4038600" cy="5431376"/>
          </a:xfrm>
        </p:spPr>
        <p:txBody>
          <a:bodyPr>
            <a:normAutofit/>
          </a:bodyPr>
          <a:lstStyle/>
          <a:p>
            <a:r>
              <a:rPr lang="en-US" dirty="0"/>
              <a:t>Screen Calibration</a:t>
            </a:r>
            <a:endParaRPr lang="he-IL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1C80BE0-402D-4BE9-F494-26F3282DD1D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714999" y="713313"/>
            <a:ext cx="5638801" cy="543137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he-IL" altLang="he-IL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Why Calibration Matters:</a:t>
            </a:r>
            <a:r>
              <a:rPr lang="en-US" sz="2000" dirty="0"/>
              <a:t> Ensures that all tests are scaled correctly for the user's specific monitor size.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Users calibrate their screen using a real-world object (e.g., credit card or ID) to adjust screen dimensions.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Calibration ensures accurate results across different monitors and screen settings.</a:t>
            </a:r>
          </a:p>
        </p:txBody>
      </p:sp>
    </p:spTree>
    <p:extLst>
      <p:ext uri="{BB962C8B-B14F-4D97-AF65-F5344CB8AC3E}">
        <p14:creationId xmlns:p14="http://schemas.microsoft.com/office/powerpoint/2010/main" val="35996467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84697CDA-BDB7-4883-B48B-1D4EDB2F0E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2C264-8920-1669-26F8-A3A7165F42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9751" y="934327"/>
            <a:ext cx="8924392" cy="105827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Functional Flow</a:t>
            </a:r>
            <a:endParaRPr lang="he-IL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295B176-FA0E-4B6A-A190-5E2E82BEA5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93813" y="2337807"/>
            <a:ext cx="9604374" cy="3585866"/>
          </a:xfrm>
          <a:custGeom>
            <a:avLst/>
            <a:gdLst>
              <a:gd name="connsiteX0" fmla="*/ 0 w 9604374"/>
              <a:gd name="connsiteY0" fmla="*/ 0 h 3585866"/>
              <a:gd name="connsiteX1" fmla="*/ 9604374 w 9604374"/>
              <a:gd name="connsiteY1" fmla="*/ 0 h 3585866"/>
              <a:gd name="connsiteX2" fmla="*/ 9604374 w 9604374"/>
              <a:gd name="connsiteY2" fmla="*/ 3095088 h 3585866"/>
              <a:gd name="connsiteX3" fmla="*/ 9591455 w 9604374"/>
              <a:gd name="connsiteY3" fmla="*/ 3097044 h 3585866"/>
              <a:gd name="connsiteX4" fmla="*/ 9285147 w 9604374"/>
              <a:gd name="connsiteY4" fmla="*/ 3164182 h 3585866"/>
              <a:gd name="connsiteX5" fmla="*/ 9114078 w 9604374"/>
              <a:gd name="connsiteY5" fmla="*/ 3164299 h 3585866"/>
              <a:gd name="connsiteX6" fmla="*/ 8999665 w 9604374"/>
              <a:gd name="connsiteY6" fmla="*/ 3157864 h 3585866"/>
              <a:gd name="connsiteX7" fmla="*/ 8925240 w 9604374"/>
              <a:gd name="connsiteY7" fmla="*/ 3152135 h 3585866"/>
              <a:gd name="connsiteX8" fmla="*/ 8868257 w 9604374"/>
              <a:gd name="connsiteY8" fmla="*/ 3146819 h 3585866"/>
              <a:gd name="connsiteX9" fmla="*/ 8792363 w 9604374"/>
              <a:gd name="connsiteY9" fmla="*/ 3146856 h 3585866"/>
              <a:gd name="connsiteX10" fmla="*/ 8668399 w 9604374"/>
              <a:gd name="connsiteY10" fmla="*/ 3196893 h 3585866"/>
              <a:gd name="connsiteX11" fmla="*/ 8474043 w 9604374"/>
              <a:gd name="connsiteY11" fmla="*/ 3240734 h 3585866"/>
              <a:gd name="connsiteX12" fmla="*/ 8317555 w 9604374"/>
              <a:gd name="connsiteY12" fmla="*/ 3247156 h 3585866"/>
              <a:gd name="connsiteX13" fmla="*/ 8280111 w 9604374"/>
              <a:gd name="connsiteY13" fmla="*/ 3255812 h 3585866"/>
              <a:gd name="connsiteX14" fmla="*/ 8096088 w 9604374"/>
              <a:gd name="connsiteY14" fmla="*/ 3253903 h 3585866"/>
              <a:gd name="connsiteX15" fmla="*/ 7825642 w 9604374"/>
              <a:gd name="connsiteY15" fmla="*/ 3271628 h 3585866"/>
              <a:gd name="connsiteX16" fmla="*/ 7531820 w 9604374"/>
              <a:gd name="connsiteY16" fmla="*/ 3252671 h 3585866"/>
              <a:gd name="connsiteX17" fmla="*/ 7193751 w 9604374"/>
              <a:gd name="connsiteY17" fmla="*/ 3245192 h 3585866"/>
              <a:gd name="connsiteX18" fmla="*/ 6976768 w 9604374"/>
              <a:gd name="connsiteY18" fmla="*/ 3238559 h 3585866"/>
              <a:gd name="connsiteX19" fmla="*/ 6756462 w 9604374"/>
              <a:gd name="connsiteY19" fmla="*/ 3273268 h 3585866"/>
              <a:gd name="connsiteX20" fmla="*/ 6512214 w 9604374"/>
              <a:gd name="connsiteY20" fmla="*/ 3298845 h 3585866"/>
              <a:gd name="connsiteX21" fmla="*/ 6289569 w 9604374"/>
              <a:gd name="connsiteY21" fmla="*/ 3301118 h 3585866"/>
              <a:gd name="connsiteX22" fmla="*/ 6157816 w 9604374"/>
              <a:gd name="connsiteY22" fmla="*/ 3308643 h 3585866"/>
              <a:gd name="connsiteX23" fmla="*/ 6110062 w 9604374"/>
              <a:gd name="connsiteY23" fmla="*/ 3321185 h 3585866"/>
              <a:gd name="connsiteX24" fmla="*/ 6041832 w 9604374"/>
              <a:gd name="connsiteY24" fmla="*/ 3332190 h 3585866"/>
              <a:gd name="connsiteX25" fmla="*/ 5923195 w 9604374"/>
              <a:gd name="connsiteY25" fmla="*/ 3359104 h 3585866"/>
              <a:gd name="connsiteX26" fmla="*/ 5770972 w 9604374"/>
              <a:gd name="connsiteY26" fmla="*/ 3369893 h 3585866"/>
              <a:gd name="connsiteX27" fmla="*/ 5632583 w 9604374"/>
              <a:gd name="connsiteY27" fmla="*/ 3357730 h 3585866"/>
              <a:gd name="connsiteX28" fmla="*/ 5539996 w 9604374"/>
              <a:gd name="connsiteY28" fmla="*/ 3352890 h 3585866"/>
              <a:gd name="connsiteX29" fmla="*/ 5315460 w 9604374"/>
              <a:gd name="connsiteY29" fmla="*/ 3350411 h 3585866"/>
              <a:gd name="connsiteX30" fmla="*/ 5072455 w 9604374"/>
              <a:gd name="connsiteY30" fmla="*/ 3338147 h 3585866"/>
              <a:gd name="connsiteX31" fmla="*/ 5016364 w 9604374"/>
              <a:gd name="connsiteY31" fmla="*/ 3348937 h 3585866"/>
              <a:gd name="connsiteX32" fmla="*/ 4922276 w 9604374"/>
              <a:gd name="connsiteY32" fmla="*/ 3366515 h 3585866"/>
              <a:gd name="connsiteX33" fmla="*/ 4856444 w 9604374"/>
              <a:gd name="connsiteY33" fmla="*/ 3399463 h 3585866"/>
              <a:gd name="connsiteX34" fmla="*/ 4775993 w 9604374"/>
              <a:gd name="connsiteY34" fmla="*/ 3406312 h 3585866"/>
              <a:gd name="connsiteX35" fmla="*/ 4667320 w 9604374"/>
              <a:gd name="connsiteY35" fmla="*/ 3397926 h 3585866"/>
              <a:gd name="connsiteX36" fmla="*/ 4540268 w 9604374"/>
              <a:gd name="connsiteY36" fmla="*/ 3424464 h 3585866"/>
              <a:gd name="connsiteX37" fmla="*/ 4465491 w 9604374"/>
              <a:gd name="connsiteY37" fmla="*/ 3433154 h 3585866"/>
              <a:gd name="connsiteX38" fmla="*/ 4262864 w 9604374"/>
              <a:gd name="connsiteY38" fmla="*/ 3464075 h 3585866"/>
              <a:gd name="connsiteX39" fmla="*/ 4175005 w 9604374"/>
              <a:gd name="connsiteY39" fmla="*/ 3493545 h 3585866"/>
              <a:gd name="connsiteX40" fmla="*/ 4030100 w 9604374"/>
              <a:gd name="connsiteY40" fmla="*/ 3514212 h 3585866"/>
              <a:gd name="connsiteX41" fmla="*/ 3926631 w 9604374"/>
              <a:gd name="connsiteY41" fmla="*/ 3525304 h 3585866"/>
              <a:gd name="connsiteX42" fmla="*/ 3897306 w 9604374"/>
              <a:gd name="connsiteY42" fmla="*/ 3547095 h 3585866"/>
              <a:gd name="connsiteX43" fmla="*/ 3896886 w 9604374"/>
              <a:gd name="connsiteY43" fmla="*/ 3547500 h 3585866"/>
              <a:gd name="connsiteX44" fmla="*/ 3834004 w 9604374"/>
              <a:gd name="connsiteY44" fmla="*/ 3550510 h 3585866"/>
              <a:gd name="connsiteX45" fmla="*/ 3696227 w 9604374"/>
              <a:gd name="connsiteY45" fmla="*/ 3574175 h 3585866"/>
              <a:gd name="connsiteX46" fmla="*/ 3652821 w 9604374"/>
              <a:gd name="connsiteY46" fmla="*/ 3580368 h 3585866"/>
              <a:gd name="connsiteX47" fmla="*/ 3629691 w 9604374"/>
              <a:gd name="connsiteY47" fmla="*/ 3585866 h 3585866"/>
              <a:gd name="connsiteX48" fmla="*/ 3595018 w 9604374"/>
              <a:gd name="connsiteY48" fmla="*/ 3571623 h 3585866"/>
              <a:gd name="connsiteX49" fmla="*/ 3551656 w 9604374"/>
              <a:gd name="connsiteY49" fmla="*/ 3577800 h 3585866"/>
              <a:gd name="connsiteX50" fmla="*/ 3541558 w 9604374"/>
              <a:gd name="connsiteY50" fmla="*/ 3579797 h 3585866"/>
              <a:gd name="connsiteX51" fmla="*/ 3465708 w 9604374"/>
              <a:gd name="connsiteY51" fmla="*/ 3565931 h 3585866"/>
              <a:gd name="connsiteX52" fmla="*/ 3458313 w 9604374"/>
              <a:gd name="connsiteY52" fmla="*/ 3560366 h 3585866"/>
              <a:gd name="connsiteX53" fmla="*/ 3420278 w 9604374"/>
              <a:gd name="connsiteY53" fmla="*/ 3557947 h 3585866"/>
              <a:gd name="connsiteX54" fmla="*/ 3415952 w 9604374"/>
              <a:gd name="connsiteY54" fmla="*/ 3559424 h 3585866"/>
              <a:gd name="connsiteX55" fmla="*/ 3384432 w 9604374"/>
              <a:gd name="connsiteY55" fmla="*/ 3550905 h 3585866"/>
              <a:gd name="connsiteX56" fmla="*/ 3258039 w 9604374"/>
              <a:gd name="connsiteY56" fmla="*/ 3535884 h 3585866"/>
              <a:gd name="connsiteX57" fmla="*/ 3015008 w 9604374"/>
              <a:gd name="connsiteY57" fmla="*/ 3528000 h 3585866"/>
              <a:gd name="connsiteX58" fmla="*/ 2761910 w 9604374"/>
              <a:gd name="connsiteY58" fmla="*/ 3505496 h 3585866"/>
              <a:gd name="connsiteX59" fmla="*/ 2521923 w 9604374"/>
              <a:gd name="connsiteY59" fmla="*/ 3514208 h 3585866"/>
              <a:gd name="connsiteX60" fmla="*/ 2085894 w 9604374"/>
              <a:gd name="connsiteY60" fmla="*/ 3490122 h 3585866"/>
              <a:gd name="connsiteX61" fmla="*/ 1936305 w 9604374"/>
              <a:gd name="connsiteY61" fmla="*/ 3487966 h 3585866"/>
              <a:gd name="connsiteX62" fmla="*/ 1836080 w 9604374"/>
              <a:gd name="connsiteY62" fmla="*/ 3487150 h 3585866"/>
              <a:gd name="connsiteX63" fmla="*/ 1829133 w 9604374"/>
              <a:gd name="connsiteY63" fmla="*/ 3489437 h 3585866"/>
              <a:gd name="connsiteX64" fmla="*/ 1801140 w 9604374"/>
              <a:gd name="connsiteY64" fmla="*/ 3490787 h 3585866"/>
              <a:gd name="connsiteX65" fmla="*/ 1793476 w 9604374"/>
              <a:gd name="connsiteY65" fmla="*/ 3500921 h 3585866"/>
              <a:gd name="connsiteX66" fmla="*/ 1699923 w 9604374"/>
              <a:gd name="connsiteY66" fmla="*/ 3509706 h 3585866"/>
              <a:gd name="connsiteX67" fmla="*/ 1474760 w 9604374"/>
              <a:gd name="connsiteY67" fmla="*/ 3513685 h 3585866"/>
              <a:gd name="connsiteX68" fmla="*/ 1308130 w 9604374"/>
              <a:gd name="connsiteY68" fmla="*/ 3496703 h 3585866"/>
              <a:gd name="connsiteX69" fmla="*/ 1252381 w 9604374"/>
              <a:gd name="connsiteY69" fmla="*/ 3506093 h 3585866"/>
              <a:gd name="connsiteX70" fmla="*/ 1174550 w 9604374"/>
              <a:gd name="connsiteY70" fmla="*/ 3512642 h 3585866"/>
              <a:gd name="connsiteX71" fmla="*/ 924455 w 9604374"/>
              <a:gd name="connsiteY71" fmla="*/ 3507283 h 3585866"/>
              <a:gd name="connsiteX72" fmla="*/ 718373 w 9604374"/>
              <a:gd name="connsiteY72" fmla="*/ 3511753 h 3585866"/>
              <a:gd name="connsiteX73" fmla="*/ 600444 w 9604374"/>
              <a:gd name="connsiteY73" fmla="*/ 3520899 h 3585866"/>
              <a:gd name="connsiteX74" fmla="*/ 351173 w 9604374"/>
              <a:gd name="connsiteY74" fmla="*/ 3495843 h 3585866"/>
              <a:gd name="connsiteX75" fmla="*/ 108372 w 9604374"/>
              <a:gd name="connsiteY75" fmla="*/ 3484386 h 3585866"/>
              <a:gd name="connsiteX76" fmla="*/ 6467 w 9604374"/>
              <a:gd name="connsiteY76" fmla="*/ 3476532 h 3585866"/>
              <a:gd name="connsiteX77" fmla="*/ 0 w 9604374"/>
              <a:gd name="connsiteY77" fmla="*/ 3475412 h 3585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9604374" h="3585866">
                <a:moveTo>
                  <a:pt x="0" y="0"/>
                </a:moveTo>
                <a:lnTo>
                  <a:pt x="9604374" y="0"/>
                </a:lnTo>
                <a:lnTo>
                  <a:pt x="9604374" y="3095088"/>
                </a:lnTo>
                <a:lnTo>
                  <a:pt x="9591455" y="3097044"/>
                </a:lnTo>
                <a:cubicBezTo>
                  <a:pt x="9496183" y="3133516"/>
                  <a:pt x="9411472" y="3121301"/>
                  <a:pt x="9285147" y="3164182"/>
                </a:cubicBezTo>
                <a:cubicBezTo>
                  <a:pt x="9222914" y="3162781"/>
                  <a:pt x="9174371" y="3173454"/>
                  <a:pt x="9114078" y="3164299"/>
                </a:cubicBezTo>
                <a:cubicBezTo>
                  <a:pt x="9087411" y="3155904"/>
                  <a:pt x="9030947" y="3180906"/>
                  <a:pt x="8999665" y="3157864"/>
                </a:cubicBezTo>
                <a:cubicBezTo>
                  <a:pt x="8997339" y="3174606"/>
                  <a:pt x="8938300" y="3159909"/>
                  <a:pt x="8925240" y="3152135"/>
                </a:cubicBezTo>
                <a:cubicBezTo>
                  <a:pt x="8910091" y="3159441"/>
                  <a:pt x="8884639" y="3146109"/>
                  <a:pt x="8868257" y="3146819"/>
                </a:cubicBezTo>
                <a:cubicBezTo>
                  <a:pt x="8835852" y="3110204"/>
                  <a:pt x="8832251" y="3167659"/>
                  <a:pt x="8792363" y="3146856"/>
                </a:cubicBezTo>
                <a:cubicBezTo>
                  <a:pt x="8774838" y="3159285"/>
                  <a:pt x="8715420" y="3185652"/>
                  <a:pt x="8668399" y="3196893"/>
                </a:cubicBezTo>
                <a:cubicBezTo>
                  <a:pt x="8575902" y="3221445"/>
                  <a:pt x="8569506" y="3250654"/>
                  <a:pt x="8474043" y="3240734"/>
                </a:cubicBezTo>
                <a:cubicBezTo>
                  <a:pt x="8460613" y="3264436"/>
                  <a:pt x="8297088" y="3204738"/>
                  <a:pt x="8317555" y="3247156"/>
                </a:cubicBezTo>
                <a:cubicBezTo>
                  <a:pt x="8285696" y="3245083"/>
                  <a:pt x="8262352" y="3228203"/>
                  <a:pt x="8280111" y="3255812"/>
                </a:cubicBezTo>
                <a:lnTo>
                  <a:pt x="8096088" y="3253903"/>
                </a:lnTo>
                <a:cubicBezTo>
                  <a:pt x="7994084" y="3261603"/>
                  <a:pt x="7930388" y="3281921"/>
                  <a:pt x="7825642" y="3271628"/>
                </a:cubicBezTo>
                <a:cubicBezTo>
                  <a:pt x="7723046" y="3270395"/>
                  <a:pt x="7671282" y="3252297"/>
                  <a:pt x="7531820" y="3252671"/>
                </a:cubicBezTo>
                <a:cubicBezTo>
                  <a:pt x="7433606" y="3250277"/>
                  <a:pt x="7293100" y="3236234"/>
                  <a:pt x="7193751" y="3245192"/>
                </a:cubicBezTo>
                <a:cubicBezTo>
                  <a:pt x="7074822" y="3223769"/>
                  <a:pt x="7104250" y="3250265"/>
                  <a:pt x="6976768" y="3238559"/>
                </a:cubicBezTo>
                <a:cubicBezTo>
                  <a:pt x="6921032" y="3284865"/>
                  <a:pt x="6823818" y="3261794"/>
                  <a:pt x="6756462" y="3273268"/>
                </a:cubicBezTo>
                <a:cubicBezTo>
                  <a:pt x="6679037" y="3283316"/>
                  <a:pt x="6590030" y="3294204"/>
                  <a:pt x="6512214" y="3298845"/>
                </a:cubicBezTo>
                <a:cubicBezTo>
                  <a:pt x="6450581" y="3277980"/>
                  <a:pt x="6366042" y="3329199"/>
                  <a:pt x="6289569" y="3301118"/>
                </a:cubicBezTo>
                <a:cubicBezTo>
                  <a:pt x="6261432" y="3294355"/>
                  <a:pt x="6174310" y="3295209"/>
                  <a:pt x="6157816" y="3308643"/>
                </a:cubicBezTo>
                <a:cubicBezTo>
                  <a:pt x="6139648" y="3311557"/>
                  <a:pt x="6118459" y="3306799"/>
                  <a:pt x="6110062" y="3321185"/>
                </a:cubicBezTo>
                <a:cubicBezTo>
                  <a:pt x="6096189" y="3338498"/>
                  <a:pt x="6032810" y="3311765"/>
                  <a:pt x="6041832" y="3332190"/>
                </a:cubicBezTo>
                <a:cubicBezTo>
                  <a:pt x="5996830" y="3313871"/>
                  <a:pt x="5961033" y="3350141"/>
                  <a:pt x="5923195" y="3359104"/>
                </a:cubicBezTo>
                <a:cubicBezTo>
                  <a:pt x="5887750" y="3340930"/>
                  <a:pt x="5853570" y="3365323"/>
                  <a:pt x="5770972" y="3369893"/>
                </a:cubicBezTo>
                <a:cubicBezTo>
                  <a:pt x="5731993" y="3348876"/>
                  <a:pt x="5705091" y="3385599"/>
                  <a:pt x="5632583" y="3357730"/>
                </a:cubicBezTo>
                <a:cubicBezTo>
                  <a:pt x="5594087" y="3357562"/>
                  <a:pt x="5606154" y="3357443"/>
                  <a:pt x="5539996" y="3352890"/>
                </a:cubicBezTo>
                <a:cubicBezTo>
                  <a:pt x="5439049" y="3348000"/>
                  <a:pt x="5408459" y="3356166"/>
                  <a:pt x="5315460" y="3350411"/>
                </a:cubicBezTo>
                <a:cubicBezTo>
                  <a:pt x="5211119" y="3348356"/>
                  <a:pt x="5208881" y="3372469"/>
                  <a:pt x="5072455" y="3338147"/>
                </a:cubicBezTo>
                <a:cubicBezTo>
                  <a:pt x="5061717" y="3354508"/>
                  <a:pt x="5045493" y="3355753"/>
                  <a:pt x="5016364" y="3348937"/>
                </a:cubicBezTo>
                <a:cubicBezTo>
                  <a:pt x="4965900" y="3349130"/>
                  <a:pt x="4977835" y="3389131"/>
                  <a:pt x="4922276" y="3366515"/>
                </a:cubicBezTo>
                <a:cubicBezTo>
                  <a:pt x="4935702" y="3387794"/>
                  <a:pt x="4828733" y="3377760"/>
                  <a:pt x="4856444" y="3399463"/>
                </a:cubicBezTo>
                <a:cubicBezTo>
                  <a:pt x="4827698" y="3420094"/>
                  <a:pt x="4805019" y="3388256"/>
                  <a:pt x="4775993" y="3406312"/>
                </a:cubicBezTo>
                <a:cubicBezTo>
                  <a:pt x="4744470" y="3406056"/>
                  <a:pt x="4706605" y="3394901"/>
                  <a:pt x="4667320" y="3397926"/>
                </a:cubicBezTo>
                <a:cubicBezTo>
                  <a:pt x="4613435" y="3387476"/>
                  <a:pt x="4608100" y="3410487"/>
                  <a:pt x="4540268" y="3424464"/>
                </a:cubicBezTo>
                <a:cubicBezTo>
                  <a:pt x="4508279" y="3412969"/>
                  <a:pt x="4485989" y="3420063"/>
                  <a:pt x="4465491" y="3433154"/>
                </a:cubicBezTo>
                <a:cubicBezTo>
                  <a:pt x="4396498" y="3432601"/>
                  <a:pt x="4338078" y="3453569"/>
                  <a:pt x="4262864" y="3464075"/>
                </a:cubicBezTo>
                <a:cubicBezTo>
                  <a:pt x="4180249" y="3483394"/>
                  <a:pt x="4225769" y="3479019"/>
                  <a:pt x="4175005" y="3493545"/>
                </a:cubicBezTo>
                <a:lnTo>
                  <a:pt x="4030100" y="3514212"/>
                </a:lnTo>
                <a:lnTo>
                  <a:pt x="3926631" y="3525304"/>
                </a:lnTo>
                <a:lnTo>
                  <a:pt x="3897306" y="3547095"/>
                </a:lnTo>
                <a:lnTo>
                  <a:pt x="3896886" y="3547500"/>
                </a:lnTo>
                <a:lnTo>
                  <a:pt x="3834004" y="3550510"/>
                </a:lnTo>
                <a:cubicBezTo>
                  <a:pt x="3800562" y="3554957"/>
                  <a:pt x="3734185" y="3568533"/>
                  <a:pt x="3696227" y="3574175"/>
                </a:cubicBezTo>
                <a:cubicBezTo>
                  <a:pt x="3661780" y="3570074"/>
                  <a:pt x="3640587" y="3551815"/>
                  <a:pt x="3652821" y="3580368"/>
                </a:cubicBezTo>
                <a:cubicBezTo>
                  <a:pt x="3641506" y="3579831"/>
                  <a:pt x="3634593" y="3582151"/>
                  <a:pt x="3629691" y="3585866"/>
                </a:cubicBezTo>
                <a:lnTo>
                  <a:pt x="3595018" y="3571623"/>
                </a:lnTo>
                <a:lnTo>
                  <a:pt x="3551656" y="3577800"/>
                </a:lnTo>
                <a:lnTo>
                  <a:pt x="3541558" y="3579797"/>
                </a:lnTo>
                <a:lnTo>
                  <a:pt x="3465708" y="3565931"/>
                </a:lnTo>
                <a:lnTo>
                  <a:pt x="3458313" y="3560366"/>
                </a:lnTo>
                <a:cubicBezTo>
                  <a:pt x="3450380" y="3556940"/>
                  <a:pt x="3439090" y="3555355"/>
                  <a:pt x="3420278" y="3557947"/>
                </a:cubicBezTo>
                <a:lnTo>
                  <a:pt x="3415952" y="3559424"/>
                </a:lnTo>
                <a:lnTo>
                  <a:pt x="3384432" y="3550905"/>
                </a:lnTo>
                <a:cubicBezTo>
                  <a:pt x="3374259" y="3547029"/>
                  <a:pt x="3265415" y="3542149"/>
                  <a:pt x="3258039" y="3535884"/>
                </a:cubicBezTo>
                <a:cubicBezTo>
                  <a:pt x="3138852" y="3551394"/>
                  <a:pt x="3130647" y="3523871"/>
                  <a:pt x="3015008" y="3528000"/>
                </a:cubicBezTo>
                <a:cubicBezTo>
                  <a:pt x="2914857" y="3486061"/>
                  <a:pt x="2851687" y="3511605"/>
                  <a:pt x="2761910" y="3505496"/>
                </a:cubicBezTo>
                <a:cubicBezTo>
                  <a:pt x="2676401" y="3501198"/>
                  <a:pt x="2636809" y="3514769"/>
                  <a:pt x="2521923" y="3514208"/>
                </a:cubicBezTo>
                <a:cubicBezTo>
                  <a:pt x="2400197" y="3505062"/>
                  <a:pt x="2222818" y="3509922"/>
                  <a:pt x="2085894" y="3490122"/>
                </a:cubicBezTo>
                <a:cubicBezTo>
                  <a:pt x="1978312" y="3483748"/>
                  <a:pt x="1977940" y="3488460"/>
                  <a:pt x="1936305" y="3487966"/>
                </a:cubicBezTo>
                <a:cubicBezTo>
                  <a:pt x="1922459" y="3490683"/>
                  <a:pt x="1849334" y="3482739"/>
                  <a:pt x="1836080" y="3487150"/>
                </a:cubicBezTo>
                <a:lnTo>
                  <a:pt x="1829133" y="3489437"/>
                </a:lnTo>
                <a:lnTo>
                  <a:pt x="1801140" y="3490787"/>
                </a:lnTo>
                <a:lnTo>
                  <a:pt x="1793476" y="3500921"/>
                </a:lnTo>
                <a:lnTo>
                  <a:pt x="1699923" y="3509706"/>
                </a:lnTo>
                <a:cubicBezTo>
                  <a:pt x="1637728" y="3485036"/>
                  <a:pt x="1584624" y="3514467"/>
                  <a:pt x="1474760" y="3513685"/>
                </a:cubicBezTo>
                <a:cubicBezTo>
                  <a:pt x="1445646" y="3505164"/>
                  <a:pt x="1329781" y="3484421"/>
                  <a:pt x="1308130" y="3496703"/>
                </a:cubicBezTo>
                <a:cubicBezTo>
                  <a:pt x="1287409" y="3498430"/>
                  <a:pt x="1265391" y="3492347"/>
                  <a:pt x="1252381" y="3506093"/>
                </a:cubicBezTo>
                <a:cubicBezTo>
                  <a:pt x="1232588" y="3522393"/>
                  <a:pt x="1170020" y="3491785"/>
                  <a:pt x="1174550" y="3512642"/>
                </a:cubicBezTo>
                <a:cubicBezTo>
                  <a:pt x="1119896" y="3512841"/>
                  <a:pt x="1000484" y="3507431"/>
                  <a:pt x="924455" y="3507283"/>
                </a:cubicBezTo>
                <a:cubicBezTo>
                  <a:pt x="887180" y="3483915"/>
                  <a:pt x="777361" y="3516071"/>
                  <a:pt x="718373" y="3511753"/>
                </a:cubicBezTo>
                <a:cubicBezTo>
                  <a:pt x="666588" y="3513355"/>
                  <a:pt x="661645" y="3525551"/>
                  <a:pt x="600444" y="3520899"/>
                </a:cubicBezTo>
                <a:cubicBezTo>
                  <a:pt x="491334" y="3516943"/>
                  <a:pt x="451794" y="3507522"/>
                  <a:pt x="351173" y="3495843"/>
                </a:cubicBezTo>
                <a:cubicBezTo>
                  <a:pt x="237121" y="3487112"/>
                  <a:pt x="235857" y="3499212"/>
                  <a:pt x="108372" y="3484386"/>
                </a:cubicBezTo>
                <a:cubicBezTo>
                  <a:pt x="86318" y="3481054"/>
                  <a:pt x="40657" y="3480329"/>
                  <a:pt x="6467" y="3476532"/>
                </a:cubicBezTo>
                <a:lnTo>
                  <a:pt x="0" y="3475412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0" name="Rectangle 6">
            <a:extLst>
              <a:ext uri="{FF2B5EF4-FFF2-40B4-BE49-F238E27FC236}">
                <a16:creationId xmlns:a16="http://schemas.microsoft.com/office/drawing/2014/main" id="{48F779DE-4744-42D6-9C74-33EC94460C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21727" y="2190741"/>
            <a:ext cx="1348547" cy="407804"/>
          </a:xfrm>
          <a:custGeom>
            <a:avLst/>
            <a:gdLst>
              <a:gd name="connsiteX0" fmla="*/ 0 w 2142503"/>
              <a:gd name="connsiteY0" fmla="*/ 0 h 571500"/>
              <a:gd name="connsiteX1" fmla="*/ 2142503 w 2142503"/>
              <a:gd name="connsiteY1" fmla="*/ 0 h 571500"/>
              <a:gd name="connsiteX2" fmla="*/ 2142503 w 2142503"/>
              <a:gd name="connsiteY2" fmla="*/ 571500 h 571500"/>
              <a:gd name="connsiteX3" fmla="*/ 0 w 2142503"/>
              <a:gd name="connsiteY3" fmla="*/ 571500 h 571500"/>
              <a:gd name="connsiteX4" fmla="*/ 0 w 2142503"/>
              <a:gd name="connsiteY4" fmla="*/ 0 h 571500"/>
              <a:gd name="connsiteX0" fmla="*/ 0 w 2142503"/>
              <a:gd name="connsiteY0" fmla="*/ 0 h 582145"/>
              <a:gd name="connsiteX1" fmla="*/ 2142503 w 2142503"/>
              <a:gd name="connsiteY1" fmla="*/ 0 h 582145"/>
              <a:gd name="connsiteX2" fmla="*/ 2142503 w 2142503"/>
              <a:gd name="connsiteY2" fmla="*/ 571500 h 582145"/>
              <a:gd name="connsiteX3" fmla="*/ 2050917 w 2142503"/>
              <a:gd name="connsiteY3" fmla="*/ 582088 h 582145"/>
              <a:gd name="connsiteX4" fmla="*/ 0 w 2142503"/>
              <a:gd name="connsiteY4" fmla="*/ 571500 h 582145"/>
              <a:gd name="connsiteX5" fmla="*/ 0 w 2142503"/>
              <a:gd name="connsiteY5" fmla="*/ 0 h 582145"/>
              <a:gd name="connsiteX0" fmla="*/ 0 w 2159832"/>
              <a:gd name="connsiteY0" fmla="*/ 0 h 582145"/>
              <a:gd name="connsiteX1" fmla="*/ 2142503 w 2159832"/>
              <a:gd name="connsiteY1" fmla="*/ 0 h 582145"/>
              <a:gd name="connsiteX2" fmla="*/ 2159829 w 2159832"/>
              <a:gd name="connsiteY2" fmla="*/ 96526 h 582145"/>
              <a:gd name="connsiteX3" fmla="*/ 2142503 w 2159832"/>
              <a:gd name="connsiteY3" fmla="*/ 571500 h 582145"/>
              <a:gd name="connsiteX4" fmla="*/ 2050917 w 2159832"/>
              <a:gd name="connsiteY4" fmla="*/ 582088 h 582145"/>
              <a:gd name="connsiteX5" fmla="*/ 0 w 2159832"/>
              <a:gd name="connsiteY5" fmla="*/ 571500 h 582145"/>
              <a:gd name="connsiteX6" fmla="*/ 0 w 2159832"/>
              <a:gd name="connsiteY6" fmla="*/ 0 h 582145"/>
              <a:gd name="connsiteX0" fmla="*/ 0 w 2159832"/>
              <a:gd name="connsiteY0" fmla="*/ 12386 h 594531"/>
              <a:gd name="connsiteX1" fmla="*/ 67826 w 2159832"/>
              <a:gd name="connsiteY1" fmla="*/ 0 h 594531"/>
              <a:gd name="connsiteX2" fmla="*/ 2142503 w 2159832"/>
              <a:gd name="connsiteY2" fmla="*/ 12386 h 594531"/>
              <a:gd name="connsiteX3" fmla="*/ 2159829 w 2159832"/>
              <a:gd name="connsiteY3" fmla="*/ 108912 h 594531"/>
              <a:gd name="connsiteX4" fmla="*/ 2142503 w 2159832"/>
              <a:gd name="connsiteY4" fmla="*/ 583886 h 594531"/>
              <a:gd name="connsiteX5" fmla="*/ 2050917 w 2159832"/>
              <a:gd name="connsiteY5" fmla="*/ 594474 h 594531"/>
              <a:gd name="connsiteX6" fmla="*/ 0 w 2159832"/>
              <a:gd name="connsiteY6" fmla="*/ 583886 h 594531"/>
              <a:gd name="connsiteX7" fmla="*/ 0 w 2159832"/>
              <a:gd name="connsiteY7" fmla="*/ 12386 h 594531"/>
              <a:gd name="connsiteX0" fmla="*/ 0 w 2168908"/>
              <a:gd name="connsiteY0" fmla="*/ 26000 h 594531"/>
              <a:gd name="connsiteX1" fmla="*/ 76902 w 2168908"/>
              <a:gd name="connsiteY1" fmla="*/ 0 h 594531"/>
              <a:gd name="connsiteX2" fmla="*/ 2151579 w 2168908"/>
              <a:gd name="connsiteY2" fmla="*/ 12386 h 594531"/>
              <a:gd name="connsiteX3" fmla="*/ 2168905 w 2168908"/>
              <a:gd name="connsiteY3" fmla="*/ 108912 h 594531"/>
              <a:gd name="connsiteX4" fmla="*/ 2151579 w 2168908"/>
              <a:gd name="connsiteY4" fmla="*/ 583886 h 594531"/>
              <a:gd name="connsiteX5" fmla="*/ 2059993 w 2168908"/>
              <a:gd name="connsiteY5" fmla="*/ 594474 h 594531"/>
              <a:gd name="connsiteX6" fmla="*/ 9076 w 2168908"/>
              <a:gd name="connsiteY6" fmla="*/ 583886 h 594531"/>
              <a:gd name="connsiteX7" fmla="*/ 0 w 2168908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147197 w 2316105"/>
              <a:gd name="connsiteY0" fmla="*/ 26000 h 594531"/>
              <a:gd name="connsiteX1" fmla="*/ 224099 w 2316105"/>
              <a:gd name="connsiteY1" fmla="*/ 0 h 594531"/>
              <a:gd name="connsiteX2" fmla="*/ 2298776 w 2316105"/>
              <a:gd name="connsiteY2" fmla="*/ 12386 h 594531"/>
              <a:gd name="connsiteX3" fmla="*/ 2316102 w 2316105"/>
              <a:gd name="connsiteY3" fmla="*/ 108912 h 594531"/>
              <a:gd name="connsiteX4" fmla="*/ 2298776 w 2316105"/>
              <a:gd name="connsiteY4" fmla="*/ 583886 h 594531"/>
              <a:gd name="connsiteX5" fmla="*/ 2207190 w 2316105"/>
              <a:gd name="connsiteY5" fmla="*/ 594474 h 594531"/>
              <a:gd name="connsiteX6" fmla="*/ 156273 w 2316105"/>
              <a:gd name="connsiteY6" fmla="*/ 583886 h 594531"/>
              <a:gd name="connsiteX7" fmla="*/ 142416 w 2316105"/>
              <a:gd name="connsiteY7" fmla="*/ 235975 h 594531"/>
              <a:gd name="connsiteX8" fmla="*/ 147197 w 2316105"/>
              <a:gd name="connsiteY8" fmla="*/ 26000 h 594531"/>
              <a:gd name="connsiteX0" fmla="*/ 154684 w 2323592"/>
              <a:gd name="connsiteY0" fmla="*/ 26000 h 594531"/>
              <a:gd name="connsiteX1" fmla="*/ 231586 w 2323592"/>
              <a:gd name="connsiteY1" fmla="*/ 0 h 594531"/>
              <a:gd name="connsiteX2" fmla="*/ 2306263 w 2323592"/>
              <a:gd name="connsiteY2" fmla="*/ 12386 h 594531"/>
              <a:gd name="connsiteX3" fmla="*/ 2323589 w 2323592"/>
              <a:gd name="connsiteY3" fmla="*/ 108912 h 594531"/>
              <a:gd name="connsiteX4" fmla="*/ 2306263 w 2323592"/>
              <a:gd name="connsiteY4" fmla="*/ 583886 h 594531"/>
              <a:gd name="connsiteX5" fmla="*/ 2214677 w 2323592"/>
              <a:gd name="connsiteY5" fmla="*/ 594474 h 594531"/>
              <a:gd name="connsiteX6" fmla="*/ 163760 w 2323592"/>
              <a:gd name="connsiteY6" fmla="*/ 583886 h 594531"/>
              <a:gd name="connsiteX7" fmla="*/ 158979 w 2323592"/>
              <a:gd name="connsiteY7" fmla="*/ 403879 h 594531"/>
              <a:gd name="connsiteX8" fmla="*/ 149903 w 2323592"/>
              <a:gd name="connsiteY8" fmla="*/ 235975 h 594531"/>
              <a:gd name="connsiteX9" fmla="*/ 154684 w 2323592"/>
              <a:gd name="connsiteY9" fmla="*/ 26000 h 594531"/>
              <a:gd name="connsiteX0" fmla="*/ 13665 w 2182573"/>
              <a:gd name="connsiteY0" fmla="*/ 26000 h 594531"/>
              <a:gd name="connsiteX1" fmla="*/ 90567 w 2182573"/>
              <a:gd name="connsiteY1" fmla="*/ 0 h 594531"/>
              <a:gd name="connsiteX2" fmla="*/ 2165244 w 2182573"/>
              <a:gd name="connsiteY2" fmla="*/ 12386 h 594531"/>
              <a:gd name="connsiteX3" fmla="*/ 2182570 w 2182573"/>
              <a:gd name="connsiteY3" fmla="*/ 108912 h 594531"/>
              <a:gd name="connsiteX4" fmla="*/ 2165244 w 2182573"/>
              <a:gd name="connsiteY4" fmla="*/ 583886 h 594531"/>
              <a:gd name="connsiteX5" fmla="*/ 2073658 w 2182573"/>
              <a:gd name="connsiteY5" fmla="*/ 594474 h 594531"/>
              <a:gd name="connsiteX6" fmla="*/ 22741 w 2182573"/>
              <a:gd name="connsiteY6" fmla="*/ 583886 h 594531"/>
              <a:gd name="connsiteX7" fmla="*/ 17960 w 2182573"/>
              <a:gd name="connsiteY7" fmla="*/ 403879 h 594531"/>
              <a:gd name="connsiteX8" fmla="*/ 8884 w 2182573"/>
              <a:gd name="connsiteY8" fmla="*/ 235975 h 594531"/>
              <a:gd name="connsiteX9" fmla="*/ 13665 w 2182573"/>
              <a:gd name="connsiteY9" fmla="*/ 26000 h 594531"/>
              <a:gd name="connsiteX0" fmla="*/ 13665 w 2202120"/>
              <a:gd name="connsiteY0" fmla="*/ 26000 h 594531"/>
              <a:gd name="connsiteX1" fmla="*/ 90567 w 2202120"/>
              <a:gd name="connsiteY1" fmla="*/ 0 h 594531"/>
              <a:gd name="connsiteX2" fmla="*/ 2165244 w 2202120"/>
              <a:gd name="connsiteY2" fmla="*/ 12386 h 594531"/>
              <a:gd name="connsiteX3" fmla="*/ 2182570 w 2202120"/>
              <a:gd name="connsiteY3" fmla="*/ 108912 h 594531"/>
              <a:gd name="connsiteX4" fmla="*/ 2192471 w 2202120"/>
              <a:gd name="connsiteY4" fmla="*/ 583886 h 594531"/>
              <a:gd name="connsiteX5" fmla="*/ 2073658 w 2202120"/>
              <a:gd name="connsiteY5" fmla="*/ 594474 h 594531"/>
              <a:gd name="connsiteX6" fmla="*/ 22741 w 2202120"/>
              <a:gd name="connsiteY6" fmla="*/ 583886 h 594531"/>
              <a:gd name="connsiteX7" fmla="*/ 17960 w 2202120"/>
              <a:gd name="connsiteY7" fmla="*/ 403879 h 594531"/>
              <a:gd name="connsiteX8" fmla="*/ 8884 w 2202120"/>
              <a:gd name="connsiteY8" fmla="*/ 235975 h 594531"/>
              <a:gd name="connsiteX9" fmla="*/ 13665 w 2202120"/>
              <a:gd name="connsiteY9" fmla="*/ 26000 h 594531"/>
              <a:gd name="connsiteX0" fmla="*/ 13665 w 2202036"/>
              <a:gd name="connsiteY0" fmla="*/ 26000 h 594531"/>
              <a:gd name="connsiteX1" fmla="*/ 90567 w 2202036"/>
              <a:gd name="connsiteY1" fmla="*/ 0 h 594531"/>
              <a:gd name="connsiteX2" fmla="*/ 2165244 w 2202036"/>
              <a:gd name="connsiteY2" fmla="*/ 12386 h 594531"/>
              <a:gd name="connsiteX3" fmla="*/ 2182570 w 2202036"/>
              <a:gd name="connsiteY3" fmla="*/ 108912 h 594531"/>
              <a:gd name="connsiteX4" fmla="*/ 2191645 w 2202036"/>
              <a:gd name="connsiteY4" fmla="*/ 422031 h 594531"/>
              <a:gd name="connsiteX5" fmla="*/ 2192471 w 2202036"/>
              <a:gd name="connsiteY5" fmla="*/ 583886 h 594531"/>
              <a:gd name="connsiteX6" fmla="*/ 2073658 w 2202036"/>
              <a:gd name="connsiteY6" fmla="*/ 594474 h 594531"/>
              <a:gd name="connsiteX7" fmla="*/ 22741 w 2202036"/>
              <a:gd name="connsiteY7" fmla="*/ 583886 h 594531"/>
              <a:gd name="connsiteX8" fmla="*/ 17960 w 2202036"/>
              <a:gd name="connsiteY8" fmla="*/ 403879 h 594531"/>
              <a:gd name="connsiteX9" fmla="*/ 8884 w 2202036"/>
              <a:gd name="connsiteY9" fmla="*/ 235975 h 594531"/>
              <a:gd name="connsiteX10" fmla="*/ 13665 w 2202036"/>
              <a:gd name="connsiteY10" fmla="*/ 26000 h 594531"/>
              <a:gd name="connsiteX0" fmla="*/ 142254 w 2330625"/>
              <a:gd name="connsiteY0" fmla="*/ 26000 h 594531"/>
              <a:gd name="connsiteX1" fmla="*/ 219156 w 2330625"/>
              <a:gd name="connsiteY1" fmla="*/ 0 h 594531"/>
              <a:gd name="connsiteX2" fmla="*/ 2293833 w 2330625"/>
              <a:gd name="connsiteY2" fmla="*/ 12386 h 594531"/>
              <a:gd name="connsiteX3" fmla="*/ 2311159 w 2330625"/>
              <a:gd name="connsiteY3" fmla="*/ 108912 h 594531"/>
              <a:gd name="connsiteX4" fmla="*/ 2320234 w 2330625"/>
              <a:gd name="connsiteY4" fmla="*/ 422031 h 594531"/>
              <a:gd name="connsiteX5" fmla="*/ 2321060 w 2330625"/>
              <a:gd name="connsiteY5" fmla="*/ 583886 h 594531"/>
              <a:gd name="connsiteX6" fmla="*/ 2202247 w 2330625"/>
              <a:gd name="connsiteY6" fmla="*/ 594474 h 594531"/>
              <a:gd name="connsiteX7" fmla="*/ 151330 w 2330625"/>
              <a:gd name="connsiteY7" fmla="*/ 583886 h 594531"/>
              <a:gd name="connsiteX8" fmla="*/ 155624 w 2330625"/>
              <a:gd name="connsiteY8" fmla="*/ 512790 h 594531"/>
              <a:gd name="connsiteX9" fmla="*/ 146549 w 2330625"/>
              <a:gd name="connsiteY9" fmla="*/ 403879 h 594531"/>
              <a:gd name="connsiteX10" fmla="*/ 137473 w 2330625"/>
              <a:gd name="connsiteY10" fmla="*/ 235975 h 594531"/>
              <a:gd name="connsiteX11" fmla="*/ 142254 w 2330625"/>
              <a:gd name="connsiteY11" fmla="*/ 26000 h 594531"/>
              <a:gd name="connsiteX0" fmla="*/ 13413 w 2201784"/>
              <a:gd name="connsiteY0" fmla="*/ 26000 h 594531"/>
              <a:gd name="connsiteX1" fmla="*/ 90315 w 2201784"/>
              <a:gd name="connsiteY1" fmla="*/ 0 h 594531"/>
              <a:gd name="connsiteX2" fmla="*/ 2164992 w 2201784"/>
              <a:gd name="connsiteY2" fmla="*/ 12386 h 594531"/>
              <a:gd name="connsiteX3" fmla="*/ 2182318 w 2201784"/>
              <a:gd name="connsiteY3" fmla="*/ 108912 h 594531"/>
              <a:gd name="connsiteX4" fmla="*/ 2191393 w 2201784"/>
              <a:gd name="connsiteY4" fmla="*/ 422031 h 594531"/>
              <a:gd name="connsiteX5" fmla="*/ 2192219 w 2201784"/>
              <a:gd name="connsiteY5" fmla="*/ 583886 h 594531"/>
              <a:gd name="connsiteX6" fmla="*/ 2073406 w 2201784"/>
              <a:gd name="connsiteY6" fmla="*/ 594474 h 594531"/>
              <a:gd name="connsiteX7" fmla="*/ 22489 w 2201784"/>
              <a:gd name="connsiteY7" fmla="*/ 583886 h 594531"/>
              <a:gd name="connsiteX8" fmla="*/ 26783 w 2201784"/>
              <a:gd name="connsiteY8" fmla="*/ 512790 h 594531"/>
              <a:gd name="connsiteX9" fmla="*/ 17708 w 2201784"/>
              <a:gd name="connsiteY9" fmla="*/ 403879 h 594531"/>
              <a:gd name="connsiteX10" fmla="*/ 8632 w 2201784"/>
              <a:gd name="connsiteY10" fmla="*/ 235975 h 594531"/>
              <a:gd name="connsiteX11" fmla="*/ 13413 w 2201784"/>
              <a:gd name="connsiteY11" fmla="*/ 26000 h 594531"/>
              <a:gd name="connsiteX0" fmla="*/ 13413 w 2201784"/>
              <a:gd name="connsiteY0" fmla="*/ 26000 h 594531"/>
              <a:gd name="connsiteX1" fmla="*/ 90315 w 2201784"/>
              <a:gd name="connsiteY1" fmla="*/ 0 h 594531"/>
              <a:gd name="connsiteX2" fmla="*/ 2170127 w 2201784"/>
              <a:gd name="connsiteY2" fmla="*/ 33245 h 594531"/>
              <a:gd name="connsiteX3" fmla="*/ 2182318 w 2201784"/>
              <a:gd name="connsiteY3" fmla="*/ 108912 h 594531"/>
              <a:gd name="connsiteX4" fmla="*/ 2191393 w 2201784"/>
              <a:gd name="connsiteY4" fmla="*/ 422031 h 594531"/>
              <a:gd name="connsiteX5" fmla="*/ 2192219 w 2201784"/>
              <a:gd name="connsiteY5" fmla="*/ 583886 h 594531"/>
              <a:gd name="connsiteX6" fmla="*/ 2073406 w 2201784"/>
              <a:gd name="connsiteY6" fmla="*/ 594474 h 594531"/>
              <a:gd name="connsiteX7" fmla="*/ 22489 w 2201784"/>
              <a:gd name="connsiteY7" fmla="*/ 583886 h 594531"/>
              <a:gd name="connsiteX8" fmla="*/ 26783 w 2201784"/>
              <a:gd name="connsiteY8" fmla="*/ 512790 h 594531"/>
              <a:gd name="connsiteX9" fmla="*/ 17708 w 2201784"/>
              <a:gd name="connsiteY9" fmla="*/ 403879 h 594531"/>
              <a:gd name="connsiteX10" fmla="*/ 8632 w 2201784"/>
              <a:gd name="connsiteY10" fmla="*/ 235975 h 594531"/>
              <a:gd name="connsiteX11" fmla="*/ 13413 w 2201784"/>
              <a:gd name="connsiteY11" fmla="*/ 26000 h 594531"/>
              <a:gd name="connsiteX0" fmla="*/ 13413 w 2201784"/>
              <a:gd name="connsiteY0" fmla="*/ 26000 h 594531"/>
              <a:gd name="connsiteX1" fmla="*/ 90315 w 2201784"/>
              <a:gd name="connsiteY1" fmla="*/ 0 h 594531"/>
              <a:gd name="connsiteX2" fmla="*/ 2170127 w 2201784"/>
              <a:gd name="connsiteY2" fmla="*/ 33245 h 594531"/>
              <a:gd name="connsiteX3" fmla="*/ 2182318 w 2201784"/>
              <a:gd name="connsiteY3" fmla="*/ 108912 h 594531"/>
              <a:gd name="connsiteX4" fmla="*/ 2191393 w 2201784"/>
              <a:gd name="connsiteY4" fmla="*/ 422031 h 594531"/>
              <a:gd name="connsiteX5" fmla="*/ 2192219 w 2201784"/>
              <a:gd name="connsiteY5" fmla="*/ 583886 h 594531"/>
              <a:gd name="connsiteX6" fmla="*/ 2073406 w 2201784"/>
              <a:gd name="connsiteY6" fmla="*/ 594474 h 594531"/>
              <a:gd name="connsiteX7" fmla="*/ 22489 w 2201784"/>
              <a:gd name="connsiteY7" fmla="*/ 583886 h 594531"/>
              <a:gd name="connsiteX8" fmla="*/ 26783 w 2201784"/>
              <a:gd name="connsiteY8" fmla="*/ 512790 h 594531"/>
              <a:gd name="connsiteX9" fmla="*/ 17708 w 2201784"/>
              <a:gd name="connsiteY9" fmla="*/ 403879 h 594531"/>
              <a:gd name="connsiteX10" fmla="*/ 8632 w 2201784"/>
              <a:gd name="connsiteY10" fmla="*/ 235975 h 594531"/>
              <a:gd name="connsiteX11" fmla="*/ 13413 w 2201784"/>
              <a:gd name="connsiteY11" fmla="*/ 26000 h 594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01784" h="594531">
                <a:moveTo>
                  <a:pt x="13413" y="26000"/>
                </a:moveTo>
                <a:cubicBezTo>
                  <a:pt x="37534" y="24897"/>
                  <a:pt x="66194" y="1103"/>
                  <a:pt x="90315" y="0"/>
                </a:cubicBezTo>
                <a:cubicBezTo>
                  <a:pt x="781874" y="4129"/>
                  <a:pt x="1607589" y="24681"/>
                  <a:pt x="2170127" y="33245"/>
                </a:cubicBezTo>
                <a:cubicBezTo>
                  <a:pt x="2169852" y="63908"/>
                  <a:pt x="2182593" y="78249"/>
                  <a:pt x="2182318" y="108912"/>
                </a:cubicBezTo>
                <a:cubicBezTo>
                  <a:pt x="2188231" y="177186"/>
                  <a:pt x="2189743" y="342869"/>
                  <a:pt x="2191393" y="422031"/>
                </a:cubicBezTo>
                <a:cubicBezTo>
                  <a:pt x="2193043" y="501193"/>
                  <a:pt x="2213396" y="555146"/>
                  <a:pt x="2192219" y="583886"/>
                </a:cubicBezTo>
                <a:cubicBezTo>
                  <a:pt x="2172279" y="582877"/>
                  <a:pt x="2093346" y="595483"/>
                  <a:pt x="2073406" y="594474"/>
                </a:cubicBezTo>
                <a:lnTo>
                  <a:pt x="22489" y="583886"/>
                </a:lnTo>
                <a:cubicBezTo>
                  <a:pt x="5849" y="592962"/>
                  <a:pt x="27580" y="542791"/>
                  <a:pt x="26783" y="512790"/>
                </a:cubicBezTo>
                <a:cubicBezTo>
                  <a:pt x="25986" y="482789"/>
                  <a:pt x="18464" y="450015"/>
                  <a:pt x="17708" y="403879"/>
                </a:cubicBezTo>
                <a:cubicBezTo>
                  <a:pt x="16952" y="357743"/>
                  <a:pt x="-14855" y="308787"/>
                  <a:pt x="8632" y="235975"/>
                </a:cubicBezTo>
                <a:cubicBezTo>
                  <a:pt x="7119" y="142994"/>
                  <a:pt x="-201" y="65329"/>
                  <a:pt x="13413" y="26000"/>
                </a:cubicBezTo>
                <a:close/>
              </a:path>
            </a:pathLst>
          </a:custGeom>
          <a:solidFill>
            <a:srgbClr val="D9D4D0">
              <a:alpha val="35000"/>
            </a:srgbClr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8CAEF1F-6D86-A708-940F-603C04C479F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783891" y="2598545"/>
            <a:ext cx="8309586" cy="331842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 lnSpcReduction="10000"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800" b="1" dirty="0"/>
              <a:t>User Login/Registration:</a:t>
            </a:r>
            <a:r>
              <a:rPr lang="en-US" sz="1800" dirty="0"/>
              <a:t> User signs in or creates an account to access the app.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b="1" dirty="0"/>
              <a:t>Screen Calibration:</a:t>
            </a:r>
            <a:r>
              <a:rPr lang="en-US" sz="1800" dirty="0"/>
              <a:t> User performs initial screen calibration for accurate test measurements.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b="1" dirty="0"/>
              <a:t>Perform Vision Tests:</a:t>
            </a:r>
            <a:r>
              <a:rPr lang="en-US" sz="1800" dirty="0"/>
              <a:t> User selects and completes a vision test.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b="1" dirty="0"/>
              <a:t>Process Results:</a:t>
            </a:r>
            <a:r>
              <a:rPr lang="en-US" sz="1800" dirty="0"/>
              <a:t> System analyzes the test data.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b="1" dirty="0"/>
              <a:t>Results Display:</a:t>
            </a:r>
            <a:r>
              <a:rPr lang="en-US" sz="1800" dirty="0"/>
              <a:t> User views the test results and system recommendations.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b="1" dirty="0"/>
              <a:t>Save Results:</a:t>
            </a:r>
            <a:r>
              <a:rPr lang="en-US" sz="1800" dirty="0"/>
              <a:t> Test results are stored in the database for future reference.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b="1" dirty="0"/>
              <a:t>Review Past Results:</a:t>
            </a:r>
            <a:r>
              <a:rPr lang="en-US" sz="1800" dirty="0"/>
              <a:t> Users can access their test history to track their vision health over time.</a:t>
            </a:r>
          </a:p>
        </p:txBody>
      </p:sp>
    </p:spTree>
    <p:extLst>
      <p:ext uri="{BB962C8B-B14F-4D97-AF65-F5344CB8AC3E}">
        <p14:creationId xmlns:p14="http://schemas.microsoft.com/office/powerpoint/2010/main" val="22245315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9A36457-A5F4-4103-A443-02581C0918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C5FB7E8-B636-40FA-BE8D-48145C0F5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"/>
            <a:ext cx="12192000" cy="2295238"/>
          </a:xfrm>
          <a:custGeom>
            <a:avLst/>
            <a:gdLst>
              <a:gd name="connsiteX0" fmla="*/ 12160143 w 12192000"/>
              <a:gd name="connsiteY0" fmla="*/ 831692 h 2079137"/>
              <a:gd name="connsiteX1" fmla="*/ 12159112 w 12192000"/>
              <a:gd name="connsiteY1" fmla="*/ 833361 h 2079137"/>
              <a:gd name="connsiteX2" fmla="*/ 12158912 w 12192000"/>
              <a:gd name="connsiteY2" fmla="*/ 832430 h 2079137"/>
              <a:gd name="connsiteX3" fmla="*/ 0 w 12192000"/>
              <a:gd name="connsiteY3" fmla="*/ 0 h 2079137"/>
              <a:gd name="connsiteX4" fmla="*/ 12192000 w 12192000"/>
              <a:gd name="connsiteY4" fmla="*/ 0 h 2079137"/>
              <a:gd name="connsiteX5" fmla="*/ 12192000 w 12192000"/>
              <a:gd name="connsiteY5" fmla="*/ 558063 h 2079137"/>
              <a:gd name="connsiteX6" fmla="*/ 12189259 w 12192000"/>
              <a:gd name="connsiteY6" fmla="*/ 810508 h 2079137"/>
              <a:gd name="connsiteX7" fmla="*/ 12170847 w 12192000"/>
              <a:gd name="connsiteY7" fmla="*/ 825280 h 2079137"/>
              <a:gd name="connsiteX8" fmla="*/ 12160143 w 12192000"/>
              <a:gd name="connsiteY8" fmla="*/ 831692 h 2079137"/>
              <a:gd name="connsiteX9" fmla="*/ 12163806 w 12192000"/>
              <a:gd name="connsiteY9" fmla="*/ 825759 h 2079137"/>
              <a:gd name="connsiteX10" fmla="*/ 12056557 w 12192000"/>
              <a:gd name="connsiteY10" fmla="*/ 810176 h 2079137"/>
              <a:gd name="connsiteX11" fmla="*/ 11900316 w 12192000"/>
              <a:gd name="connsiteY11" fmla="*/ 789618 h 2079137"/>
              <a:gd name="connsiteX12" fmla="*/ 11791206 w 12192000"/>
              <a:gd name="connsiteY12" fmla="*/ 824176 h 2079137"/>
              <a:gd name="connsiteX13" fmla="*/ 11659257 w 12192000"/>
              <a:gd name="connsiteY13" fmla="*/ 800841 h 2079137"/>
              <a:gd name="connsiteX14" fmla="*/ 11569789 w 12192000"/>
              <a:gd name="connsiteY14" fmla="*/ 797135 h 2079137"/>
              <a:gd name="connsiteX15" fmla="*/ 11367885 w 12192000"/>
              <a:gd name="connsiteY15" fmla="*/ 791985 h 2079137"/>
              <a:gd name="connsiteX16" fmla="*/ 11174663 w 12192000"/>
              <a:gd name="connsiteY16" fmla="*/ 788721 h 2079137"/>
              <a:gd name="connsiteX17" fmla="*/ 11068220 w 12192000"/>
              <a:gd name="connsiteY17" fmla="*/ 786994 h 2079137"/>
              <a:gd name="connsiteX18" fmla="*/ 10893266 w 12192000"/>
              <a:gd name="connsiteY18" fmla="*/ 794013 h 2079137"/>
              <a:gd name="connsiteX19" fmla="*/ 10844025 w 12192000"/>
              <a:gd name="connsiteY19" fmla="*/ 789857 h 2079137"/>
              <a:gd name="connsiteX20" fmla="*/ 10814353 w 12192000"/>
              <a:gd name="connsiteY20" fmla="*/ 789010 h 2079137"/>
              <a:gd name="connsiteX21" fmla="*/ 10748393 w 12192000"/>
              <a:gd name="connsiteY21" fmla="*/ 806738 h 2079137"/>
              <a:gd name="connsiteX22" fmla="*/ 10468256 w 12192000"/>
              <a:gd name="connsiteY22" fmla="*/ 778733 h 2079137"/>
              <a:gd name="connsiteX23" fmla="*/ 10256131 w 12192000"/>
              <a:gd name="connsiteY23" fmla="*/ 788332 h 2079137"/>
              <a:gd name="connsiteX24" fmla="*/ 10177442 w 12192000"/>
              <a:gd name="connsiteY24" fmla="*/ 777371 h 2079137"/>
              <a:gd name="connsiteX25" fmla="*/ 10006086 w 12192000"/>
              <a:gd name="connsiteY25" fmla="*/ 792651 h 2079137"/>
              <a:gd name="connsiteX26" fmla="*/ 9952382 w 12192000"/>
              <a:gd name="connsiteY26" fmla="*/ 815411 h 2079137"/>
              <a:gd name="connsiteX27" fmla="*/ 9926457 w 12192000"/>
              <a:gd name="connsiteY27" fmla="*/ 827295 h 2079137"/>
              <a:gd name="connsiteX28" fmla="*/ 9843405 w 12192000"/>
              <a:gd name="connsiteY28" fmla="*/ 867046 h 2079137"/>
              <a:gd name="connsiteX29" fmla="*/ 9830866 w 12192000"/>
              <a:gd name="connsiteY29" fmla="*/ 875047 h 2079137"/>
              <a:gd name="connsiteX30" fmla="*/ 9801807 w 12192000"/>
              <a:gd name="connsiteY30" fmla="*/ 872272 h 2079137"/>
              <a:gd name="connsiteX31" fmla="*/ 9785653 w 12192000"/>
              <a:gd name="connsiteY31" fmla="*/ 861743 h 2079137"/>
              <a:gd name="connsiteX32" fmla="*/ 9781177 w 12192000"/>
              <a:gd name="connsiteY32" fmla="*/ 864820 h 2079137"/>
              <a:gd name="connsiteX33" fmla="*/ 9768640 w 12192000"/>
              <a:gd name="connsiteY33" fmla="*/ 869379 h 2079137"/>
              <a:gd name="connsiteX34" fmla="*/ 9712211 w 12192000"/>
              <a:gd name="connsiteY34" fmla="*/ 900283 h 2079137"/>
              <a:gd name="connsiteX35" fmla="*/ 9689465 w 12192000"/>
              <a:gd name="connsiteY35" fmla="*/ 899268 h 2079137"/>
              <a:gd name="connsiteX36" fmla="*/ 9600339 w 12192000"/>
              <a:gd name="connsiteY36" fmla="*/ 922112 h 2079137"/>
              <a:gd name="connsiteX37" fmla="*/ 9582850 w 12192000"/>
              <a:gd name="connsiteY37" fmla="*/ 925510 h 2079137"/>
              <a:gd name="connsiteX38" fmla="*/ 9549638 w 12192000"/>
              <a:gd name="connsiteY38" fmla="*/ 940845 h 2079137"/>
              <a:gd name="connsiteX39" fmla="*/ 9539471 w 12192000"/>
              <a:gd name="connsiteY39" fmla="*/ 941799 h 2079137"/>
              <a:gd name="connsiteX40" fmla="*/ 9505592 w 12192000"/>
              <a:gd name="connsiteY40" fmla="*/ 955533 h 2079137"/>
              <a:gd name="connsiteX41" fmla="*/ 9432569 w 12192000"/>
              <a:gd name="connsiteY41" fmla="*/ 985377 h 2079137"/>
              <a:gd name="connsiteX42" fmla="*/ 9414216 w 12192000"/>
              <a:gd name="connsiteY42" fmla="*/ 992655 h 2079137"/>
              <a:gd name="connsiteX43" fmla="*/ 9397106 w 12192000"/>
              <a:gd name="connsiteY43" fmla="*/ 992980 h 2079137"/>
              <a:gd name="connsiteX44" fmla="*/ 9305108 w 12192000"/>
              <a:gd name="connsiteY44" fmla="*/ 1007767 h 2079137"/>
              <a:gd name="connsiteX45" fmla="*/ 9282434 w 12192000"/>
              <a:gd name="connsiteY45" fmla="*/ 1007523 h 2079137"/>
              <a:gd name="connsiteX46" fmla="*/ 9271941 w 12192000"/>
              <a:gd name="connsiteY46" fmla="*/ 1002839 h 2079137"/>
              <a:gd name="connsiteX47" fmla="*/ 9238227 w 12192000"/>
              <a:gd name="connsiteY47" fmla="*/ 1017668 h 2079137"/>
              <a:gd name="connsiteX48" fmla="*/ 9184265 w 12192000"/>
              <a:gd name="connsiteY48" fmla="*/ 1031275 h 2079137"/>
              <a:gd name="connsiteX49" fmla="*/ 9159000 w 12192000"/>
              <a:gd name="connsiteY49" fmla="*/ 1039569 h 2079137"/>
              <a:gd name="connsiteX50" fmla="*/ 9137031 w 12192000"/>
              <a:gd name="connsiteY50" fmla="*/ 1038699 h 2079137"/>
              <a:gd name="connsiteX51" fmla="*/ 9015702 w 12192000"/>
              <a:gd name="connsiteY51" fmla="*/ 1051400 h 2079137"/>
              <a:gd name="connsiteX52" fmla="*/ 8971403 w 12192000"/>
              <a:gd name="connsiteY52" fmla="*/ 1040542 h 2079137"/>
              <a:gd name="connsiteX53" fmla="*/ 8961826 w 12192000"/>
              <a:gd name="connsiteY53" fmla="*/ 1045364 h 2079137"/>
              <a:gd name="connsiteX54" fmla="*/ 8888623 w 12192000"/>
              <a:gd name="connsiteY54" fmla="*/ 1053908 h 2079137"/>
              <a:gd name="connsiteX55" fmla="*/ 8841066 w 12192000"/>
              <a:gd name="connsiteY55" fmla="*/ 1060421 h 2079137"/>
              <a:gd name="connsiteX56" fmla="*/ 8752342 w 12192000"/>
              <a:gd name="connsiteY56" fmla="*/ 1080646 h 2079137"/>
              <a:gd name="connsiteX57" fmla="*/ 8699139 w 12192000"/>
              <a:gd name="connsiteY57" fmla="*/ 1087885 h 2079137"/>
              <a:gd name="connsiteX58" fmla="*/ 8667273 w 12192000"/>
              <a:gd name="connsiteY58" fmla="*/ 1092062 h 2079137"/>
              <a:gd name="connsiteX59" fmla="*/ 8586064 w 12192000"/>
              <a:gd name="connsiteY59" fmla="*/ 1114603 h 2079137"/>
              <a:gd name="connsiteX60" fmla="*/ 8460312 w 12192000"/>
              <a:gd name="connsiteY60" fmla="*/ 1179878 h 2079137"/>
              <a:gd name="connsiteX61" fmla="*/ 8419023 w 12192000"/>
              <a:gd name="connsiteY61" fmla="*/ 1191748 h 2079137"/>
              <a:gd name="connsiteX62" fmla="*/ 8410939 w 12192000"/>
              <a:gd name="connsiteY62" fmla="*/ 1189696 h 2079137"/>
              <a:gd name="connsiteX63" fmla="*/ 8362040 w 12192000"/>
              <a:gd name="connsiteY63" fmla="*/ 1220820 h 2079137"/>
              <a:gd name="connsiteX64" fmla="*/ 8273677 w 12192000"/>
              <a:gd name="connsiteY64" fmla="*/ 1236495 h 2079137"/>
              <a:gd name="connsiteX65" fmla="*/ 8204283 w 12192000"/>
              <a:gd name="connsiteY65" fmla="*/ 1243537 h 2079137"/>
              <a:gd name="connsiteX66" fmla="*/ 8166550 w 12192000"/>
              <a:gd name="connsiteY66" fmla="*/ 1249551 h 2079137"/>
              <a:gd name="connsiteX67" fmla="*/ 8137785 w 12192000"/>
              <a:gd name="connsiteY67" fmla="*/ 1251636 h 2079137"/>
              <a:gd name="connsiteX68" fmla="*/ 8071596 w 12192000"/>
              <a:gd name="connsiteY68" fmla="*/ 1269274 h 2079137"/>
              <a:gd name="connsiteX69" fmla="*/ 7964816 w 12192000"/>
              <a:gd name="connsiteY69" fmla="*/ 1303668 h 2079137"/>
              <a:gd name="connsiteX70" fmla="*/ 7941495 w 12192000"/>
              <a:gd name="connsiteY70" fmla="*/ 1309821 h 2079137"/>
              <a:gd name="connsiteX71" fmla="*/ 7919123 w 12192000"/>
              <a:gd name="connsiteY71" fmla="*/ 1310466 h 2079137"/>
              <a:gd name="connsiteX72" fmla="*/ 7911902 w 12192000"/>
              <a:gd name="connsiteY72" fmla="*/ 1306569 h 2079137"/>
              <a:gd name="connsiteX73" fmla="*/ 7898703 w 12192000"/>
              <a:gd name="connsiteY73" fmla="*/ 1309208 h 2079137"/>
              <a:gd name="connsiteX74" fmla="*/ 7894703 w 12192000"/>
              <a:gd name="connsiteY74" fmla="*/ 1308939 h 2079137"/>
              <a:gd name="connsiteX75" fmla="*/ 7872267 w 12192000"/>
              <a:gd name="connsiteY75" fmla="*/ 1308370 h 2079137"/>
              <a:gd name="connsiteX76" fmla="*/ 7836454 w 12192000"/>
              <a:gd name="connsiteY76" fmla="*/ 1331265 h 2079137"/>
              <a:gd name="connsiteX77" fmla="*/ 7782451 w 12192000"/>
              <a:gd name="connsiteY77" fmla="*/ 1339601 h 2079137"/>
              <a:gd name="connsiteX78" fmla="*/ 7542969 w 12192000"/>
              <a:gd name="connsiteY78" fmla="*/ 1372495 h 2079137"/>
              <a:gd name="connsiteX79" fmla="*/ 7476832 w 12192000"/>
              <a:gd name="connsiteY79" fmla="*/ 1431655 h 2079137"/>
              <a:gd name="connsiteX80" fmla="*/ 7370237 w 12192000"/>
              <a:gd name="connsiteY80" fmla="*/ 1474339 h 2079137"/>
              <a:gd name="connsiteX81" fmla="*/ 7222223 w 12192000"/>
              <a:gd name="connsiteY81" fmla="*/ 1510199 h 2079137"/>
              <a:gd name="connsiteX82" fmla="*/ 7215703 w 12192000"/>
              <a:gd name="connsiteY82" fmla="*/ 1520424 h 2079137"/>
              <a:gd name="connsiteX83" fmla="*/ 7204548 w 12192000"/>
              <a:gd name="connsiteY83" fmla="*/ 1528145 h 2079137"/>
              <a:gd name="connsiteX84" fmla="*/ 7202038 w 12192000"/>
              <a:gd name="connsiteY84" fmla="*/ 1527954 h 2079137"/>
              <a:gd name="connsiteX85" fmla="*/ 7173860 w 12192000"/>
              <a:gd name="connsiteY85" fmla="*/ 1541605 h 2079137"/>
              <a:gd name="connsiteX86" fmla="*/ 7155079 w 12192000"/>
              <a:gd name="connsiteY86" fmla="*/ 1552495 h 2079137"/>
              <a:gd name="connsiteX87" fmla="*/ 7149757 w 12192000"/>
              <a:gd name="connsiteY87" fmla="*/ 1552732 h 2079137"/>
              <a:gd name="connsiteX88" fmla="*/ 7104804 w 12192000"/>
              <a:gd name="connsiteY88" fmla="*/ 1565792 h 2079137"/>
              <a:gd name="connsiteX89" fmla="*/ 7082824 w 12192000"/>
              <a:gd name="connsiteY89" fmla="*/ 1567947 h 2079137"/>
              <a:gd name="connsiteX90" fmla="*/ 7021520 w 12192000"/>
              <a:gd name="connsiteY90" fmla="*/ 1562334 h 2079137"/>
              <a:gd name="connsiteX91" fmla="*/ 6988956 w 12192000"/>
              <a:gd name="connsiteY91" fmla="*/ 1576442 h 2079137"/>
              <a:gd name="connsiteX92" fmla="*/ 6981922 w 12192000"/>
              <a:gd name="connsiteY92" fmla="*/ 1578821 h 2079137"/>
              <a:gd name="connsiteX93" fmla="*/ 6981583 w 12192000"/>
              <a:gd name="connsiteY93" fmla="*/ 1578678 h 2079137"/>
              <a:gd name="connsiteX94" fmla="*/ 6973762 w 12192000"/>
              <a:gd name="connsiteY94" fmla="*/ 1580811 h 2079137"/>
              <a:gd name="connsiteX95" fmla="*/ 6969093 w 12192000"/>
              <a:gd name="connsiteY95" fmla="*/ 1583157 h 2079137"/>
              <a:gd name="connsiteX96" fmla="*/ 6890037 w 12192000"/>
              <a:gd name="connsiteY96" fmla="*/ 1575825 h 2079137"/>
              <a:gd name="connsiteX97" fmla="*/ 6785054 w 12192000"/>
              <a:gd name="connsiteY97" fmla="*/ 1582200 h 2079137"/>
              <a:gd name="connsiteX98" fmla="*/ 6681692 w 12192000"/>
              <a:gd name="connsiteY98" fmla="*/ 1591296 h 2079137"/>
              <a:gd name="connsiteX99" fmla="*/ 6644556 w 12192000"/>
              <a:gd name="connsiteY99" fmla="*/ 1595940 h 2079137"/>
              <a:gd name="connsiteX100" fmla="*/ 6577106 w 12192000"/>
              <a:gd name="connsiteY100" fmla="*/ 1598261 h 2079137"/>
              <a:gd name="connsiteX101" fmla="*/ 6544183 w 12192000"/>
              <a:gd name="connsiteY101" fmla="*/ 1596149 h 2079137"/>
              <a:gd name="connsiteX102" fmla="*/ 6540921 w 12192000"/>
              <a:gd name="connsiteY102" fmla="*/ 1593857 h 2079137"/>
              <a:gd name="connsiteX103" fmla="*/ 6535046 w 12192000"/>
              <a:gd name="connsiteY103" fmla="*/ 1593283 h 2079137"/>
              <a:gd name="connsiteX104" fmla="*/ 6519853 w 12192000"/>
              <a:gd name="connsiteY104" fmla="*/ 1595771 h 2079137"/>
              <a:gd name="connsiteX105" fmla="*/ 6514280 w 12192000"/>
              <a:gd name="connsiteY105" fmla="*/ 1597376 h 2079137"/>
              <a:gd name="connsiteX106" fmla="*/ 6505824 w 12192000"/>
              <a:gd name="connsiteY106" fmla="*/ 1598298 h 2079137"/>
              <a:gd name="connsiteX107" fmla="*/ 6505573 w 12192000"/>
              <a:gd name="connsiteY107" fmla="*/ 1598109 h 2079137"/>
              <a:gd name="connsiteX108" fmla="*/ 6497741 w 12192000"/>
              <a:gd name="connsiteY108" fmla="*/ 1599392 h 2079137"/>
              <a:gd name="connsiteX109" fmla="*/ 6459992 w 12192000"/>
              <a:gd name="connsiteY109" fmla="*/ 1608358 h 2079137"/>
              <a:gd name="connsiteX110" fmla="*/ 6404572 w 12192000"/>
              <a:gd name="connsiteY110" fmla="*/ 1593771 h 2079137"/>
              <a:gd name="connsiteX111" fmla="*/ 6382671 w 12192000"/>
              <a:gd name="connsiteY111" fmla="*/ 1592612 h 2079137"/>
              <a:gd name="connsiteX112" fmla="*/ 6369843 w 12192000"/>
              <a:gd name="connsiteY112" fmla="*/ 1590015 h 2079137"/>
              <a:gd name="connsiteX113" fmla="*/ 6269740 w 12192000"/>
              <a:gd name="connsiteY113" fmla="*/ 1614633 h 2079137"/>
              <a:gd name="connsiteX114" fmla="*/ 6255405 w 12192000"/>
              <a:gd name="connsiteY114" fmla="*/ 1620529 h 2079137"/>
              <a:gd name="connsiteX115" fmla="*/ 6244248 w 12192000"/>
              <a:gd name="connsiteY115" fmla="*/ 1629561 h 2079137"/>
              <a:gd name="connsiteX116" fmla="*/ 6086396 w 12192000"/>
              <a:gd name="connsiteY116" fmla="*/ 1642666 h 2079137"/>
              <a:gd name="connsiteX117" fmla="*/ 5867429 w 12192000"/>
              <a:gd name="connsiteY117" fmla="*/ 1695554 h 2079137"/>
              <a:gd name="connsiteX118" fmla="*/ 5772864 w 12192000"/>
              <a:gd name="connsiteY118" fmla="*/ 1689002 h 2079137"/>
              <a:gd name="connsiteX119" fmla="*/ 5629833 w 12192000"/>
              <a:gd name="connsiteY119" fmla="*/ 1713273 h 2079137"/>
              <a:gd name="connsiteX120" fmla="*/ 5504771 w 12192000"/>
              <a:gd name="connsiteY120" fmla="*/ 1725744 h 2079137"/>
              <a:gd name="connsiteX121" fmla="*/ 5490967 w 12192000"/>
              <a:gd name="connsiteY121" fmla="*/ 1726367 h 2079137"/>
              <a:gd name="connsiteX122" fmla="*/ 5486015 w 12192000"/>
              <a:gd name="connsiteY122" fmla="*/ 1721481 h 2079137"/>
              <a:gd name="connsiteX123" fmla="*/ 5439364 w 12192000"/>
              <a:gd name="connsiteY123" fmla="*/ 1721349 h 2079137"/>
              <a:gd name="connsiteX124" fmla="*/ 5350025 w 12192000"/>
              <a:gd name="connsiteY124" fmla="*/ 1729885 h 2079137"/>
              <a:gd name="connsiteX125" fmla="*/ 5336104 w 12192000"/>
              <a:gd name="connsiteY125" fmla="*/ 1734377 h 2079137"/>
              <a:gd name="connsiteX126" fmla="*/ 5245234 w 12192000"/>
              <a:gd name="connsiteY126" fmla="*/ 1738520 h 2079137"/>
              <a:gd name="connsiteX127" fmla="*/ 5182955 w 12192000"/>
              <a:gd name="connsiteY127" fmla="*/ 1744622 h 2079137"/>
              <a:gd name="connsiteX128" fmla="*/ 5169506 w 12192000"/>
              <a:gd name="connsiteY128" fmla="*/ 1748993 h 2079137"/>
              <a:gd name="connsiteX129" fmla="*/ 5154299 w 12192000"/>
              <a:gd name="connsiteY129" fmla="*/ 1744080 h 2079137"/>
              <a:gd name="connsiteX130" fmla="*/ 5149917 w 12192000"/>
              <a:gd name="connsiteY130" fmla="*/ 1739727 h 2079137"/>
              <a:gd name="connsiteX131" fmla="*/ 5100319 w 12192000"/>
              <a:gd name="connsiteY131" fmla="*/ 1745797 h 2079137"/>
              <a:gd name="connsiteX132" fmla="*/ 5094361 w 12192000"/>
              <a:gd name="connsiteY132" fmla="*/ 1745767 h 2079137"/>
              <a:gd name="connsiteX133" fmla="*/ 5053410 w 12192000"/>
              <a:gd name="connsiteY133" fmla="*/ 1742790 h 2079137"/>
              <a:gd name="connsiteX134" fmla="*/ 4992711 w 12192000"/>
              <a:gd name="connsiteY134" fmla="*/ 1734075 h 2079137"/>
              <a:gd name="connsiteX135" fmla="*/ 4930098 w 12192000"/>
              <a:gd name="connsiteY135" fmla="*/ 1717312 h 2079137"/>
              <a:gd name="connsiteX136" fmla="*/ 4893834 w 12192000"/>
              <a:gd name="connsiteY136" fmla="*/ 1710028 h 2079137"/>
              <a:gd name="connsiteX137" fmla="*/ 4868730 w 12192000"/>
              <a:gd name="connsiteY137" fmla="*/ 1702384 h 2079137"/>
              <a:gd name="connsiteX138" fmla="*/ 4797925 w 12192000"/>
              <a:gd name="connsiteY138" fmla="*/ 1695535 h 2079137"/>
              <a:gd name="connsiteX139" fmla="*/ 4677670 w 12192000"/>
              <a:gd name="connsiteY139" fmla="*/ 1689453 h 2079137"/>
              <a:gd name="connsiteX140" fmla="*/ 4634248 w 12192000"/>
              <a:gd name="connsiteY140" fmla="*/ 1680227 h 2079137"/>
              <a:gd name="connsiteX141" fmla="*/ 4632434 w 12192000"/>
              <a:gd name="connsiteY141" fmla="*/ 1674607 h 2079137"/>
              <a:gd name="connsiteX142" fmla="*/ 4619204 w 12192000"/>
              <a:gd name="connsiteY142" fmla="*/ 1672507 h 2079137"/>
              <a:gd name="connsiteX143" fmla="*/ 4616283 w 12192000"/>
              <a:gd name="connsiteY143" fmla="*/ 1670977 h 2079137"/>
              <a:gd name="connsiteX144" fmla="*/ 4598926 w 12192000"/>
              <a:gd name="connsiteY144" fmla="*/ 1663178 h 2079137"/>
              <a:gd name="connsiteX145" fmla="*/ 4547069 w 12192000"/>
              <a:gd name="connsiteY145" fmla="*/ 1670642 h 2079137"/>
              <a:gd name="connsiteX146" fmla="*/ 4523516 w 12192000"/>
              <a:gd name="connsiteY146" fmla="*/ 1669785 h 2079137"/>
              <a:gd name="connsiteX147" fmla="*/ 4500586 w 12192000"/>
              <a:gd name="connsiteY147" fmla="*/ 1675912 h 2079137"/>
              <a:gd name="connsiteX148" fmla="*/ 4488196 w 12192000"/>
              <a:gd name="connsiteY148" fmla="*/ 1683463 h 2079137"/>
              <a:gd name="connsiteX149" fmla="*/ 4445463 w 12192000"/>
              <a:gd name="connsiteY149" fmla="*/ 1695634 h 2079137"/>
              <a:gd name="connsiteX150" fmla="*/ 4446550 w 12192000"/>
              <a:gd name="connsiteY150" fmla="*/ 1680538 h 2079137"/>
              <a:gd name="connsiteX151" fmla="*/ 4365375 w 12192000"/>
              <a:gd name="connsiteY151" fmla="*/ 1697935 h 2079137"/>
              <a:gd name="connsiteX152" fmla="*/ 4305123 w 12192000"/>
              <a:gd name="connsiteY152" fmla="*/ 1714185 h 2079137"/>
              <a:gd name="connsiteX153" fmla="*/ 4292665 w 12192000"/>
              <a:gd name="connsiteY153" fmla="*/ 1720703 h 2079137"/>
              <a:gd name="connsiteX154" fmla="*/ 4276789 w 12192000"/>
              <a:gd name="connsiteY154" fmla="*/ 1718367 h 2079137"/>
              <a:gd name="connsiteX155" fmla="*/ 4271683 w 12192000"/>
              <a:gd name="connsiteY155" fmla="*/ 1714801 h 2079137"/>
              <a:gd name="connsiteX156" fmla="*/ 4223918 w 12192000"/>
              <a:gd name="connsiteY156" fmla="*/ 1728936 h 2079137"/>
              <a:gd name="connsiteX157" fmla="*/ 4218039 w 12192000"/>
              <a:gd name="connsiteY157" fmla="*/ 1729885 h 2079137"/>
              <a:gd name="connsiteX158" fmla="*/ 4177153 w 12192000"/>
              <a:gd name="connsiteY158" fmla="*/ 1733691 h 2079137"/>
              <a:gd name="connsiteX159" fmla="*/ 4051032 w 12192000"/>
              <a:gd name="connsiteY159" fmla="*/ 1728886 h 2079137"/>
              <a:gd name="connsiteX160" fmla="*/ 4013978 w 12192000"/>
              <a:gd name="connsiteY160" fmla="*/ 1727679 h 2079137"/>
              <a:gd name="connsiteX161" fmla="*/ 3987857 w 12192000"/>
              <a:gd name="connsiteY161" fmla="*/ 1724282 h 2079137"/>
              <a:gd name="connsiteX162" fmla="*/ 3916852 w 12192000"/>
              <a:gd name="connsiteY162" fmla="*/ 1729184 h 2079137"/>
              <a:gd name="connsiteX163" fmla="*/ 3797263 w 12192000"/>
              <a:gd name="connsiteY163" fmla="*/ 1742976 h 2079137"/>
              <a:gd name="connsiteX164" fmla="*/ 3752806 w 12192000"/>
              <a:gd name="connsiteY164" fmla="*/ 1741033 h 2079137"/>
              <a:gd name="connsiteX165" fmla="*/ 3749997 w 12192000"/>
              <a:gd name="connsiteY165" fmla="*/ 1735799 h 2079137"/>
              <a:gd name="connsiteX166" fmla="*/ 3736582 w 12192000"/>
              <a:gd name="connsiteY166" fmla="*/ 1735907 h 2079137"/>
              <a:gd name="connsiteX167" fmla="*/ 3733428 w 12192000"/>
              <a:gd name="connsiteY167" fmla="*/ 1734881 h 2079137"/>
              <a:gd name="connsiteX168" fmla="*/ 3714911 w 12192000"/>
              <a:gd name="connsiteY168" fmla="*/ 1730056 h 2079137"/>
              <a:gd name="connsiteX169" fmla="*/ 3665172 w 12192000"/>
              <a:gd name="connsiteY169" fmla="*/ 1745936 h 2079137"/>
              <a:gd name="connsiteX170" fmla="*/ 3552006 w 12192000"/>
              <a:gd name="connsiteY170" fmla="*/ 1755220 h 2079137"/>
              <a:gd name="connsiteX171" fmla="*/ 3390301 w 12192000"/>
              <a:gd name="connsiteY171" fmla="*/ 1762546 h 2079137"/>
              <a:gd name="connsiteX172" fmla="*/ 3264312 w 12192000"/>
              <a:gd name="connsiteY172" fmla="*/ 1774620 h 2079137"/>
              <a:gd name="connsiteX173" fmla="*/ 3106901 w 12192000"/>
              <a:gd name="connsiteY173" fmla="*/ 1804264 h 2079137"/>
              <a:gd name="connsiteX174" fmla="*/ 2993303 w 12192000"/>
              <a:gd name="connsiteY174" fmla="*/ 1806542 h 2079137"/>
              <a:gd name="connsiteX175" fmla="*/ 2979115 w 12192000"/>
              <a:gd name="connsiteY175" fmla="*/ 1815432 h 2079137"/>
              <a:gd name="connsiteX176" fmla="*/ 2963118 w 12192000"/>
              <a:gd name="connsiteY176" fmla="*/ 1820962 h 2079137"/>
              <a:gd name="connsiteX177" fmla="*/ 2961156 w 12192000"/>
              <a:gd name="connsiteY177" fmla="*/ 1820297 h 2079137"/>
              <a:gd name="connsiteX178" fmla="*/ 2925719 w 12192000"/>
              <a:gd name="connsiteY178" fmla="*/ 1828468 h 2079137"/>
              <a:gd name="connsiteX179" fmla="*/ 2857951 w 12192000"/>
              <a:gd name="connsiteY179" fmla="*/ 1842496 h 2079137"/>
              <a:gd name="connsiteX180" fmla="*/ 2857427 w 12192000"/>
              <a:gd name="connsiteY180" fmla="*/ 1841591 h 2079137"/>
              <a:gd name="connsiteX181" fmla="*/ 2846731 w 12192000"/>
              <a:gd name="connsiteY181" fmla="*/ 1839316 h 2079137"/>
              <a:gd name="connsiteX182" fmla="*/ 2826290 w 12192000"/>
              <a:gd name="connsiteY182" fmla="*/ 1837274 h 2079137"/>
              <a:gd name="connsiteX183" fmla="*/ 2779146 w 12192000"/>
              <a:gd name="connsiteY183" fmla="*/ 1820071 h 2079137"/>
              <a:gd name="connsiteX184" fmla="*/ 2739608 w 12192000"/>
              <a:gd name="connsiteY184" fmla="*/ 1827861 h 2079137"/>
              <a:gd name="connsiteX185" fmla="*/ 2731631 w 12192000"/>
              <a:gd name="connsiteY185" fmla="*/ 1828881 h 2079137"/>
              <a:gd name="connsiteX186" fmla="*/ 2731464 w 12192000"/>
              <a:gd name="connsiteY186" fmla="*/ 1828677 h 2079137"/>
              <a:gd name="connsiteX187" fmla="*/ 2723037 w 12192000"/>
              <a:gd name="connsiteY187" fmla="*/ 1829303 h 2079137"/>
              <a:gd name="connsiteX188" fmla="*/ 2701616 w 12192000"/>
              <a:gd name="connsiteY188" fmla="*/ 1832725 h 2079137"/>
              <a:gd name="connsiteX189" fmla="*/ 2696239 w 12192000"/>
              <a:gd name="connsiteY189" fmla="*/ 1831904 h 2079137"/>
              <a:gd name="connsiteX190" fmla="*/ 2663445 w 12192000"/>
              <a:gd name="connsiteY190" fmla="*/ 1825958 h 2079137"/>
              <a:gd name="connsiteX191" fmla="*/ 2560925 w 12192000"/>
              <a:gd name="connsiteY191" fmla="*/ 1829094 h 2079137"/>
              <a:gd name="connsiteX192" fmla="*/ 2458739 w 12192000"/>
              <a:gd name="connsiteY192" fmla="*/ 1834479 h 2079137"/>
              <a:gd name="connsiteX193" fmla="*/ 2356074 w 12192000"/>
              <a:gd name="connsiteY193" fmla="*/ 1836991 h 2079137"/>
              <a:gd name="connsiteX194" fmla="*/ 2304241 w 12192000"/>
              <a:gd name="connsiteY194" fmla="*/ 1822021 h 2079137"/>
              <a:gd name="connsiteX195" fmla="*/ 2298362 w 12192000"/>
              <a:gd name="connsiteY195" fmla="*/ 1822125 h 2079137"/>
              <a:gd name="connsiteX196" fmla="*/ 2283527 w 12192000"/>
              <a:gd name="connsiteY196" fmla="*/ 1826361 h 2079137"/>
              <a:gd name="connsiteX197" fmla="*/ 2278150 w 12192000"/>
              <a:gd name="connsiteY197" fmla="*/ 1828604 h 2079137"/>
              <a:gd name="connsiteX198" fmla="*/ 2269853 w 12192000"/>
              <a:gd name="connsiteY198" fmla="*/ 1830502 h 2079137"/>
              <a:gd name="connsiteX199" fmla="*/ 2269585 w 12192000"/>
              <a:gd name="connsiteY199" fmla="*/ 1830341 h 2079137"/>
              <a:gd name="connsiteX200" fmla="*/ 2225332 w 12192000"/>
              <a:gd name="connsiteY200" fmla="*/ 1845825 h 2079137"/>
              <a:gd name="connsiteX201" fmla="*/ 2169048 w 12192000"/>
              <a:gd name="connsiteY201" fmla="*/ 1837658 h 2079137"/>
              <a:gd name="connsiteX202" fmla="*/ 2147231 w 12192000"/>
              <a:gd name="connsiteY202" fmla="*/ 1839027 h 2079137"/>
              <a:gd name="connsiteX203" fmla="*/ 2135241 w 12192000"/>
              <a:gd name="connsiteY203" fmla="*/ 1838652 h 2079137"/>
              <a:gd name="connsiteX204" fmla="*/ 2099215 w 12192000"/>
              <a:gd name="connsiteY204" fmla="*/ 1850768 h 2079137"/>
              <a:gd name="connsiteX205" fmla="*/ 2094046 w 12192000"/>
              <a:gd name="connsiteY205" fmla="*/ 1850806 h 2079137"/>
              <a:gd name="connsiteX206" fmla="*/ 2071850 w 12192000"/>
              <a:gd name="connsiteY206" fmla="*/ 1861319 h 2079137"/>
              <a:gd name="connsiteX207" fmla="*/ 2039607 w 12192000"/>
              <a:gd name="connsiteY207" fmla="*/ 1874318 h 2079137"/>
              <a:gd name="connsiteX208" fmla="*/ 2037289 w 12192000"/>
              <a:gd name="connsiteY208" fmla="*/ 1874025 h 2079137"/>
              <a:gd name="connsiteX209" fmla="*/ 2023615 w 12192000"/>
              <a:gd name="connsiteY209" fmla="*/ 1881562 h 2079137"/>
              <a:gd name="connsiteX210" fmla="*/ 1957176 w 12192000"/>
              <a:gd name="connsiteY210" fmla="*/ 1898709 h 2079137"/>
              <a:gd name="connsiteX211" fmla="*/ 1858081 w 12192000"/>
              <a:gd name="connsiteY211" fmla="*/ 1923144 h 2079137"/>
              <a:gd name="connsiteX212" fmla="*/ 1738865 w 12192000"/>
              <a:gd name="connsiteY212" fmla="*/ 1944965 h 2079137"/>
              <a:gd name="connsiteX213" fmla="*/ 1616692 w 12192000"/>
              <a:gd name="connsiteY213" fmla="*/ 1989107 h 2079137"/>
              <a:gd name="connsiteX214" fmla="*/ 1411898 w 12192000"/>
              <a:gd name="connsiteY214" fmla="*/ 2046254 h 2079137"/>
              <a:gd name="connsiteX215" fmla="*/ 1375780 w 12192000"/>
              <a:gd name="connsiteY215" fmla="*/ 2047961 h 2079137"/>
              <a:gd name="connsiteX216" fmla="*/ 1375707 w 12192000"/>
              <a:gd name="connsiteY216" fmla="*/ 2047981 h 2079137"/>
              <a:gd name="connsiteX217" fmla="*/ 1285585 w 12192000"/>
              <a:gd name="connsiteY217" fmla="*/ 2047113 h 2079137"/>
              <a:gd name="connsiteX218" fmla="*/ 1263658 w 12192000"/>
              <a:gd name="connsiteY218" fmla="*/ 2041397 h 2079137"/>
              <a:gd name="connsiteX219" fmla="*/ 1170403 w 12192000"/>
              <a:gd name="connsiteY219" fmla="*/ 2033399 h 2079137"/>
              <a:gd name="connsiteX220" fmla="*/ 1153718 w 12192000"/>
              <a:gd name="connsiteY220" fmla="*/ 2029576 h 2079137"/>
              <a:gd name="connsiteX221" fmla="*/ 1133937 w 12192000"/>
              <a:gd name="connsiteY221" fmla="*/ 2032149 h 2079137"/>
              <a:gd name="connsiteX222" fmla="*/ 1054999 w 12192000"/>
              <a:gd name="connsiteY222" fmla="*/ 2043242 h 2079137"/>
              <a:gd name="connsiteX223" fmla="*/ 1018405 w 12192000"/>
              <a:gd name="connsiteY223" fmla="*/ 2048281 h 2079137"/>
              <a:gd name="connsiteX224" fmla="*/ 1016563 w 12192000"/>
              <a:gd name="connsiteY224" fmla="*/ 2051718 h 2079137"/>
              <a:gd name="connsiteX225" fmla="*/ 1008284 w 12192000"/>
              <a:gd name="connsiteY225" fmla="*/ 2046742 h 2079137"/>
              <a:gd name="connsiteX226" fmla="*/ 981974 w 12192000"/>
              <a:gd name="connsiteY226" fmla="*/ 2048363 h 2079137"/>
              <a:gd name="connsiteX227" fmla="*/ 971903 w 12192000"/>
              <a:gd name="connsiteY227" fmla="*/ 2053484 h 2079137"/>
              <a:gd name="connsiteX228" fmla="*/ 954015 w 12192000"/>
              <a:gd name="connsiteY228" fmla="*/ 2052529 h 2079137"/>
              <a:gd name="connsiteX229" fmla="*/ 839571 w 12192000"/>
              <a:gd name="connsiteY229" fmla="*/ 2046509 h 2079137"/>
              <a:gd name="connsiteX230" fmla="*/ 823321 w 12192000"/>
              <a:gd name="connsiteY230" fmla="*/ 2054296 h 2079137"/>
              <a:gd name="connsiteX231" fmla="*/ 800990 w 12192000"/>
              <a:gd name="connsiteY231" fmla="*/ 2051523 h 2079137"/>
              <a:gd name="connsiteX232" fmla="*/ 776439 w 12192000"/>
              <a:gd name="connsiteY232" fmla="*/ 2062634 h 2079137"/>
              <a:gd name="connsiteX233" fmla="*/ 763041 w 12192000"/>
              <a:gd name="connsiteY233" fmla="*/ 2063995 h 2079137"/>
              <a:gd name="connsiteX234" fmla="*/ 757863 w 12192000"/>
              <a:gd name="connsiteY234" fmla="*/ 2065877 h 2079137"/>
              <a:gd name="connsiteX235" fmla="*/ 745053 w 12192000"/>
              <a:gd name="connsiteY235" fmla="*/ 2051831 h 2079137"/>
              <a:gd name="connsiteX236" fmla="*/ 722609 w 12192000"/>
              <a:gd name="connsiteY236" fmla="*/ 2049504 h 2079137"/>
              <a:gd name="connsiteX237" fmla="*/ 717618 w 12192000"/>
              <a:gd name="connsiteY237" fmla="*/ 2042131 h 2079137"/>
              <a:gd name="connsiteX238" fmla="*/ 703285 w 12192000"/>
              <a:gd name="connsiteY238" fmla="*/ 2046808 h 2079137"/>
              <a:gd name="connsiteX239" fmla="*/ 680199 w 12192000"/>
              <a:gd name="connsiteY239" fmla="*/ 2051947 h 2079137"/>
              <a:gd name="connsiteX240" fmla="*/ 667351 w 12192000"/>
              <a:gd name="connsiteY240" fmla="*/ 2054469 h 2079137"/>
              <a:gd name="connsiteX241" fmla="*/ 660961 w 12192000"/>
              <a:gd name="connsiteY241" fmla="*/ 2049404 h 2079137"/>
              <a:gd name="connsiteX242" fmla="*/ 638282 w 12192000"/>
              <a:gd name="connsiteY242" fmla="*/ 2060093 h 2079137"/>
              <a:gd name="connsiteX243" fmla="*/ 583551 w 12192000"/>
              <a:gd name="connsiteY243" fmla="*/ 2070197 h 2079137"/>
              <a:gd name="connsiteX244" fmla="*/ 525274 w 12192000"/>
              <a:gd name="connsiteY244" fmla="*/ 2079137 h 2079137"/>
              <a:gd name="connsiteX245" fmla="*/ 405635 w 12192000"/>
              <a:gd name="connsiteY245" fmla="*/ 2059339 h 2079137"/>
              <a:gd name="connsiteX246" fmla="*/ 281555 w 12192000"/>
              <a:gd name="connsiteY246" fmla="*/ 2022847 h 2079137"/>
              <a:gd name="connsiteX247" fmla="*/ 98513 w 12192000"/>
              <a:gd name="connsiteY247" fmla="*/ 1969504 h 2079137"/>
              <a:gd name="connsiteX248" fmla="*/ 56191 w 12192000"/>
              <a:gd name="connsiteY248" fmla="*/ 1950709 h 2079137"/>
              <a:gd name="connsiteX249" fmla="*/ 0 w 12192000"/>
              <a:gd name="connsiteY249" fmla="*/ 1935789 h 2079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</a:cxnLst>
            <a:rect l="l" t="t" r="r" b="b"/>
            <a:pathLst>
              <a:path w="12192000" h="2079137">
                <a:moveTo>
                  <a:pt x="12160143" y="831692"/>
                </a:moveTo>
                <a:lnTo>
                  <a:pt x="12159112" y="833361"/>
                </a:lnTo>
                <a:cubicBezTo>
                  <a:pt x="12157915" y="833832"/>
                  <a:pt x="12157402" y="833649"/>
                  <a:pt x="12158912" y="832430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558063"/>
                </a:lnTo>
                <a:lnTo>
                  <a:pt x="12189259" y="810508"/>
                </a:lnTo>
                <a:lnTo>
                  <a:pt x="12170847" y="825280"/>
                </a:lnTo>
                <a:lnTo>
                  <a:pt x="12160143" y="831692"/>
                </a:lnTo>
                <a:lnTo>
                  <a:pt x="12163806" y="825759"/>
                </a:lnTo>
                <a:cubicBezTo>
                  <a:pt x="12125449" y="821525"/>
                  <a:pt x="12082203" y="824698"/>
                  <a:pt x="12056557" y="810176"/>
                </a:cubicBezTo>
                <a:cubicBezTo>
                  <a:pt x="12050902" y="790976"/>
                  <a:pt x="11923731" y="799312"/>
                  <a:pt x="11900316" y="789618"/>
                </a:cubicBezTo>
                <a:cubicBezTo>
                  <a:pt x="11841702" y="803374"/>
                  <a:pt x="11823963" y="832645"/>
                  <a:pt x="11791206" y="824176"/>
                </a:cubicBezTo>
                <a:cubicBezTo>
                  <a:pt x="11768977" y="817380"/>
                  <a:pt x="11683857" y="828947"/>
                  <a:pt x="11659257" y="800841"/>
                </a:cubicBezTo>
                <a:cubicBezTo>
                  <a:pt x="11617173" y="818107"/>
                  <a:pt x="11602556" y="790694"/>
                  <a:pt x="11569789" y="797135"/>
                </a:cubicBezTo>
                <a:cubicBezTo>
                  <a:pt x="11498310" y="795094"/>
                  <a:pt x="11458472" y="819882"/>
                  <a:pt x="11367885" y="791985"/>
                </a:cubicBezTo>
                <a:cubicBezTo>
                  <a:pt x="11325508" y="798158"/>
                  <a:pt x="11266580" y="755023"/>
                  <a:pt x="11174663" y="788721"/>
                </a:cubicBezTo>
                <a:cubicBezTo>
                  <a:pt x="11122703" y="792192"/>
                  <a:pt x="11150009" y="775410"/>
                  <a:pt x="11068220" y="786994"/>
                </a:cubicBezTo>
                <a:cubicBezTo>
                  <a:pt x="11046931" y="759861"/>
                  <a:pt x="10919185" y="793102"/>
                  <a:pt x="10893266" y="794013"/>
                </a:cubicBezTo>
                <a:cubicBezTo>
                  <a:pt x="10874184" y="776189"/>
                  <a:pt x="10862860" y="788743"/>
                  <a:pt x="10844025" y="789857"/>
                </a:cubicBezTo>
                <a:cubicBezTo>
                  <a:pt x="10836453" y="779294"/>
                  <a:pt x="10820690" y="778184"/>
                  <a:pt x="10814353" y="789010"/>
                </a:cubicBezTo>
                <a:cubicBezTo>
                  <a:pt x="10819669" y="816016"/>
                  <a:pt x="10754019" y="789067"/>
                  <a:pt x="10748393" y="806738"/>
                </a:cubicBezTo>
                <a:cubicBezTo>
                  <a:pt x="10687156" y="807873"/>
                  <a:pt x="10550299" y="781800"/>
                  <a:pt x="10468256" y="778733"/>
                </a:cubicBezTo>
                <a:cubicBezTo>
                  <a:pt x="10436666" y="770025"/>
                  <a:pt x="10371995" y="797252"/>
                  <a:pt x="10256131" y="788332"/>
                </a:cubicBezTo>
                <a:cubicBezTo>
                  <a:pt x="10240995" y="781626"/>
                  <a:pt x="10182664" y="765742"/>
                  <a:pt x="10177442" y="777371"/>
                </a:cubicBezTo>
                <a:cubicBezTo>
                  <a:pt x="10141447" y="775683"/>
                  <a:pt x="10030323" y="810071"/>
                  <a:pt x="10006086" y="792651"/>
                </a:cubicBezTo>
                <a:cubicBezTo>
                  <a:pt x="10009448" y="818833"/>
                  <a:pt x="9960389" y="791426"/>
                  <a:pt x="9952382" y="815411"/>
                </a:cubicBezTo>
                <a:lnTo>
                  <a:pt x="9926457" y="827295"/>
                </a:lnTo>
                <a:lnTo>
                  <a:pt x="9843405" y="867046"/>
                </a:lnTo>
                <a:lnTo>
                  <a:pt x="9830866" y="875047"/>
                </a:lnTo>
                <a:lnTo>
                  <a:pt x="9801807" y="872272"/>
                </a:lnTo>
                <a:lnTo>
                  <a:pt x="9785653" y="861743"/>
                </a:lnTo>
                <a:lnTo>
                  <a:pt x="9781177" y="864820"/>
                </a:lnTo>
                <a:cubicBezTo>
                  <a:pt x="9776153" y="871003"/>
                  <a:pt x="9773556" y="874842"/>
                  <a:pt x="9768640" y="869379"/>
                </a:cubicBezTo>
                <a:lnTo>
                  <a:pt x="9712211" y="900283"/>
                </a:lnTo>
                <a:cubicBezTo>
                  <a:pt x="9706243" y="902750"/>
                  <a:pt x="9698952" y="902954"/>
                  <a:pt x="9689465" y="899268"/>
                </a:cubicBezTo>
                <a:cubicBezTo>
                  <a:pt x="9670819" y="902906"/>
                  <a:pt x="9618108" y="917739"/>
                  <a:pt x="9600339" y="922112"/>
                </a:cubicBezTo>
                <a:lnTo>
                  <a:pt x="9582850" y="925510"/>
                </a:lnTo>
                <a:cubicBezTo>
                  <a:pt x="9574400" y="928631"/>
                  <a:pt x="9556868" y="938130"/>
                  <a:pt x="9549638" y="940845"/>
                </a:cubicBezTo>
                <a:cubicBezTo>
                  <a:pt x="9543792" y="942327"/>
                  <a:pt x="9546812" y="939351"/>
                  <a:pt x="9539471" y="941799"/>
                </a:cubicBezTo>
                <a:cubicBezTo>
                  <a:pt x="9538994" y="947702"/>
                  <a:pt x="9536009" y="953248"/>
                  <a:pt x="9505592" y="955533"/>
                </a:cubicBezTo>
                <a:cubicBezTo>
                  <a:pt x="9486013" y="968563"/>
                  <a:pt x="9460860" y="978842"/>
                  <a:pt x="9432569" y="985377"/>
                </a:cubicBezTo>
                <a:cubicBezTo>
                  <a:pt x="9426990" y="980335"/>
                  <a:pt x="9418918" y="990185"/>
                  <a:pt x="9414216" y="992655"/>
                </a:cubicBezTo>
                <a:cubicBezTo>
                  <a:pt x="9412644" y="989014"/>
                  <a:pt x="9400057" y="989255"/>
                  <a:pt x="9397106" y="992980"/>
                </a:cubicBezTo>
                <a:cubicBezTo>
                  <a:pt x="9314093" y="1020862"/>
                  <a:pt x="9349678" y="978420"/>
                  <a:pt x="9305108" y="1007767"/>
                </a:cubicBezTo>
                <a:cubicBezTo>
                  <a:pt x="9296670" y="1010324"/>
                  <a:pt x="9289251" y="1009612"/>
                  <a:pt x="9282434" y="1007523"/>
                </a:cubicBezTo>
                <a:lnTo>
                  <a:pt x="9271941" y="1002839"/>
                </a:lnTo>
                <a:lnTo>
                  <a:pt x="9238227" y="1017668"/>
                </a:lnTo>
                <a:cubicBezTo>
                  <a:pt x="9221294" y="1023415"/>
                  <a:pt x="9203166" y="1027997"/>
                  <a:pt x="9184265" y="1031275"/>
                </a:cubicBezTo>
                <a:cubicBezTo>
                  <a:pt x="9178371" y="1024135"/>
                  <a:pt x="9165618" y="1036637"/>
                  <a:pt x="9159000" y="1039569"/>
                </a:cubicBezTo>
                <a:cubicBezTo>
                  <a:pt x="9157881" y="1034602"/>
                  <a:pt x="9141725" y="1033964"/>
                  <a:pt x="9137031" y="1038699"/>
                </a:cubicBezTo>
                <a:cubicBezTo>
                  <a:pt x="9023973" y="1069523"/>
                  <a:pt x="9079946" y="1015706"/>
                  <a:pt x="9015702" y="1051400"/>
                </a:cubicBezTo>
                <a:lnTo>
                  <a:pt x="8971403" y="1040542"/>
                </a:lnTo>
                <a:lnTo>
                  <a:pt x="8961826" y="1045364"/>
                </a:lnTo>
                <a:cubicBezTo>
                  <a:pt x="8922837" y="1050010"/>
                  <a:pt x="8909116" y="1040754"/>
                  <a:pt x="8888623" y="1053908"/>
                </a:cubicBezTo>
                <a:cubicBezTo>
                  <a:pt x="8850424" y="1035587"/>
                  <a:pt x="8865892" y="1054194"/>
                  <a:pt x="8841066" y="1060421"/>
                </a:cubicBezTo>
                <a:cubicBezTo>
                  <a:pt x="8818353" y="1064878"/>
                  <a:pt x="8775995" y="1076068"/>
                  <a:pt x="8752342" y="1080646"/>
                </a:cubicBezTo>
                <a:cubicBezTo>
                  <a:pt x="8736966" y="1099406"/>
                  <a:pt x="8723186" y="1079948"/>
                  <a:pt x="8699139" y="1087885"/>
                </a:cubicBezTo>
                <a:cubicBezTo>
                  <a:pt x="8688630" y="1095506"/>
                  <a:pt x="8680324" y="1097539"/>
                  <a:pt x="8667273" y="1092062"/>
                </a:cubicBezTo>
                <a:cubicBezTo>
                  <a:pt x="8619205" y="1128818"/>
                  <a:pt x="8634590" y="1097116"/>
                  <a:pt x="8586064" y="1114603"/>
                </a:cubicBezTo>
                <a:cubicBezTo>
                  <a:pt x="8544721" y="1131913"/>
                  <a:pt x="8496602" y="1145520"/>
                  <a:pt x="8460312" y="1179878"/>
                </a:cubicBezTo>
                <a:cubicBezTo>
                  <a:pt x="8454266" y="1189140"/>
                  <a:pt x="8435781" y="1194455"/>
                  <a:pt x="8419023" y="1191748"/>
                </a:cubicBezTo>
                <a:cubicBezTo>
                  <a:pt x="8416138" y="1191283"/>
                  <a:pt x="8413416" y="1190591"/>
                  <a:pt x="8410939" y="1189696"/>
                </a:cubicBezTo>
                <a:cubicBezTo>
                  <a:pt x="8390077" y="1213458"/>
                  <a:pt x="8370324" y="1205397"/>
                  <a:pt x="8362040" y="1220820"/>
                </a:cubicBezTo>
                <a:cubicBezTo>
                  <a:pt x="8320616" y="1231942"/>
                  <a:pt x="8281663" y="1222882"/>
                  <a:pt x="8273677" y="1236495"/>
                </a:cubicBezTo>
                <a:cubicBezTo>
                  <a:pt x="8251358" y="1238573"/>
                  <a:pt x="8216738" y="1228341"/>
                  <a:pt x="8204283" y="1243537"/>
                </a:cubicBezTo>
                <a:cubicBezTo>
                  <a:pt x="8198634" y="1233135"/>
                  <a:pt x="8181550" y="1254947"/>
                  <a:pt x="8166550" y="1249551"/>
                </a:cubicBezTo>
                <a:cubicBezTo>
                  <a:pt x="8155570" y="1244572"/>
                  <a:pt x="8147825" y="1250027"/>
                  <a:pt x="8137785" y="1251636"/>
                </a:cubicBezTo>
                <a:cubicBezTo>
                  <a:pt x="8123427" y="1248361"/>
                  <a:pt x="8081662" y="1261833"/>
                  <a:pt x="8071596" y="1269274"/>
                </a:cubicBezTo>
                <a:cubicBezTo>
                  <a:pt x="8048949" y="1293759"/>
                  <a:pt x="7983924" y="1284712"/>
                  <a:pt x="7964816" y="1303668"/>
                </a:cubicBezTo>
                <a:cubicBezTo>
                  <a:pt x="7957137" y="1306992"/>
                  <a:pt x="7949335" y="1308861"/>
                  <a:pt x="7941495" y="1309821"/>
                </a:cubicBezTo>
                <a:lnTo>
                  <a:pt x="7919123" y="1310466"/>
                </a:lnTo>
                <a:lnTo>
                  <a:pt x="7911902" y="1306569"/>
                </a:lnTo>
                <a:lnTo>
                  <a:pt x="7898703" y="1309208"/>
                </a:lnTo>
                <a:lnTo>
                  <a:pt x="7894703" y="1308939"/>
                </a:lnTo>
                <a:lnTo>
                  <a:pt x="7872267" y="1308370"/>
                </a:lnTo>
                <a:cubicBezTo>
                  <a:pt x="7886550" y="1330359"/>
                  <a:pt x="7812648" y="1314851"/>
                  <a:pt x="7836454" y="1331265"/>
                </a:cubicBezTo>
                <a:cubicBezTo>
                  <a:pt x="7798907" y="1336933"/>
                  <a:pt x="7831419" y="1351068"/>
                  <a:pt x="7782451" y="1339601"/>
                </a:cubicBezTo>
                <a:cubicBezTo>
                  <a:pt x="7727636" y="1365002"/>
                  <a:pt x="7583002" y="1338768"/>
                  <a:pt x="7542969" y="1372495"/>
                </a:cubicBezTo>
                <a:cubicBezTo>
                  <a:pt x="7546396" y="1360942"/>
                  <a:pt x="7492851" y="1424323"/>
                  <a:pt x="7476832" y="1431655"/>
                </a:cubicBezTo>
                <a:cubicBezTo>
                  <a:pt x="7439619" y="1443703"/>
                  <a:pt x="7425596" y="1454661"/>
                  <a:pt x="7370237" y="1474339"/>
                </a:cubicBezTo>
                <a:cubicBezTo>
                  <a:pt x="7316246" y="1485928"/>
                  <a:pt x="7281903" y="1512712"/>
                  <a:pt x="7222223" y="1510199"/>
                </a:cubicBezTo>
                <a:cubicBezTo>
                  <a:pt x="7221190" y="1514030"/>
                  <a:pt x="7218885" y="1517398"/>
                  <a:pt x="7215703" y="1520424"/>
                </a:cubicBezTo>
                <a:lnTo>
                  <a:pt x="7204548" y="1528145"/>
                </a:lnTo>
                <a:lnTo>
                  <a:pt x="7202038" y="1527954"/>
                </a:lnTo>
                <a:lnTo>
                  <a:pt x="7173860" y="1541605"/>
                </a:lnTo>
                <a:lnTo>
                  <a:pt x="7155079" y="1552495"/>
                </a:lnTo>
                <a:lnTo>
                  <a:pt x="7149757" y="1552732"/>
                </a:lnTo>
                <a:cubicBezTo>
                  <a:pt x="7141378" y="1554948"/>
                  <a:pt x="7115959" y="1563256"/>
                  <a:pt x="7104804" y="1565792"/>
                </a:cubicBezTo>
                <a:cubicBezTo>
                  <a:pt x="7099811" y="1550850"/>
                  <a:pt x="7096935" y="1561973"/>
                  <a:pt x="7082824" y="1567947"/>
                </a:cubicBezTo>
                <a:cubicBezTo>
                  <a:pt x="7071919" y="1546070"/>
                  <a:pt x="7039417" y="1570606"/>
                  <a:pt x="7021520" y="1562334"/>
                </a:cubicBezTo>
                <a:cubicBezTo>
                  <a:pt x="7011400" y="1567217"/>
                  <a:pt x="7000495" y="1571981"/>
                  <a:pt x="6988956" y="1576442"/>
                </a:cubicBezTo>
                <a:lnTo>
                  <a:pt x="6981922" y="1578821"/>
                </a:lnTo>
                <a:lnTo>
                  <a:pt x="6981583" y="1578678"/>
                </a:lnTo>
                <a:cubicBezTo>
                  <a:pt x="6979627" y="1578791"/>
                  <a:pt x="6977153" y="1579421"/>
                  <a:pt x="6973762" y="1580811"/>
                </a:cubicBezTo>
                <a:lnTo>
                  <a:pt x="6969093" y="1583157"/>
                </a:lnTo>
                <a:lnTo>
                  <a:pt x="6890037" y="1575825"/>
                </a:lnTo>
                <a:cubicBezTo>
                  <a:pt x="6849459" y="1579997"/>
                  <a:pt x="6820022" y="1566922"/>
                  <a:pt x="6785054" y="1582200"/>
                </a:cubicBezTo>
                <a:cubicBezTo>
                  <a:pt x="6747047" y="1586037"/>
                  <a:pt x="6712794" y="1582954"/>
                  <a:pt x="6681692" y="1591296"/>
                </a:cubicBezTo>
                <a:cubicBezTo>
                  <a:pt x="6667557" y="1587501"/>
                  <a:pt x="6654822" y="1586753"/>
                  <a:pt x="6644556" y="1595940"/>
                </a:cubicBezTo>
                <a:cubicBezTo>
                  <a:pt x="6608615" y="1597269"/>
                  <a:pt x="6597697" y="1587005"/>
                  <a:pt x="6577106" y="1598261"/>
                </a:cubicBezTo>
                <a:lnTo>
                  <a:pt x="6544183" y="1596149"/>
                </a:lnTo>
                <a:lnTo>
                  <a:pt x="6540921" y="1593857"/>
                </a:lnTo>
                <a:lnTo>
                  <a:pt x="6535046" y="1593283"/>
                </a:lnTo>
                <a:lnTo>
                  <a:pt x="6519853" y="1595771"/>
                </a:lnTo>
                <a:lnTo>
                  <a:pt x="6514280" y="1597376"/>
                </a:lnTo>
                <a:cubicBezTo>
                  <a:pt x="6510385" y="1598232"/>
                  <a:pt x="6507735" y="1598481"/>
                  <a:pt x="6505824" y="1598298"/>
                </a:cubicBezTo>
                <a:lnTo>
                  <a:pt x="6505573" y="1598109"/>
                </a:lnTo>
                <a:lnTo>
                  <a:pt x="6497741" y="1599392"/>
                </a:lnTo>
                <a:cubicBezTo>
                  <a:pt x="6484628" y="1602044"/>
                  <a:pt x="6471968" y="1605085"/>
                  <a:pt x="6459992" y="1608358"/>
                </a:cubicBezTo>
                <a:cubicBezTo>
                  <a:pt x="6447037" y="1597612"/>
                  <a:pt x="6404274" y="1616787"/>
                  <a:pt x="6404572" y="1593771"/>
                </a:cubicBezTo>
                <a:cubicBezTo>
                  <a:pt x="6388277" y="1597519"/>
                  <a:pt x="6380141" y="1607970"/>
                  <a:pt x="6382671" y="1592612"/>
                </a:cubicBezTo>
                <a:lnTo>
                  <a:pt x="6369843" y="1590015"/>
                </a:lnTo>
                <a:lnTo>
                  <a:pt x="6269740" y="1614633"/>
                </a:lnTo>
                <a:lnTo>
                  <a:pt x="6255405" y="1620529"/>
                </a:lnTo>
                <a:cubicBezTo>
                  <a:pt x="6250911" y="1623016"/>
                  <a:pt x="6247090" y="1625968"/>
                  <a:pt x="6244248" y="1629561"/>
                </a:cubicBezTo>
                <a:cubicBezTo>
                  <a:pt x="6188859" y="1618246"/>
                  <a:pt x="6143250" y="1639346"/>
                  <a:pt x="6086396" y="1642666"/>
                </a:cubicBezTo>
                <a:cubicBezTo>
                  <a:pt x="6024311" y="1653696"/>
                  <a:pt x="5889522" y="1686499"/>
                  <a:pt x="5867429" y="1695554"/>
                </a:cubicBezTo>
                <a:cubicBezTo>
                  <a:pt x="5848669" y="1700350"/>
                  <a:pt x="5763994" y="1699795"/>
                  <a:pt x="5772864" y="1689002"/>
                </a:cubicBezTo>
                <a:cubicBezTo>
                  <a:pt x="5718480" y="1716048"/>
                  <a:pt x="5694188" y="1696562"/>
                  <a:pt x="5629833" y="1713273"/>
                </a:cubicBezTo>
                <a:lnTo>
                  <a:pt x="5504771" y="1725744"/>
                </a:lnTo>
                <a:lnTo>
                  <a:pt x="5490967" y="1726367"/>
                </a:lnTo>
                <a:lnTo>
                  <a:pt x="5486015" y="1721481"/>
                </a:lnTo>
                <a:lnTo>
                  <a:pt x="5439364" y="1721349"/>
                </a:lnTo>
                <a:cubicBezTo>
                  <a:pt x="5418850" y="1733129"/>
                  <a:pt x="5381503" y="1725668"/>
                  <a:pt x="5350025" y="1729885"/>
                </a:cubicBezTo>
                <a:lnTo>
                  <a:pt x="5336104" y="1734377"/>
                </a:lnTo>
                <a:lnTo>
                  <a:pt x="5245234" y="1738520"/>
                </a:lnTo>
                <a:lnTo>
                  <a:pt x="5182955" y="1744622"/>
                </a:lnTo>
                <a:lnTo>
                  <a:pt x="5169506" y="1748993"/>
                </a:lnTo>
                <a:lnTo>
                  <a:pt x="5154299" y="1744080"/>
                </a:lnTo>
                <a:cubicBezTo>
                  <a:pt x="5152463" y="1742751"/>
                  <a:pt x="5150989" y="1741283"/>
                  <a:pt x="5149917" y="1739727"/>
                </a:cubicBezTo>
                <a:lnTo>
                  <a:pt x="5100319" y="1745797"/>
                </a:lnTo>
                <a:lnTo>
                  <a:pt x="5094361" y="1745767"/>
                </a:lnTo>
                <a:lnTo>
                  <a:pt x="5053410" y="1742790"/>
                </a:lnTo>
                <a:lnTo>
                  <a:pt x="4992711" y="1734075"/>
                </a:lnTo>
                <a:cubicBezTo>
                  <a:pt x="4972764" y="1728527"/>
                  <a:pt x="4955480" y="1708667"/>
                  <a:pt x="4930098" y="1717312"/>
                </a:cubicBezTo>
                <a:cubicBezTo>
                  <a:pt x="4936142" y="1706767"/>
                  <a:pt x="4900350" y="1719438"/>
                  <a:pt x="4893834" y="1710028"/>
                </a:cubicBezTo>
                <a:cubicBezTo>
                  <a:pt x="4890113" y="1702277"/>
                  <a:pt x="4878389" y="1704314"/>
                  <a:pt x="4868730" y="1702384"/>
                </a:cubicBezTo>
                <a:cubicBezTo>
                  <a:pt x="4860577" y="1694955"/>
                  <a:pt x="4813519" y="1692594"/>
                  <a:pt x="4797925" y="1695535"/>
                </a:cubicBezTo>
                <a:cubicBezTo>
                  <a:pt x="4754973" y="1708626"/>
                  <a:pt x="4712186" y="1679830"/>
                  <a:pt x="4677670" y="1689453"/>
                </a:cubicBezTo>
                <a:cubicBezTo>
                  <a:pt x="4650390" y="1686902"/>
                  <a:pt x="4641786" y="1682702"/>
                  <a:pt x="4634248" y="1680227"/>
                </a:cubicBezTo>
                <a:lnTo>
                  <a:pt x="4632434" y="1674607"/>
                </a:lnTo>
                <a:lnTo>
                  <a:pt x="4619204" y="1672507"/>
                </a:lnTo>
                <a:lnTo>
                  <a:pt x="4616283" y="1670977"/>
                </a:lnTo>
                <a:cubicBezTo>
                  <a:pt x="4610716" y="1668036"/>
                  <a:pt x="4605090" y="1665277"/>
                  <a:pt x="4598926" y="1663178"/>
                </a:cubicBezTo>
                <a:cubicBezTo>
                  <a:pt x="4588025" y="1686237"/>
                  <a:pt x="4544698" y="1649138"/>
                  <a:pt x="4547069" y="1670642"/>
                </a:cubicBezTo>
                <a:lnTo>
                  <a:pt x="4523516" y="1669785"/>
                </a:lnTo>
                <a:lnTo>
                  <a:pt x="4500586" y="1675912"/>
                </a:lnTo>
                <a:lnTo>
                  <a:pt x="4488196" y="1683463"/>
                </a:lnTo>
                <a:lnTo>
                  <a:pt x="4445463" y="1695634"/>
                </a:lnTo>
                <a:lnTo>
                  <a:pt x="4446550" y="1680538"/>
                </a:lnTo>
                <a:lnTo>
                  <a:pt x="4365375" y="1697935"/>
                </a:lnTo>
                <a:lnTo>
                  <a:pt x="4305123" y="1714185"/>
                </a:lnTo>
                <a:lnTo>
                  <a:pt x="4292665" y="1720703"/>
                </a:lnTo>
                <a:lnTo>
                  <a:pt x="4276789" y="1718367"/>
                </a:lnTo>
                <a:cubicBezTo>
                  <a:pt x="4274740" y="1717359"/>
                  <a:pt x="4273021" y="1716157"/>
                  <a:pt x="4271683" y="1714801"/>
                </a:cubicBezTo>
                <a:lnTo>
                  <a:pt x="4223918" y="1728936"/>
                </a:lnTo>
                <a:lnTo>
                  <a:pt x="4218039" y="1729885"/>
                </a:lnTo>
                <a:lnTo>
                  <a:pt x="4177153" y="1733691"/>
                </a:lnTo>
                <a:lnTo>
                  <a:pt x="4051032" y="1728886"/>
                </a:lnTo>
                <a:cubicBezTo>
                  <a:pt x="4055072" y="1717510"/>
                  <a:pt x="4022108" y="1735873"/>
                  <a:pt x="4013978" y="1727679"/>
                </a:cubicBezTo>
                <a:cubicBezTo>
                  <a:pt x="4008905" y="1720660"/>
                  <a:pt x="3997723" y="1724594"/>
                  <a:pt x="3987857" y="1724282"/>
                </a:cubicBezTo>
                <a:cubicBezTo>
                  <a:pt x="3978476" y="1718309"/>
                  <a:pt x="3931683" y="1723723"/>
                  <a:pt x="3916852" y="1729184"/>
                </a:cubicBezTo>
                <a:cubicBezTo>
                  <a:pt x="3876910" y="1749138"/>
                  <a:pt x="3829523" y="1727824"/>
                  <a:pt x="3797263" y="1742976"/>
                </a:cubicBezTo>
                <a:cubicBezTo>
                  <a:pt x="3769922" y="1744951"/>
                  <a:pt x="3760682" y="1742230"/>
                  <a:pt x="3752806" y="1741033"/>
                </a:cubicBezTo>
                <a:lnTo>
                  <a:pt x="3749997" y="1735799"/>
                </a:lnTo>
                <a:lnTo>
                  <a:pt x="3736582" y="1735907"/>
                </a:lnTo>
                <a:lnTo>
                  <a:pt x="3733428" y="1734881"/>
                </a:lnTo>
                <a:cubicBezTo>
                  <a:pt x="3727408" y="1732899"/>
                  <a:pt x="3721365" y="1731108"/>
                  <a:pt x="3714911" y="1730056"/>
                </a:cubicBezTo>
                <a:cubicBezTo>
                  <a:pt x="3708355" y="1754554"/>
                  <a:pt x="3658933" y="1725152"/>
                  <a:pt x="3665172" y="1745936"/>
                </a:cubicBezTo>
                <a:cubicBezTo>
                  <a:pt x="3628569" y="1744420"/>
                  <a:pt x="3583742" y="1775884"/>
                  <a:pt x="3552006" y="1755220"/>
                </a:cubicBezTo>
                <a:cubicBezTo>
                  <a:pt x="3497522" y="1758390"/>
                  <a:pt x="3448310" y="1757433"/>
                  <a:pt x="3390301" y="1762546"/>
                </a:cubicBezTo>
                <a:cubicBezTo>
                  <a:pt x="3345266" y="1774524"/>
                  <a:pt x="3297039" y="1758531"/>
                  <a:pt x="3264312" y="1774620"/>
                </a:cubicBezTo>
                <a:cubicBezTo>
                  <a:pt x="3212634" y="1771139"/>
                  <a:pt x="3147905" y="1780248"/>
                  <a:pt x="3106901" y="1804264"/>
                </a:cubicBezTo>
                <a:cubicBezTo>
                  <a:pt x="3051355" y="1805490"/>
                  <a:pt x="3041708" y="1820368"/>
                  <a:pt x="2993303" y="1806542"/>
                </a:cubicBezTo>
                <a:cubicBezTo>
                  <a:pt x="2989182" y="1810139"/>
                  <a:pt x="2984377" y="1813039"/>
                  <a:pt x="2979115" y="1815432"/>
                </a:cubicBezTo>
                <a:lnTo>
                  <a:pt x="2963118" y="1820962"/>
                </a:lnTo>
                <a:lnTo>
                  <a:pt x="2961156" y="1820297"/>
                </a:lnTo>
                <a:lnTo>
                  <a:pt x="2925719" y="1828468"/>
                </a:lnTo>
                <a:lnTo>
                  <a:pt x="2857951" y="1842496"/>
                </a:lnTo>
                <a:lnTo>
                  <a:pt x="2857427" y="1841591"/>
                </a:lnTo>
                <a:cubicBezTo>
                  <a:pt x="2855386" y="1839734"/>
                  <a:pt x="2852250" y="1838690"/>
                  <a:pt x="2846731" y="1839316"/>
                </a:cubicBezTo>
                <a:cubicBezTo>
                  <a:pt x="2855175" y="1823564"/>
                  <a:pt x="2843311" y="1834035"/>
                  <a:pt x="2826290" y="1837274"/>
                </a:cubicBezTo>
                <a:cubicBezTo>
                  <a:pt x="2835609" y="1813530"/>
                  <a:pt x="2787284" y="1831665"/>
                  <a:pt x="2779146" y="1820071"/>
                </a:cubicBezTo>
                <a:cubicBezTo>
                  <a:pt x="2766432" y="1822985"/>
                  <a:pt x="2753158" y="1825635"/>
                  <a:pt x="2739608" y="1827861"/>
                </a:cubicBezTo>
                <a:lnTo>
                  <a:pt x="2731631" y="1828881"/>
                </a:lnTo>
                <a:cubicBezTo>
                  <a:pt x="2731575" y="1828813"/>
                  <a:pt x="2731521" y="1828744"/>
                  <a:pt x="2731464" y="1828677"/>
                </a:cubicBezTo>
                <a:cubicBezTo>
                  <a:pt x="2729715" y="1828415"/>
                  <a:pt x="2727085" y="1828569"/>
                  <a:pt x="2723037" y="1829303"/>
                </a:cubicBezTo>
                <a:lnTo>
                  <a:pt x="2701616" y="1832725"/>
                </a:lnTo>
                <a:lnTo>
                  <a:pt x="2696239" y="1831904"/>
                </a:lnTo>
                <a:lnTo>
                  <a:pt x="2663445" y="1825958"/>
                </a:lnTo>
                <a:cubicBezTo>
                  <a:pt x="2641260" y="1825904"/>
                  <a:pt x="2595040" y="1827674"/>
                  <a:pt x="2560925" y="1829094"/>
                </a:cubicBezTo>
                <a:cubicBezTo>
                  <a:pt x="2527977" y="1836499"/>
                  <a:pt x="2496507" y="1831991"/>
                  <a:pt x="2458739" y="1834479"/>
                </a:cubicBezTo>
                <a:cubicBezTo>
                  <a:pt x="2419379" y="1848893"/>
                  <a:pt x="2396428" y="1834257"/>
                  <a:pt x="2356074" y="1836991"/>
                </a:cubicBezTo>
                <a:cubicBezTo>
                  <a:pt x="2323435" y="1857644"/>
                  <a:pt x="2325610" y="1826053"/>
                  <a:pt x="2304241" y="1822021"/>
                </a:cubicBezTo>
                <a:lnTo>
                  <a:pt x="2298362" y="1822125"/>
                </a:lnTo>
                <a:lnTo>
                  <a:pt x="2283527" y="1826361"/>
                </a:lnTo>
                <a:lnTo>
                  <a:pt x="2278150" y="1828604"/>
                </a:lnTo>
                <a:cubicBezTo>
                  <a:pt x="2274371" y="1829907"/>
                  <a:pt x="2271762" y="1830461"/>
                  <a:pt x="2269853" y="1830502"/>
                </a:cubicBezTo>
                <a:lnTo>
                  <a:pt x="2269585" y="1830341"/>
                </a:lnTo>
                <a:lnTo>
                  <a:pt x="2225332" y="1845825"/>
                </a:lnTo>
                <a:cubicBezTo>
                  <a:pt x="2211505" y="1836594"/>
                  <a:pt x="2170867" y="1860661"/>
                  <a:pt x="2169048" y="1837658"/>
                </a:cubicBezTo>
                <a:cubicBezTo>
                  <a:pt x="2153238" y="1843278"/>
                  <a:pt x="2146132" y="1854645"/>
                  <a:pt x="2147231" y="1839027"/>
                </a:cubicBezTo>
                <a:cubicBezTo>
                  <a:pt x="2141901" y="1840465"/>
                  <a:pt x="2138205" y="1840014"/>
                  <a:pt x="2135241" y="1838652"/>
                </a:cubicBezTo>
                <a:lnTo>
                  <a:pt x="2099215" y="1850768"/>
                </a:lnTo>
                <a:lnTo>
                  <a:pt x="2094046" y="1850806"/>
                </a:lnTo>
                <a:lnTo>
                  <a:pt x="2071850" y="1861319"/>
                </a:lnTo>
                <a:lnTo>
                  <a:pt x="2039607" y="1874318"/>
                </a:lnTo>
                <a:lnTo>
                  <a:pt x="2037289" y="1874025"/>
                </a:lnTo>
                <a:lnTo>
                  <a:pt x="2023615" y="1881562"/>
                </a:lnTo>
                <a:cubicBezTo>
                  <a:pt x="2019390" y="1884562"/>
                  <a:pt x="1959668" y="1894795"/>
                  <a:pt x="1957176" y="1898709"/>
                </a:cubicBezTo>
                <a:cubicBezTo>
                  <a:pt x="1901224" y="1893805"/>
                  <a:pt x="1914145" y="1913274"/>
                  <a:pt x="1858081" y="1923144"/>
                </a:cubicBezTo>
                <a:cubicBezTo>
                  <a:pt x="1819487" y="1923227"/>
                  <a:pt x="1798952" y="1929741"/>
                  <a:pt x="1738865" y="1944965"/>
                </a:cubicBezTo>
                <a:cubicBezTo>
                  <a:pt x="1698633" y="1955957"/>
                  <a:pt x="1670491" y="1978862"/>
                  <a:pt x="1616692" y="1989107"/>
                </a:cubicBezTo>
                <a:cubicBezTo>
                  <a:pt x="1565257" y="2022368"/>
                  <a:pt x="1474172" y="2022156"/>
                  <a:pt x="1411898" y="2046254"/>
                </a:cubicBezTo>
                <a:cubicBezTo>
                  <a:pt x="1380237" y="2035952"/>
                  <a:pt x="1386648" y="2042292"/>
                  <a:pt x="1375780" y="2047961"/>
                </a:cubicBezTo>
                <a:cubicBezTo>
                  <a:pt x="1375756" y="2047968"/>
                  <a:pt x="1375731" y="2047974"/>
                  <a:pt x="1375707" y="2047981"/>
                </a:cubicBezTo>
                <a:lnTo>
                  <a:pt x="1285585" y="2047113"/>
                </a:lnTo>
                <a:cubicBezTo>
                  <a:pt x="1279541" y="2043453"/>
                  <a:pt x="1272537" y="2040974"/>
                  <a:pt x="1263658" y="2041397"/>
                </a:cubicBezTo>
                <a:cubicBezTo>
                  <a:pt x="1212454" y="2058890"/>
                  <a:pt x="1258499" y="2026611"/>
                  <a:pt x="1170403" y="2033399"/>
                </a:cubicBezTo>
                <a:cubicBezTo>
                  <a:pt x="1166530" y="2036274"/>
                  <a:pt x="1154254" y="2033463"/>
                  <a:pt x="1153718" y="2029576"/>
                </a:cubicBezTo>
                <a:cubicBezTo>
                  <a:pt x="1148486" y="2030819"/>
                  <a:pt x="1137980" y="2038354"/>
                  <a:pt x="1133937" y="2032149"/>
                </a:cubicBezTo>
                <a:cubicBezTo>
                  <a:pt x="1104720" y="2031606"/>
                  <a:pt x="1077532" y="2035424"/>
                  <a:pt x="1054999" y="2043242"/>
                </a:cubicBezTo>
                <a:cubicBezTo>
                  <a:pt x="1024875" y="2038090"/>
                  <a:pt x="1020473" y="2042711"/>
                  <a:pt x="1018405" y="2048281"/>
                </a:cubicBezTo>
                <a:lnTo>
                  <a:pt x="1016563" y="2051718"/>
                </a:lnTo>
                <a:lnTo>
                  <a:pt x="1008284" y="2046742"/>
                </a:lnTo>
                <a:cubicBezTo>
                  <a:pt x="999244" y="2043620"/>
                  <a:pt x="990505" y="2044937"/>
                  <a:pt x="981974" y="2048363"/>
                </a:cubicBezTo>
                <a:lnTo>
                  <a:pt x="971903" y="2053484"/>
                </a:lnTo>
                <a:lnTo>
                  <a:pt x="954015" y="2052529"/>
                </a:lnTo>
                <a:cubicBezTo>
                  <a:pt x="931960" y="2051365"/>
                  <a:pt x="861352" y="2046214"/>
                  <a:pt x="839571" y="2046509"/>
                </a:cubicBezTo>
                <a:lnTo>
                  <a:pt x="823321" y="2054296"/>
                </a:lnTo>
                <a:lnTo>
                  <a:pt x="800990" y="2051523"/>
                </a:lnTo>
                <a:cubicBezTo>
                  <a:pt x="790723" y="2052171"/>
                  <a:pt x="782268" y="2055403"/>
                  <a:pt x="776439" y="2062634"/>
                </a:cubicBezTo>
                <a:cubicBezTo>
                  <a:pt x="773155" y="2056184"/>
                  <a:pt x="769593" y="2059253"/>
                  <a:pt x="763041" y="2063995"/>
                </a:cubicBezTo>
                <a:lnTo>
                  <a:pt x="757863" y="2065877"/>
                </a:lnTo>
                <a:lnTo>
                  <a:pt x="745053" y="2051831"/>
                </a:lnTo>
                <a:lnTo>
                  <a:pt x="722609" y="2049504"/>
                </a:lnTo>
                <a:lnTo>
                  <a:pt x="717618" y="2042131"/>
                </a:lnTo>
                <a:lnTo>
                  <a:pt x="703285" y="2046808"/>
                </a:lnTo>
                <a:cubicBezTo>
                  <a:pt x="698219" y="2048137"/>
                  <a:pt x="690058" y="2049926"/>
                  <a:pt x="680199" y="2051947"/>
                </a:cubicBezTo>
                <a:lnTo>
                  <a:pt x="667351" y="2054469"/>
                </a:lnTo>
                <a:lnTo>
                  <a:pt x="660961" y="2049404"/>
                </a:lnTo>
                <a:lnTo>
                  <a:pt x="638282" y="2060093"/>
                </a:lnTo>
                <a:lnTo>
                  <a:pt x="583551" y="2070197"/>
                </a:lnTo>
                <a:cubicBezTo>
                  <a:pt x="569268" y="2091365"/>
                  <a:pt x="529124" y="2053106"/>
                  <a:pt x="525274" y="2079137"/>
                </a:cubicBezTo>
                <a:cubicBezTo>
                  <a:pt x="506495" y="2056498"/>
                  <a:pt x="440091" y="2069666"/>
                  <a:pt x="405635" y="2059339"/>
                </a:cubicBezTo>
                <a:cubicBezTo>
                  <a:pt x="397410" y="2069278"/>
                  <a:pt x="294416" y="2032966"/>
                  <a:pt x="281555" y="2022847"/>
                </a:cubicBezTo>
                <a:cubicBezTo>
                  <a:pt x="171589" y="1986245"/>
                  <a:pt x="126791" y="1985528"/>
                  <a:pt x="98513" y="1969504"/>
                </a:cubicBezTo>
                <a:cubicBezTo>
                  <a:pt x="85544" y="1965247"/>
                  <a:pt x="73324" y="1958000"/>
                  <a:pt x="56191" y="1950709"/>
                </a:cubicBezTo>
                <a:lnTo>
                  <a:pt x="0" y="19357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D34822-7765-44D6-15BC-7963B0A37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6" y="548640"/>
            <a:ext cx="9543405" cy="1188720"/>
          </a:xfrm>
        </p:spPr>
        <p:txBody>
          <a:bodyPr>
            <a:normAutofit fontScale="90000"/>
          </a:bodyPr>
          <a:lstStyle/>
          <a:p>
            <a:br>
              <a:rPr lang="en-US" sz="4000" b="1" dirty="0"/>
            </a:br>
            <a:r>
              <a:rPr lang="en-US" sz="4000" b="1" dirty="0"/>
              <a:t>Technology Stack</a:t>
            </a:r>
            <a:br>
              <a:rPr lang="en-US" sz="4000" dirty="0"/>
            </a:br>
            <a:endParaRPr lang="he-IL" sz="37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42DCE2C-2863-46FA-9BE7-24365A24D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24586" y="5970896"/>
            <a:ext cx="9967416" cy="887104"/>
          </a:xfrm>
          <a:custGeom>
            <a:avLst/>
            <a:gdLst>
              <a:gd name="connsiteX0" fmla="*/ 4686423 w 9517857"/>
              <a:gd name="connsiteY0" fmla="*/ 247919 h 918356"/>
              <a:gd name="connsiteX1" fmla="*/ 4689051 w 9517857"/>
              <a:gd name="connsiteY1" fmla="*/ 250968 h 918356"/>
              <a:gd name="connsiteX2" fmla="*/ 4687244 w 9517857"/>
              <a:gd name="connsiteY2" fmla="*/ 251298 h 918356"/>
              <a:gd name="connsiteX3" fmla="*/ 4685225 w 9517857"/>
              <a:gd name="connsiteY3" fmla="*/ 246530 h 918356"/>
              <a:gd name="connsiteX4" fmla="*/ 4686133 w 9517857"/>
              <a:gd name="connsiteY4" fmla="*/ 246727 h 918356"/>
              <a:gd name="connsiteX5" fmla="*/ 4686423 w 9517857"/>
              <a:gd name="connsiteY5" fmla="*/ 247919 h 918356"/>
              <a:gd name="connsiteX6" fmla="*/ 9517856 w 9517857"/>
              <a:gd name="connsiteY6" fmla="*/ 0 h 918356"/>
              <a:gd name="connsiteX7" fmla="*/ 9517857 w 9517857"/>
              <a:gd name="connsiteY7" fmla="*/ 12 h 918356"/>
              <a:gd name="connsiteX8" fmla="*/ 9517857 w 9517857"/>
              <a:gd name="connsiteY8" fmla="*/ 918356 h 918356"/>
              <a:gd name="connsiteX9" fmla="*/ 14604 w 9517857"/>
              <a:gd name="connsiteY9" fmla="*/ 918356 h 918356"/>
              <a:gd name="connsiteX10" fmla="*/ 12841 w 9517857"/>
              <a:gd name="connsiteY10" fmla="*/ 917763 h 918356"/>
              <a:gd name="connsiteX11" fmla="*/ 93 w 9517857"/>
              <a:gd name="connsiteY11" fmla="*/ 912471 h 918356"/>
              <a:gd name="connsiteX12" fmla="*/ 58674 w 9517857"/>
              <a:gd name="connsiteY12" fmla="*/ 890322 h 918356"/>
              <a:gd name="connsiteX13" fmla="*/ 275005 w 9517857"/>
              <a:gd name="connsiteY13" fmla="*/ 807229 h 918356"/>
              <a:gd name="connsiteX14" fmla="*/ 587824 w 9517857"/>
              <a:gd name="connsiteY14" fmla="*/ 798195 h 918356"/>
              <a:gd name="connsiteX15" fmla="*/ 651826 w 9517857"/>
              <a:gd name="connsiteY15" fmla="*/ 738338 h 918356"/>
              <a:gd name="connsiteX16" fmla="*/ 727985 w 9517857"/>
              <a:gd name="connsiteY16" fmla="*/ 719826 h 918356"/>
              <a:gd name="connsiteX17" fmla="*/ 778982 w 9517857"/>
              <a:gd name="connsiteY17" fmla="*/ 710142 h 918356"/>
              <a:gd name="connsiteX18" fmla="*/ 849944 w 9517857"/>
              <a:gd name="connsiteY18" fmla="*/ 717987 h 918356"/>
              <a:gd name="connsiteX19" fmla="*/ 921659 w 9517857"/>
              <a:gd name="connsiteY19" fmla="*/ 712695 h 918356"/>
              <a:gd name="connsiteX20" fmla="*/ 930946 w 9517857"/>
              <a:gd name="connsiteY20" fmla="*/ 734046 h 918356"/>
              <a:gd name="connsiteX21" fmla="*/ 986250 w 9517857"/>
              <a:gd name="connsiteY21" fmla="*/ 713530 h 918356"/>
              <a:gd name="connsiteX22" fmla="*/ 1013752 w 9517857"/>
              <a:gd name="connsiteY22" fmla="*/ 713361 h 918356"/>
              <a:gd name="connsiteX23" fmla="*/ 1023734 w 9517857"/>
              <a:gd name="connsiteY23" fmla="*/ 718571 h 918356"/>
              <a:gd name="connsiteX24" fmla="*/ 1063207 w 9517857"/>
              <a:gd name="connsiteY24" fmla="*/ 715651 h 918356"/>
              <a:gd name="connsiteX25" fmla="*/ 1081980 w 9517857"/>
              <a:gd name="connsiteY25" fmla="*/ 738455 h 918356"/>
              <a:gd name="connsiteX26" fmla="*/ 1218120 w 9517857"/>
              <a:gd name="connsiteY26" fmla="*/ 713280 h 918356"/>
              <a:gd name="connsiteX27" fmla="*/ 1397459 w 9517857"/>
              <a:gd name="connsiteY27" fmla="*/ 691190 h 918356"/>
              <a:gd name="connsiteX28" fmla="*/ 1580688 w 9517857"/>
              <a:gd name="connsiteY28" fmla="*/ 693697 h 918356"/>
              <a:gd name="connsiteX29" fmla="*/ 1772334 w 9517857"/>
              <a:gd name="connsiteY29" fmla="*/ 710640 h 918356"/>
              <a:gd name="connsiteX30" fmla="*/ 2002561 w 9517857"/>
              <a:gd name="connsiteY30" fmla="*/ 659917 h 918356"/>
              <a:gd name="connsiteX31" fmla="*/ 2135144 w 9517857"/>
              <a:gd name="connsiteY31" fmla="*/ 636501 h 918356"/>
              <a:gd name="connsiteX32" fmla="*/ 2440292 w 9517857"/>
              <a:gd name="connsiteY32" fmla="*/ 593862 h 918356"/>
              <a:gd name="connsiteX33" fmla="*/ 2547829 w 9517857"/>
              <a:gd name="connsiteY33" fmla="*/ 566150 h 918356"/>
              <a:gd name="connsiteX34" fmla="*/ 2658055 w 9517857"/>
              <a:gd name="connsiteY34" fmla="*/ 578727 h 918356"/>
              <a:gd name="connsiteX35" fmla="*/ 2693698 w 9517857"/>
              <a:gd name="connsiteY35" fmla="*/ 560029 h 918356"/>
              <a:gd name="connsiteX36" fmla="*/ 2699673 w 9517857"/>
              <a:gd name="connsiteY36" fmla="*/ 556400 h 918356"/>
              <a:gd name="connsiteX37" fmla="*/ 2727306 w 9517857"/>
              <a:gd name="connsiteY37" fmla="*/ 550698 h 918356"/>
              <a:gd name="connsiteX38" fmla="*/ 2730451 w 9517857"/>
              <a:gd name="connsiteY38" fmla="*/ 538058 h 918356"/>
              <a:gd name="connsiteX39" fmla="*/ 2768713 w 9517857"/>
              <a:gd name="connsiteY39" fmla="*/ 521575 h 918356"/>
              <a:gd name="connsiteX40" fmla="*/ 2820868 w 9517857"/>
              <a:gd name="connsiteY40" fmla="*/ 514160 h 918356"/>
              <a:gd name="connsiteX41" fmla="*/ 3073635 w 9517857"/>
              <a:gd name="connsiteY41" fmla="*/ 491294 h 918356"/>
              <a:gd name="connsiteX42" fmla="*/ 3222071 w 9517857"/>
              <a:gd name="connsiteY42" fmla="*/ 470559 h 918356"/>
              <a:gd name="connsiteX43" fmla="*/ 3274069 w 9517857"/>
              <a:gd name="connsiteY43" fmla="*/ 451605 h 918356"/>
              <a:gd name="connsiteX44" fmla="*/ 3349632 w 9517857"/>
              <a:gd name="connsiteY44" fmla="*/ 432583 h 918356"/>
              <a:gd name="connsiteX45" fmla="*/ 3479593 w 9517857"/>
              <a:gd name="connsiteY45" fmla="*/ 390437 h 918356"/>
              <a:gd name="connsiteX46" fmla="*/ 3660110 w 9517857"/>
              <a:gd name="connsiteY46" fmla="*/ 348726 h 918356"/>
              <a:gd name="connsiteX47" fmla="*/ 3750023 w 9517857"/>
              <a:gd name="connsiteY47" fmla="*/ 370678 h 918356"/>
              <a:gd name="connsiteX48" fmla="*/ 3844133 w 9517857"/>
              <a:gd name="connsiteY48" fmla="*/ 360648 h 918356"/>
              <a:gd name="connsiteX49" fmla="*/ 3913545 w 9517857"/>
              <a:gd name="connsiteY49" fmla="*/ 344235 h 918356"/>
              <a:gd name="connsiteX50" fmla="*/ 4266740 w 9517857"/>
              <a:gd name="connsiteY50" fmla="*/ 361454 h 918356"/>
              <a:gd name="connsiteX51" fmla="*/ 4430770 w 9517857"/>
              <a:gd name="connsiteY51" fmla="*/ 342643 h 918356"/>
              <a:gd name="connsiteX52" fmla="*/ 4512664 w 9517857"/>
              <a:gd name="connsiteY52" fmla="*/ 319948 h 918356"/>
              <a:gd name="connsiteX53" fmla="*/ 4616423 w 9517857"/>
              <a:gd name="connsiteY53" fmla="*/ 290914 h 918356"/>
              <a:gd name="connsiteX54" fmla="*/ 4691675 w 9517857"/>
              <a:gd name="connsiteY54" fmla="*/ 254011 h 918356"/>
              <a:gd name="connsiteX55" fmla="*/ 4689051 w 9517857"/>
              <a:gd name="connsiteY55" fmla="*/ 250968 h 918356"/>
              <a:gd name="connsiteX56" fmla="*/ 4719994 w 9517857"/>
              <a:gd name="connsiteY56" fmla="*/ 245307 h 918356"/>
              <a:gd name="connsiteX57" fmla="*/ 4752894 w 9517857"/>
              <a:gd name="connsiteY57" fmla="*/ 239875 h 918356"/>
              <a:gd name="connsiteX58" fmla="*/ 4769329 w 9517857"/>
              <a:gd name="connsiteY58" fmla="*/ 233585 h 918356"/>
              <a:gd name="connsiteX59" fmla="*/ 4775634 w 9517857"/>
              <a:gd name="connsiteY59" fmla="*/ 234063 h 918356"/>
              <a:gd name="connsiteX60" fmla="*/ 4790452 w 9517857"/>
              <a:gd name="connsiteY60" fmla="*/ 233572 h 918356"/>
              <a:gd name="connsiteX61" fmla="*/ 4789062 w 9517857"/>
              <a:gd name="connsiteY61" fmla="*/ 241924 h 918356"/>
              <a:gd name="connsiteX62" fmla="*/ 4827826 w 9517857"/>
              <a:gd name="connsiteY62" fmla="*/ 246977 h 918356"/>
              <a:gd name="connsiteX63" fmla="*/ 4892569 w 9517857"/>
              <a:gd name="connsiteY63" fmla="*/ 249933 h 918356"/>
              <a:gd name="connsiteX64" fmla="*/ 4896611 w 9517857"/>
              <a:gd name="connsiteY64" fmla="*/ 240448 h 918356"/>
              <a:gd name="connsiteX65" fmla="*/ 4917286 w 9517857"/>
              <a:gd name="connsiteY65" fmla="*/ 243659 h 918356"/>
              <a:gd name="connsiteX66" fmla="*/ 4981173 w 9517857"/>
              <a:gd name="connsiteY66" fmla="*/ 247103 h 918356"/>
              <a:gd name="connsiteX67" fmla="*/ 5060397 w 9517857"/>
              <a:gd name="connsiteY67" fmla="*/ 263688 h 918356"/>
              <a:gd name="connsiteX68" fmla="*/ 5252996 w 9517857"/>
              <a:gd name="connsiteY68" fmla="*/ 270655 h 918356"/>
              <a:gd name="connsiteX69" fmla="*/ 5358056 w 9517857"/>
              <a:gd name="connsiteY69" fmla="*/ 247248 h 918356"/>
              <a:gd name="connsiteX70" fmla="*/ 5426496 w 9517857"/>
              <a:gd name="connsiteY70" fmla="*/ 235142 h 918356"/>
              <a:gd name="connsiteX71" fmla="*/ 5497161 w 9517857"/>
              <a:gd name="connsiteY71" fmla="*/ 228808 h 918356"/>
              <a:gd name="connsiteX72" fmla="*/ 5826043 w 9517857"/>
              <a:gd name="connsiteY72" fmla="*/ 148073 h 918356"/>
              <a:gd name="connsiteX73" fmla="*/ 6013415 w 9517857"/>
              <a:gd name="connsiteY73" fmla="*/ 137316 h 918356"/>
              <a:gd name="connsiteX74" fmla="*/ 6080994 w 9517857"/>
              <a:gd name="connsiteY74" fmla="*/ 142938 h 918356"/>
              <a:gd name="connsiteX75" fmla="*/ 6194152 w 9517857"/>
              <a:gd name="connsiteY75" fmla="*/ 151772 h 918356"/>
              <a:gd name="connsiteX76" fmla="*/ 6281379 w 9517857"/>
              <a:gd name="connsiteY76" fmla="*/ 181626 h 918356"/>
              <a:gd name="connsiteX77" fmla="*/ 6374947 w 9517857"/>
              <a:gd name="connsiteY77" fmla="*/ 179799 h 918356"/>
              <a:gd name="connsiteX78" fmla="*/ 6448518 w 9517857"/>
              <a:gd name="connsiteY78" fmla="*/ 164378 h 918356"/>
              <a:gd name="connsiteX79" fmla="*/ 6544700 w 9517857"/>
              <a:gd name="connsiteY79" fmla="*/ 167161 h 918356"/>
              <a:gd name="connsiteX80" fmla="*/ 6648353 w 9517857"/>
              <a:gd name="connsiteY80" fmla="*/ 172250 h 918356"/>
              <a:gd name="connsiteX81" fmla="*/ 6736227 w 9517857"/>
              <a:gd name="connsiteY81" fmla="*/ 173216 h 918356"/>
              <a:gd name="connsiteX82" fmla="*/ 6977218 w 9517857"/>
              <a:gd name="connsiteY82" fmla="*/ 184289 h 918356"/>
              <a:gd name="connsiteX83" fmla="*/ 7065221 w 9517857"/>
              <a:gd name="connsiteY83" fmla="*/ 227531 h 918356"/>
              <a:gd name="connsiteX84" fmla="*/ 7366876 w 9517857"/>
              <a:gd name="connsiteY84" fmla="*/ 248468 h 918356"/>
              <a:gd name="connsiteX85" fmla="*/ 7565449 w 9517857"/>
              <a:gd name="connsiteY85" fmla="*/ 258950 h 918356"/>
              <a:gd name="connsiteX86" fmla="*/ 7599285 w 9517857"/>
              <a:gd name="connsiteY86" fmla="*/ 266021 h 918356"/>
              <a:gd name="connsiteX87" fmla="*/ 7644411 w 9517857"/>
              <a:gd name="connsiteY87" fmla="*/ 258986 h 918356"/>
              <a:gd name="connsiteX88" fmla="*/ 7825110 w 9517857"/>
              <a:gd name="connsiteY88" fmla="*/ 229109 h 918356"/>
              <a:gd name="connsiteX89" fmla="*/ 7965804 w 9517857"/>
              <a:gd name="connsiteY89" fmla="*/ 190545 h 918356"/>
              <a:gd name="connsiteX90" fmla="*/ 8147401 w 9517857"/>
              <a:gd name="connsiteY90" fmla="*/ 205617 h 918356"/>
              <a:gd name="connsiteX91" fmla="*/ 8256033 w 9517857"/>
              <a:gd name="connsiteY91" fmla="*/ 193713 h 918356"/>
              <a:gd name="connsiteX92" fmla="*/ 8410677 w 9517857"/>
              <a:gd name="connsiteY92" fmla="*/ 172167 h 918356"/>
              <a:gd name="connsiteX93" fmla="*/ 8617841 w 9517857"/>
              <a:gd name="connsiteY93" fmla="*/ 155167 h 918356"/>
              <a:gd name="connsiteX94" fmla="*/ 8715976 w 9517857"/>
              <a:gd name="connsiteY94" fmla="*/ 178374 h 918356"/>
              <a:gd name="connsiteX95" fmla="*/ 8778827 w 9517857"/>
              <a:gd name="connsiteY95" fmla="*/ 172936 h 918356"/>
              <a:gd name="connsiteX96" fmla="*/ 8840778 w 9517857"/>
              <a:gd name="connsiteY96" fmla="*/ 143149 h 918356"/>
              <a:gd name="connsiteX97" fmla="*/ 9010380 w 9517857"/>
              <a:gd name="connsiteY97" fmla="*/ 91891 h 918356"/>
              <a:gd name="connsiteX98" fmla="*/ 9110856 w 9517857"/>
              <a:gd name="connsiteY98" fmla="*/ 70997 h 918356"/>
              <a:gd name="connsiteX99" fmla="*/ 9268817 w 9517857"/>
              <a:gd name="connsiteY99" fmla="*/ 53082 h 918356"/>
              <a:gd name="connsiteX100" fmla="*/ 9316667 w 9517857"/>
              <a:gd name="connsiteY100" fmla="*/ 45047 h 918356"/>
              <a:gd name="connsiteX101" fmla="*/ 9428209 w 9517857"/>
              <a:gd name="connsiteY101" fmla="*/ 29923 h 918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9517857" h="918356">
                <a:moveTo>
                  <a:pt x="4686423" y="247919"/>
                </a:moveTo>
                <a:lnTo>
                  <a:pt x="4689051" y="250968"/>
                </a:lnTo>
                <a:lnTo>
                  <a:pt x="4687244" y="251298"/>
                </a:lnTo>
                <a:close/>
                <a:moveTo>
                  <a:pt x="4685225" y="246530"/>
                </a:moveTo>
                <a:cubicBezTo>
                  <a:pt x="4688837" y="243198"/>
                  <a:pt x="4687468" y="244598"/>
                  <a:pt x="4686133" y="246727"/>
                </a:cubicBezTo>
                <a:lnTo>
                  <a:pt x="4686423" y="247919"/>
                </a:lnTo>
                <a:close/>
                <a:moveTo>
                  <a:pt x="9517856" y="0"/>
                </a:moveTo>
                <a:lnTo>
                  <a:pt x="9517857" y="12"/>
                </a:lnTo>
                <a:lnTo>
                  <a:pt x="9517857" y="918356"/>
                </a:lnTo>
                <a:lnTo>
                  <a:pt x="14604" y="918356"/>
                </a:lnTo>
                <a:lnTo>
                  <a:pt x="12841" y="917763"/>
                </a:lnTo>
                <a:cubicBezTo>
                  <a:pt x="4532" y="914864"/>
                  <a:pt x="-773" y="912807"/>
                  <a:pt x="93" y="912471"/>
                </a:cubicBezTo>
                <a:cubicBezTo>
                  <a:pt x="172" y="912298"/>
                  <a:pt x="58594" y="890495"/>
                  <a:pt x="58674" y="890322"/>
                </a:cubicBezTo>
                <a:cubicBezTo>
                  <a:pt x="127436" y="929614"/>
                  <a:pt x="206243" y="828226"/>
                  <a:pt x="275005" y="807229"/>
                </a:cubicBezTo>
                <a:cubicBezTo>
                  <a:pt x="303983" y="806087"/>
                  <a:pt x="504960" y="777375"/>
                  <a:pt x="587824" y="798195"/>
                </a:cubicBezTo>
                <a:cubicBezTo>
                  <a:pt x="598733" y="769348"/>
                  <a:pt x="682904" y="785924"/>
                  <a:pt x="651826" y="738338"/>
                </a:cubicBezTo>
                <a:cubicBezTo>
                  <a:pt x="688440" y="737862"/>
                  <a:pt x="753255" y="750396"/>
                  <a:pt x="727985" y="719826"/>
                </a:cubicBezTo>
                <a:cubicBezTo>
                  <a:pt x="739648" y="718749"/>
                  <a:pt x="775717" y="715087"/>
                  <a:pt x="778982" y="710142"/>
                </a:cubicBezTo>
                <a:cubicBezTo>
                  <a:pt x="779189" y="709407"/>
                  <a:pt x="849736" y="718721"/>
                  <a:pt x="849944" y="717987"/>
                </a:cubicBezTo>
                <a:lnTo>
                  <a:pt x="921659" y="712695"/>
                </a:lnTo>
                <a:lnTo>
                  <a:pt x="930946" y="734046"/>
                </a:lnTo>
                <a:lnTo>
                  <a:pt x="986250" y="713530"/>
                </a:lnTo>
                <a:lnTo>
                  <a:pt x="1013752" y="713361"/>
                </a:lnTo>
                <a:lnTo>
                  <a:pt x="1023734" y="718571"/>
                </a:lnTo>
                <a:cubicBezTo>
                  <a:pt x="1033291" y="721276"/>
                  <a:pt x="1045398" y="721394"/>
                  <a:pt x="1063207" y="715651"/>
                </a:cubicBezTo>
                <a:lnTo>
                  <a:pt x="1081980" y="738455"/>
                </a:lnTo>
                <a:lnTo>
                  <a:pt x="1218120" y="713280"/>
                </a:lnTo>
                <a:cubicBezTo>
                  <a:pt x="1230137" y="716162"/>
                  <a:pt x="1387179" y="685179"/>
                  <a:pt x="1397459" y="691190"/>
                </a:cubicBezTo>
                <a:cubicBezTo>
                  <a:pt x="1490025" y="704984"/>
                  <a:pt x="1465878" y="715604"/>
                  <a:pt x="1580688" y="693697"/>
                </a:cubicBezTo>
                <a:cubicBezTo>
                  <a:pt x="1607067" y="704379"/>
                  <a:pt x="1719477" y="658239"/>
                  <a:pt x="1772334" y="710640"/>
                </a:cubicBezTo>
                <a:cubicBezTo>
                  <a:pt x="1745536" y="644824"/>
                  <a:pt x="1976078" y="716436"/>
                  <a:pt x="2002561" y="659917"/>
                </a:cubicBezTo>
                <a:cubicBezTo>
                  <a:pt x="2045346" y="660357"/>
                  <a:pt x="2166676" y="654391"/>
                  <a:pt x="2135144" y="636501"/>
                </a:cubicBezTo>
                <a:cubicBezTo>
                  <a:pt x="2276591" y="665055"/>
                  <a:pt x="2293173" y="591792"/>
                  <a:pt x="2440292" y="593862"/>
                </a:cubicBezTo>
                <a:cubicBezTo>
                  <a:pt x="2495160" y="534824"/>
                  <a:pt x="2473343" y="585644"/>
                  <a:pt x="2547829" y="566150"/>
                </a:cubicBezTo>
                <a:cubicBezTo>
                  <a:pt x="2545438" y="614169"/>
                  <a:pt x="2632278" y="528280"/>
                  <a:pt x="2658055" y="578727"/>
                </a:cubicBezTo>
                <a:cubicBezTo>
                  <a:pt x="2670795" y="573581"/>
                  <a:pt x="2682322" y="567005"/>
                  <a:pt x="2693698" y="560029"/>
                </a:cubicBezTo>
                <a:lnTo>
                  <a:pt x="2699673" y="556400"/>
                </a:lnTo>
                <a:lnTo>
                  <a:pt x="2727306" y="550698"/>
                </a:lnTo>
                <a:lnTo>
                  <a:pt x="2730451" y="538058"/>
                </a:lnTo>
                <a:lnTo>
                  <a:pt x="2768713" y="521575"/>
                </a:lnTo>
                <a:cubicBezTo>
                  <a:pt x="2783756" y="517104"/>
                  <a:pt x="2800788" y="514291"/>
                  <a:pt x="2820868" y="514160"/>
                </a:cubicBezTo>
                <a:cubicBezTo>
                  <a:pt x="2894791" y="532885"/>
                  <a:pt x="2981506" y="465507"/>
                  <a:pt x="3073635" y="491294"/>
                </a:cubicBezTo>
                <a:cubicBezTo>
                  <a:pt x="3106872" y="496624"/>
                  <a:pt x="3205785" y="487718"/>
                  <a:pt x="3222071" y="470559"/>
                </a:cubicBezTo>
                <a:cubicBezTo>
                  <a:pt x="3242193" y="465514"/>
                  <a:pt x="3267163" y="469136"/>
                  <a:pt x="3274069" y="451605"/>
                </a:cubicBezTo>
                <a:cubicBezTo>
                  <a:pt x="3286659" y="430165"/>
                  <a:pt x="3363648" y="455571"/>
                  <a:pt x="3349632" y="432583"/>
                </a:cubicBezTo>
                <a:cubicBezTo>
                  <a:pt x="3404182" y="449847"/>
                  <a:pt x="3438210" y="404323"/>
                  <a:pt x="3479593" y="390437"/>
                </a:cubicBezTo>
                <a:cubicBezTo>
                  <a:pt x="3523240" y="408403"/>
                  <a:pt x="3567027" y="361554"/>
                  <a:pt x="3660110" y="348726"/>
                </a:cubicBezTo>
                <a:cubicBezTo>
                  <a:pt x="3708299" y="369683"/>
                  <a:pt x="3662447" y="344775"/>
                  <a:pt x="3750023" y="370678"/>
                </a:cubicBezTo>
                <a:cubicBezTo>
                  <a:pt x="3752092" y="367132"/>
                  <a:pt x="3816880" y="365055"/>
                  <a:pt x="3844133" y="360648"/>
                </a:cubicBezTo>
                <a:cubicBezTo>
                  <a:pt x="3871386" y="356240"/>
                  <a:pt x="3882848" y="332490"/>
                  <a:pt x="3913545" y="344235"/>
                </a:cubicBezTo>
                <a:cubicBezTo>
                  <a:pt x="4050255" y="376864"/>
                  <a:pt x="4159924" y="363190"/>
                  <a:pt x="4266740" y="361454"/>
                </a:cubicBezTo>
                <a:cubicBezTo>
                  <a:pt x="4385770" y="354374"/>
                  <a:pt x="4314535" y="340143"/>
                  <a:pt x="4430770" y="342643"/>
                </a:cubicBezTo>
                <a:cubicBezTo>
                  <a:pt x="4439969" y="322594"/>
                  <a:pt x="4478290" y="314645"/>
                  <a:pt x="4512664" y="319948"/>
                </a:cubicBezTo>
                <a:cubicBezTo>
                  <a:pt x="4570011" y="315138"/>
                  <a:pt x="4549085" y="269599"/>
                  <a:pt x="4616423" y="290914"/>
                </a:cubicBezTo>
                <a:cubicBezTo>
                  <a:pt x="4599641" y="270277"/>
                  <a:pt x="4692085" y="269216"/>
                  <a:pt x="4691675" y="254011"/>
                </a:cubicBezTo>
                <a:lnTo>
                  <a:pt x="4689051" y="250968"/>
                </a:lnTo>
                <a:lnTo>
                  <a:pt x="4719994" y="245307"/>
                </a:lnTo>
                <a:cubicBezTo>
                  <a:pt x="4732635" y="242775"/>
                  <a:pt x="4745300" y="240335"/>
                  <a:pt x="4752894" y="239875"/>
                </a:cubicBezTo>
                <a:lnTo>
                  <a:pt x="4769329" y="233585"/>
                </a:lnTo>
                <a:lnTo>
                  <a:pt x="4775634" y="234063"/>
                </a:lnTo>
                <a:lnTo>
                  <a:pt x="4790452" y="233572"/>
                </a:lnTo>
                <a:cubicBezTo>
                  <a:pt x="4789989" y="236356"/>
                  <a:pt x="4789525" y="239141"/>
                  <a:pt x="4789062" y="241924"/>
                </a:cubicBezTo>
                <a:cubicBezTo>
                  <a:pt x="4786342" y="249932"/>
                  <a:pt x="4804560" y="248631"/>
                  <a:pt x="4827826" y="246977"/>
                </a:cubicBezTo>
                <a:cubicBezTo>
                  <a:pt x="4875782" y="239569"/>
                  <a:pt x="4874112" y="283413"/>
                  <a:pt x="4892569" y="249933"/>
                </a:cubicBezTo>
                <a:lnTo>
                  <a:pt x="4896611" y="240448"/>
                </a:lnTo>
                <a:lnTo>
                  <a:pt x="4917286" y="243659"/>
                </a:lnTo>
                <a:cubicBezTo>
                  <a:pt x="4923060" y="243799"/>
                  <a:pt x="4981729" y="240979"/>
                  <a:pt x="4981173" y="247103"/>
                </a:cubicBezTo>
                <a:cubicBezTo>
                  <a:pt x="5024880" y="220690"/>
                  <a:pt x="5014146" y="257963"/>
                  <a:pt x="5060397" y="263688"/>
                </a:cubicBezTo>
                <a:cubicBezTo>
                  <a:pt x="5093356" y="238589"/>
                  <a:pt x="5157892" y="275351"/>
                  <a:pt x="5252996" y="270655"/>
                </a:cubicBezTo>
                <a:cubicBezTo>
                  <a:pt x="5288840" y="241872"/>
                  <a:pt x="5287005" y="287921"/>
                  <a:pt x="5358056" y="247248"/>
                </a:cubicBezTo>
                <a:cubicBezTo>
                  <a:pt x="5361752" y="250257"/>
                  <a:pt x="5403312" y="238215"/>
                  <a:pt x="5426496" y="235142"/>
                </a:cubicBezTo>
                <a:cubicBezTo>
                  <a:pt x="5449679" y="232069"/>
                  <a:pt x="5473549" y="245611"/>
                  <a:pt x="5497161" y="228808"/>
                </a:cubicBezTo>
                <a:cubicBezTo>
                  <a:pt x="5611861" y="172767"/>
                  <a:pt x="5723211" y="165860"/>
                  <a:pt x="5826043" y="148073"/>
                </a:cubicBezTo>
                <a:cubicBezTo>
                  <a:pt x="5943127" y="133166"/>
                  <a:pt x="5872659" y="193078"/>
                  <a:pt x="6013415" y="137316"/>
                </a:cubicBezTo>
                <a:cubicBezTo>
                  <a:pt x="6031924" y="154783"/>
                  <a:pt x="6050745" y="154258"/>
                  <a:pt x="6080994" y="142938"/>
                </a:cubicBezTo>
                <a:cubicBezTo>
                  <a:pt x="6138083" y="137090"/>
                  <a:pt x="6140195" y="184383"/>
                  <a:pt x="6194152" y="151772"/>
                </a:cubicBezTo>
                <a:cubicBezTo>
                  <a:pt x="6187280" y="177783"/>
                  <a:pt x="6304222" y="153410"/>
                  <a:pt x="6281379" y="181626"/>
                </a:cubicBezTo>
                <a:cubicBezTo>
                  <a:pt x="6321899" y="201819"/>
                  <a:pt x="6335111" y="162590"/>
                  <a:pt x="6374947" y="179799"/>
                </a:cubicBezTo>
                <a:cubicBezTo>
                  <a:pt x="6417404" y="181336"/>
                  <a:pt x="6402484" y="169694"/>
                  <a:pt x="6448518" y="164378"/>
                </a:cubicBezTo>
                <a:cubicBezTo>
                  <a:pt x="6504958" y="162488"/>
                  <a:pt x="6493438" y="111203"/>
                  <a:pt x="6544700" y="167161"/>
                </a:cubicBezTo>
                <a:cubicBezTo>
                  <a:pt x="6601507" y="148697"/>
                  <a:pt x="6566269" y="164386"/>
                  <a:pt x="6648353" y="172250"/>
                </a:cubicBezTo>
                <a:cubicBezTo>
                  <a:pt x="6680008" y="155223"/>
                  <a:pt x="6707960" y="160673"/>
                  <a:pt x="6736227" y="173216"/>
                </a:cubicBezTo>
                <a:cubicBezTo>
                  <a:pt x="6813963" y="164284"/>
                  <a:pt x="6888143" y="181296"/>
                  <a:pt x="6977218" y="184289"/>
                </a:cubicBezTo>
                <a:cubicBezTo>
                  <a:pt x="7040424" y="188318"/>
                  <a:pt x="7000278" y="216835"/>
                  <a:pt x="7065221" y="227531"/>
                </a:cubicBezTo>
                <a:cubicBezTo>
                  <a:pt x="7130163" y="238228"/>
                  <a:pt x="7291878" y="238208"/>
                  <a:pt x="7366876" y="248468"/>
                </a:cubicBezTo>
                <a:cubicBezTo>
                  <a:pt x="7491356" y="206752"/>
                  <a:pt x="7367734" y="280166"/>
                  <a:pt x="7565449" y="258950"/>
                </a:cubicBezTo>
                <a:cubicBezTo>
                  <a:pt x="7575959" y="252432"/>
                  <a:pt x="7600854" y="257628"/>
                  <a:pt x="7599285" y="266021"/>
                </a:cubicBezTo>
                <a:cubicBezTo>
                  <a:pt x="7611616" y="262940"/>
                  <a:pt x="7639946" y="245819"/>
                  <a:pt x="7644411" y="258986"/>
                </a:cubicBezTo>
                <a:cubicBezTo>
                  <a:pt x="7708015" y="258012"/>
                  <a:pt x="7770249" y="247724"/>
                  <a:pt x="7825110" y="229109"/>
                </a:cubicBezTo>
                <a:cubicBezTo>
                  <a:pt x="7949762" y="247028"/>
                  <a:pt x="7921956" y="197757"/>
                  <a:pt x="7965804" y="190545"/>
                </a:cubicBezTo>
                <a:cubicBezTo>
                  <a:pt x="8039439" y="213878"/>
                  <a:pt x="8063651" y="191475"/>
                  <a:pt x="8147401" y="205617"/>
                </a:cubicBezTo>
                <a:cubicBezTo>
                  <a:pt x="8166453" y="196610"/>
                  <a:pt x="8225048" y="207099"/>
                  <a:pt x="8256033" y="193713"/>
                </a:cubicBezTo>
                <a:cubicBezTo>
                  <a:pt x="8311388" y="242017"/>
                  <a:pt x="8350376" y="178592"/>
                  <a:pt x="8410677" y="172167"/>
                </a:cubicBezTo>
                <a:cubicBezTo>
                  <a:pt x="8470978" y="165743"/>
                  <a:pt x="8572470" y="206385"/>
                  <a:pt x="8617841" y="155167"/>
                </a:cubicBezTo>
                <a:cubicBezTo>
                  <a:pt x="8646050" y="160448"/>
                  <a:pt x="8664949" y="183631"/>
                  <a:pt x="8715976" y="178374"/>
                </a:cubicBezTo>
                <a:cubicBezTo>
                  <a:pt x="8737194" y="188216"/>
                  <a:pt x="8738009" y="189511"/>
                  <a:pt x="8778827" y="172936"/>
                </a:cubicBezTo>
                <a:cubicBezTo>
                  <a:pt x="8725277" y="146372"/>
                  <a:pt x="8850819" y="175612"/>
                  <a:pt x="8840778" y="143149"/>
                </a:cubicBezTo>
                <a:cubicBezTo>
                  <a:pt x="8903519" y="121096"/>
                  <a:pt x="9021861" y="150359"/>
                  <a:pt x="9010380" y="91891"/>
                </a:cubicBezTo>
                <a:cubicBezTo>
                  <a:pt x="9027103" y="56852"/>
                  <a:pt x="9112524" y="108357"/>
                  <a:pt x="9110856" y="70997"/>
                </a:cubicBezTo>
                <a:cubicBezTo>
                  <a:pt x="9148189" y="94250"/>
                  <a:pt x="9209809" y="53285"/>
                  <a:pt x="9268817" y="53082"/>
                </a:cubicBezTo>
                <a:cubicBezTo>
                  <a:pt x="9279135" y="35997"/>
                  <a:pt x="9292736" y="36520"/>
                  <a:pt x="9316667" y="45047"/>
                </a:cubicBezTo>
                <a:cubicBezTo>
                  <a:pt x="9352186" y="45862"/>
                  <a:pt x="9390008" y="39799"/>
                  <a:pt x="9428209" y="29923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73DA1C-E849-02A6-2713-FF2A8F06D944}"/>
              </a:ext>
            </a:extLst>
          </p:cNvPr>
          <p:cNvSpPr txBox="1"/>
          <p:nvPr/>
        </p:nvSpPr>
        <p:spPr>
          <a:xfrm>
            <a:off x="1986116" y="2903230"/>
            <a:ext cx="3097162" cy="92333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b="1" u="sng" dirty="0"/>
              <a:t>Programming Language:</a:t>
            </a:r>
          </a:p>
          <a:p>
            <a:endParaRPr lang="en-US" dirty="0"/>
          </a:p>
          <a:p>
            <a:endParaRPr lang="he-IL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949C23-894F-3F0B-940E-D265816F543D}"/>
              </a:ext>
            </a:extLst>
          </p:cNvPr>
          <p:cNvSpPr txBox="1"/>
          <p:nvPr/>
        </p:nvSpPr>
        <p:spPr>
          <a:xfrm>
            <a:off x="5476566" y="2903230"/>
            <a:ext cx="2104105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b="1" u="sng" dirty="0"/>
              <a:t>Desktop App:</a:t>
            </a:r>
            <a:endParaRPr lang="he-IL" b="1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D435C1-7276-2523-9E05-4FAA0B72F7CA}"/>
              </a:ext>
            </a:extLst>
          </p:cNvPr>
          <p:cNvSpPr txBox="1"/>
          <p:nvPr/>
        </p:nvSpPr>
        <p:spPr>
          <a:xfrm>
            <a:off x="8114064" y="2903230"/>
            <a:ext cx="1986116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b="1" u="sng" dirty="0"/>
              <a:t>Database:</a:t>
            </a:r>
            <a:endParaRPr lang="he-IL" b="1" u="sng" dirty="0"/>
          </a:p>
        </p:txBody>
      </p:sp>
      <p:pic>
        <p:nvPicPr>
          <p:cNvPr id="11" name="Picture 2" descr="What is Python Coding? | Juni Learning">
            <a:extLst>
              <a:ext uri="{FF2B5EF4-FFF2-40B4-BE49-F238E27FC236}">
                <a16:creationId xmlns:a16="http://schemas.microsoft.com/office/drawing/2014/main" id="{762E0828-D617-2418-5CF5-D8FB06CD37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2871" y="3647179"/>
            <a:ext cx="1715729" cy="1715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 descr="PyQt - Wikipedia">
            <a:extLst>
              <a:ext uri="{FF2B5EF4-FFF2-40B4-BE49-F238E27FC236}">
                <a16:creationId xmlns:a16="http://schemas.microsoft.com/office/drawing/2014/main" id="{AE05F032-FEF8-9B7B-0D93-04BD65CBBA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9397" y="3831429"/>
            <a:ext cx="1156828" cy="1204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6" descr="MySQL (@MySQL) / X">
            <a:extLst>
              <a:ext uri="{FF2B5EF4-FFF2-40B4-BE49-F238E27FC236}">
                <a16:creationId xmlns:a16="http://schemas.microsoft.com/office/drawing/2014/main" id="{5135115C-464F-CB01-A25A-4003D368D9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3959" y="3644646"/>
            <a:ext cx="1715729" cy="1715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48972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C54F4CE-85F0-46ED-80DA-9518C9251A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DD1FCA-8ACB-4958-81DD-4CDD6D3E19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5802086" cy="6858000"/>
          </a:xfrm>
          <a:custGeom>
            <a:avLst/>
            <a:gdLst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9647 w 5734864"/>
              <a:gd name="connsiteY33" fmla="*/ 1936120 h 6858000"/>
              <a:gd name="connsiteX34" fmla="*/ 714660 w 5734864"/>
              <a:gd name="connsiteY34" fmla="*/ 1982709 h 6858000"/>
              <a:gd name="connsiteX35" fmla="*/ 710759 w 5734864"/>
              <a:gd name="connsiteY35" fmla="*/ 2013010 h 6858000"/>
              <a:gd name="connsiteX36" fmla="*/ 697927 w 5734864"/>
              <a:gd name="connsiteY36" fmla="*/ 2069833 h 6858000"/>
              <a:gd name="connsiteX37" fmla="*/ 693594 w 5734864"/>
              <a:gd name="connsiteY37" fmla="*/ 2103731 h 6858000"/>
              <a:gd name="connsiteX38" fmla="*/ 691109 w 5734864"/>
              <a:gd name="connsiteY38" fmla="*/ 2124027 h 6858000"/>
              <a:gd name="connsiteX39" fmla="*/ 676593 w 5734864"/>
              <a:gd name="connsiteY39" fmla="*/ 2176182 h 6858000"/>
              <a:gd name="connsiteX40" fmla="*/ 633227 w 5734864"/>
              <a:gd name="connsiteY40" fmla="*/ 2258036 h 6858000"/>
              <a:gd name="connsiteX41" fmla="*/ 625564 w 5734864"/>
              <a:gd name="connsiteY41" fmla="*/ 2284567 h 6858000"/>
              <a:gd name="connsiteX42" fmla="*/ 627074 w 5734864"/>
              <a:gd name="connsiteY42" fmla="*/ 2289605 h 6858000"/>
              <a:gd name="connsiteX43" fmla="*/ 614574 w 5734864"/>
              <a:gd name="connsiteY43" fmla="*/ 2308717 h 6858000"/>
              <a:gd name="connsiteX44" fmla="*/ 606890 w 5734864"/>
              <a:gd name="connsiteY44" fmla="*/ 2320662 h 6858000"/>
              <a:gd name="connsiteX45" fmla="*/ 605558 w 5734864"/>
              <a:gd name="connsiteY45" fmla="*/ 2327897 h 6858000"/>
              <a:gd name="connsiteX46" fmla="*/ 602202 w 5734864"/>
              <a:gd name="connsiteY46" fmla="*/ 2357749 h 6858000"/>
              <a:gd name="connsiteX47" fmla="*/ 600213 w 5734864"/>
              <a:gd name="connsiteY47" fmla="*/ 2364905 h 6858000"/>
              <a:gd name="connsiteX48" fmla="*/ 597160 w 5734864"/>
              <a:gd name="connsiteY48" fmla="*/ 2388351 h 6858000"/>
              <a:gd name="connsiteX49" fmla="*/ 597982 w 5734864"/>
              <a:gd name="connsiteY49" fmla="*/ 2402296 h 6858000"/>
              <a:gd name="connsiteX50" fmla="*/ 593150 w 5734864"/>
              <a:gd name="connsiteY50" fmla="*/ 2420015 h 6858000"/>
              <a:gd name="connsiteX51" fmla="*/ 592833 w 5734864"/>
              <a:gd name="connsiteY51" fmla="*/ 2422749 h 6858000"/>
              <a:gd name="connsiteX52" fmla="*/ 594479 w 5734864"/>
              <a:gd name="connsiteY52" fmla="*/ 2426002 h 6858000"/>
              <a:gd name="connsiteX53" fmla="*/ 591963 w 5734864"/>
              <a:gd name="connsiteY53" fmla="*/ 2431950 h 6858000"/>
              <a:gd name="connsiteX54" fmla="*/ 591544 w 5734864"/>
              <a:gd name="connsiteY54" fmla="*/ 2433897 h 6858000"/>
              <a:gd name="connsiteX55" fmla="*/ 589519 w 5734864"/>
              <a:gd name="connsiteY55" fmla="*/ 2451398 h 6858000"/>
              <a:gd name="connsiteX56" fmla="*/ 590037 w 5734864"/>
              <a:gd name="connsiteY56" fmla="*/ 2455536 h 6858000"/>
              <a:gd name="connsiteX57" fmla="*/ 588179 w 5734864"/>
              <a:gd name="connsiteY57" fmla="*/ 2462981 h 6858000"/>
              <a:gd name="connsiteX58" fmla="*/ 583434 w 5734864"/>
              <a:gd name="connsiteY58" fmla="*/ 2503991 h 6858000"/>
              <a:gd name="connsiteX59" fmla="*/ 567942 w 5734864"/>
              <a:gd name="connsiteY59" fmla="*/ 2652936 h 6858000"/>
              <a:gd name="connsiteX60" fmla="*/ 573869 w 5734864"/>
              <a:gd name="connsiteY60" fmla="*/ 2670188 h 6858000"/>
              <a:gd name="connsiteX61" fmla="*/ 575243 w 5734864"/>
              <a:gd name="connsiteY61" fmla="*/ 2688114 h 6858000"/>
              <a:gd name="connsiteX62" fmla="*/ 573824 w 5734864"/>
              <a:gd name="connsiteY62" fmla="*/ 2689856 h 6858000"/>
              <a:gd name="connsiteX63" fmla="*/ 570699 w 5734864"/>
              <a:gd name="connsiteY63" fmla="*/ 2709353 h 6858000"/>
              <a:gd name="connsiteX64" fmla="*/ 573192 w 5734864"/>
              <a:gd name="connsiteY64" fmla="*/ 2714527 h 6858000"/>
              <a:gd name="connsiteX65" fmla="*/ 572044 w 5734864"/>
              <a:gd name="connsiteY65" fmla="*/ 2728187 h 6858000"/>
              <a:gd name="connsiteX66" fmla="*/ 572465 w 5734864"/>
              <a:gd name="connsiteY66" fmla="*/ 2755863 h 6858000"/>
              <a:gd name="connsiteX67" fmla="*/ 570028 w 5734864"/>
              <a:gd name="connsiteY67" fmla="*/ 2760324 h 6858000"/>
              <a:gd name="connsiteX68" fmla="*/ 566748 w 5734864"/>
              <a:gd name="connsiteY68" fmla="*/ 2800948 h 6858000"/>
              <a:gd name="connsiteX69" fmla="*/ 565509 w 5734864"/>
              <a:gd name="connsiteY69" fmla="*/ 2801167 h 6858000"/>
              <a:gd name="connsiteX70" fmla="*/ 559367 w 5734864"/>
              <a:gd name="connsiteY70" fmla="*/ 2811129 h 6858000"/>
              <a:gd name="connsiteX71" fmla="*/ 550354 w 5734864"/>
              <a:gd name="connsiteY71" fmla="*/ 2830949 h 6858000"/>
              <a:gd name="connsiteX72" fmla="*/ 514795 w 5734864"/>
              <a:gd name="connsiteY72" fmla="*/ 2872433 h 6858000"/>
              <a:gd name="connsiteX73" fmla="*/ 509875 w 5734864"/>
              <a:gd name="connsiteY73" fmla="*/ 2923099 h 6858000"/>
              <a:gd name="connsiteX74" fmla="*/ 509577 w 5734864"/>
              <a:gd name="connsiteY74" fmla="*/ 2923197 h 6858000"/>
              <a:gd name="connsiteX75" fmla="*/ 507597 w 5734864"/>
              <a:gd name="connsiteY75" fmla="*/ 2931868 h 6858000"/>
              <a:gd name="connsiteX76" fmla="*/ 507379 w 5734864"/>
              <a:gd name="connsiteY76" fmla="*/ 2938322 h 6858000"/>
              <a:gd name="connsiteX77" fmla="*/ 504725 w 5734864"/>
              <a:gd name="connsiteY77" fmla="*/ 2954519 h 6858000"/>
              <a:gd name="connsiteX78" fmla="*/ 502018 w 5734864"/>
              <a:gd name="connsiteY78" fmla="*/ 2959643 h 6858000"/>
              <a:gd name="connsiteX79" fmla="*/ 498360 w 5734864"/>
              <a:gd name="connsiteY79" fmla="*/ 2961019 h 6858000"/>
              <a:gd name="connsiteX80" fmla="*/ 498483 w 5734864"/>
              <a:gd name="connsiteY80" fmla="*/ 2962590 h 6858000"/>
              <a:gd name="connsiteX81" fmla="*/ 484403 w 5734864"/>
              <a:gd name="connsiteY81" fmla="*/ 2990538 h 6858000"/>
              <a:gd name="connsiteX82" fmla="*/ 463075 w 5734864"/>
              <a:gd name="connsiteY82" fmla="*/ 3055956 h 6858000"/>
              <a:gd name="connsiteX83" fmla="*/ 455013 w 5734864"/>
              <a:gd name="connsiteY83" fmla="*/ 3094482 h 6858000"/>
              <a:gd name="connsiteX84" fmla="*/ 428391 w 5734864"/>
              <a:gd name="connsiteY84" fmla="*/ 3198850 h 6858000"/>
              <a:gd name="connsiteX85" fmla="*/ 401440 w 5734864"/>
              <a:gd name="connsiteY85" fmla="*/ 3307560 h 6858000"/>
              <a:gd name="connsiteX86" fmla="*/ 386076 w 5734864"/>
              <a:gd name="connsiteY86" fmla="*/ 3373943 h 6858000"/>
              <a:gd name="connsiteX87" fmla="*/ 374726 w 5734864"/>
              <a:gd name="connsiteY87" fmla="*/ 3381364 h 6858000"/>
              <a:gd name="connsiteX88" fmla="*/ 369145 w 5734864"/>
              <a:gd name="connsiteY88" fmla="*/ 3383729 h 6858000"/>
              <a:gd name="connsiteX89" fmla="*/ 364294 w 5734864"/>
              <a:gd name="connsiteY89" fmla="*/ 3414159 h 6858000"/>
              <a:gd name="connsiteX90" fmla="*/ 366450 w 5734864"/>
              <a:gd name="connsiteY90" fmla="*/ 3436925 h 6858000"/>
              <a:gd name="connsiteX91" fmla="*/ 351743 w 5734864"/>
              <a:gd name="connsiteY91" fmla="*/ 3521619 h 6858000"/>
              <a:gd name="connsiteX92" fmla="*/ 345784 w 5734864"/>
              <a:gd name="connsiteY92" fmla="*/ 3603757 h 6858000"/>
              <a:gd name="connsiteX93" fmla="*/ 344198 w 5734864"/>
              <a:gd name="connsiteY93" fmla="*/ 3652424 h 6858000"/>
              <a:gd name="connsiteX94" fmla="*/ 352450 w 5734864"/>
              <a:gd name="connsiteY94" fmla="*/ 3665222 h 6858000"/>
              <a:gd name="connsiteX95" fmla="*/ 342621 w 5734864"/>
              <a:gd name="connsiteY95" fmla="*/ 3700804 h 6858000"/>
              <a:gd name="connsiteX96" fmla="*/ 341514 w 5734864"/>
              <a:gd name="connsiteY96" fmla="*/ 3734774 h 6858000"/>
              <a:gd name="connsiteX97" fmla="*/ 340607 w 5734864"/>
              <a:gd name="connsiteY97" fmla="*/ 3785153 h 6858000"/>
              <a:gd name="connsiteX98" fmla="*/ 340707 w 5734864"/>
              <a:gd name="connsiteY98" fmla="*/ 3788177 h 6858000"/>
              <a:gd name="connsiteX99" fmla="*/ 340361 w 5734864"/>
              <a:gd name="connsiteY99" fmla="*/ 3798803 h 6858000"/>
              <a:gd name="connsiteX100" fmla="*/ 339642 w 5734864"/>
              <a:gd name="connsiteY100" fmla="*/ 3838750 h 6858000"/>
              <a:gd name="connsiteX101" fmla="*/ 360295 w 5734864"/>
              <a:gd name="connsiteY101" fmla="*/ 4015196 h 6858000"/>
              <a:gd name="connsiteX102" fmla="*/ 339043 w 5734864"/>
              <a:gd name="connsiteY102" fmla="*/ 4052778 h 6858000"/>
              <a:gd name="connsiteX103" fmla="*/ 339343 w 5734864"/>
              <a:gd name="connsiteY103" fmla="*/ 4096257 h 6858000"/>
              <a:gd name="connsiteX104" fmla="*/ 340786 w 5734864"/>
              <a:gd name="connsiteY104" fmla="*/ 4321136 h 6858000"/>
              <a:gd name="connsiteX105" fmla="*/ 343158 w 5734864"/>
              <a:gd name="connsiteY105" fmla="*/ 4429174 h 6858000"/>
              <a:gd name="connsiteX106" fmla="*/ 334599 w 5734864"/>
              <a:gd name="connsiteY106" fmla="*/ 4449938 h 6858000"/>
              <a:gd name="connsiteX107" fmla="*/ 332890 w 5734864"/>
              <a:gd name="connsiteY107" fmla="*/ 4453515 h 6858000"/>
              <a:gd name="connsiteX108" fmla="*/ 331105 w 5734864"/>
              <a:gd name="connsiteY108" fmla="*/ 4467941 h 6858000"/>
              <a:gd name="connsiteX109" fmla="*/ 324289 w 5734864"/>
              <a:gd name="connsiteY109" fmla="*/ 4471861 h 6858000"/>
              <a:gd name="connsiteX110" fmla="*/ 317079 w 5734864"/>
              <a:gd name="connsiteY110" fmla="*/ 4493468 h 6858000"/>
              <a:gd name="connsiteX111" fmla="*/ 315557 w 5734864"/>
              <a:gd name="connsiteY111" fmla="*/ 4520067 h 6858000"/>
              <a:gd name="connsiteX112" fmla="*/ 315240 w 5734864"/>
              <a:gd name="connsiteY112" fmla="*/ 4536872 h 6858000"/>
              <a:gd name="connsiteX113" fmla="*/ 316200 w 5734864"/>
              <a:gd name="connsiteY113" fmla="*/ 4538297 h 6858000"/>
              <a:gd name="connsiteX114" fmla="*/ 317507 w 5734864"/>
              <a:gd name="connsiteY114" fmla="*/ 4547582 h 6858000"/>
              <a:gd name="connsiteX115" fmla="*/ 323078 w 5734864"/>
              <a:gd name="connsiteY115" fmla="*/ 4592102 h 6858000"/>
              <a:gd name="connsiteX116" fmla="*/ 328722 w 5734864"/>
              <a:gd name="connsiteY116" fmla="*/ 4667914 h 6858000"/>
              <a:gd name="connsiteX117" fmla="*/ 335597 w 5734864"/>
              <a:gd name="connsiteY117" fmla="*/ 4695035 h 6858000"/>
              <a:gd name="connsiteX118" fmla="*/ 339485 w 5734864"/>
              <a:gd name="connsiteY118" fmla="*/ 4695979 h 6858000"/>
              <a:gd name="connsiteX119" fmla="*/ 341089 w 5734864"/>
              <a:gd name="connsiteY119" fmla="*/ 4704268 h 6858000"/>
              <a:gd name="connsiteX120" fmla="*/ 342177 w 5734864"/>
              <a:gd name="connsiteY120" fmla="*/ 4706060 h 6858000"/>
              <a:gd name="connsiteX121" fmla="*/ 347751 w 5734864"/>
              <a:gd name="connsiteY121" fmla="*/ 4716754 h 6858000"/>
              <a:gd name="connsiteX122" fmla="*/ 344125 w 5734864"/>
              <a:gd name="connsiteY122" fmla="*/ 4764669 h 6858000"/>
              <a:gd name="connsiteX123" fmla="*/ 340188 w 5734864"/>
              <a:gd name="connsiteY123" fmla="*/ 4779386 h 6858000"/>
              <a:gd name="connsiteX124" fmla="*/ 335146 w 5734864"/>
              <a:gd name="connsiteY124" fmla="*/ 4787491 h 6858000"/>
              <a:gd name="connsiteX125" fmla="*/ 319124 w 5734864"/>
              <a:gd name="connsiteY125" fmla="*/ 4843514 h 6858000"/>
              <a:gd name="connsiteX126" fmla="*/ 305956 w 5734864"/>
              <a:gd name="connsiteY126" fmla="*/ 4881505 h 6858000"/>
              <a:gd name="connsiteX127" fmla="*/ 301062 w 5734864"/>
              <a:gd name="connsiteY127" fmla="*/ 4889332 h 6858000"/>
              <a:gd name="connsiteX128" fmla="*/ 302141 w 5734864"/>
              <a:gd name="connsiteY128" fmla="*/ 4899400 h 6858000"/>
              <a:gd name="connsiteX129" fmla="*/ 304424 w 5734864"/>
              <a:gd name="connsiteY129" fmla="*/ 4902664 h 6858000"/>
              <a:gd name="connsiteX130" fmla="*/ 293123 w 5734864"/>
              <a:gd name="connsiteY130" fmla="*/ 4932769 h 6858000"/>
              <a:gd name="connsiteX131" fmla="*/ 292275 w 5734864"/>
              <a:gd name="connsiteY131" fmla="*/ 4936482 h 6858000"/>
              <a:gd name="connsiteX132" fmla="*/ 288304 w 5734864"/>
              <a:gd name="connsiteY132" fmla="*/ 4962325 h 6858000"/>
              <a:gd name="connsiteX133" fmla="*/ 287420 w 5734864"/>
              <a:gd name="connsiteY133" fmla="*/ 5042193 h 6858000"/>
              <a:gd name="connsiteX134" fmla="*/ 287020 w 5734864"/>
              <a:gd name="connsiteY134" fmla="*/ 5065655 h 6858000"/>
              <a:gd name="connsiteX135" fmla="*/ 288488 w 5734864"/>
              <a:gd name="connsiteY135" fmla="*/ 5082216 h 6858000"/>
              <a:gd name="connsiteX136" fmla="*/ 282763 w 5734864"/>
              <a:gd name="connsiteY136" fmla="*/ 5127114 h 6858000"/>
              <a:gd name="connsiteX137" fmla="*/ 269316 w 5734864"/>
              <a:gd name="connsiteY137" fmla="*/ 5202682 h 6858000"/>
              <a:gd name="connsiteX138" fmla="*/ 269174 w 5734864"/>
              <a:gd name="connsiteY138" fmla="*/ 5230835 h 6858000"/>
              <a:gd name="connsiteX139" fmla="*/ 272679 w 5734864"/>
              <a:gd name="connsiteY139" fmla="*/ 5232660 h 6858000"/>
              <a:gd name="connsiteX140" fmla="*/ 272160 w 5734864"/>
              <a:gd name="connsiteY140" fmla="*/ 5241150 h 6858000"/>
              <a:gd name="connsiteX141" fmla="*/ 272760 w 5734864"/>
              <a:gd name="connsiteY141" fmla="*/ 5243156 h 6858000"/>
              <a:gd name="connsiteX142" fmla="*/ 275462 w 5734864"/>
              <a:gd name="connsiteY142" fmla="*/ 5254919 h 6858000"/>
              <a:gd name="connsiteX143" fmla="*/ 262897 w 5734864"/>
              <a:gd name="connsiteY143" fmla="*/ 5286259 h 6858000"/>
              <a:gd name="connsiteX144" fmla="*/ 252761 w 5734864"/>
              <a:gd name="connsiteY144" fmla="*/ 5357801 h 6858000"/>
              <a:gd name="connsiteX145" fmla="*/ 242360 w 5734864"/>
              <a:gd name="connsiteY145" fmla="*/ 5460080 h 6858000"/>
              <a:gd name="connsiteX146" fmla="*/ 229880 w 5734864"/>
              <a:gd name="connsiteY146" fmla="*/ 5539714 h 6858000"/>
              <a:gd name="connsiteX147" fmla="*/ 204283 w 5734864"/>
              <a:gd name="connsiteY147" fmla="*/ 5639080 h 6858000"/>
              <a:gd name="connsiteX148" fmla="*/ 198948 w 5734864"/>
              <a:gd name="connsiteY148" fmla="*/ 5710958 h 6858000"/>
              <a:gd name="connsiteX149" fmla="*/ 192367 w 5734864"/>
              <a:gd name="connsiteY149" fmla="*/ 5719859 h 6858000"/>
              <a:gd name="connsiteX150" fmla="*/ 188035 w 5734864"/>
              <a:gd name="connsiteY150" fmla="*/ 5729935 h 6858000"/>
              <a:gd name="connsiteX151" fmla="*/ 188428 w 5734864"/>
              <a:gd name="connsiteY151" fmla="*/ 5731182 h 6858000"/>
              <a:gd name="connsiteX152" fmla="*/ 181635 w 5734864"/>
              <a:gd name="connsiteY152" fmla="*/ 5753538 h 6858000"/>
              <a:gd name="connsiteX153" fmla="*/ 169744 w 5734864"/>
              <a:gd name="connsiteY153" fmla="*/ 5796307 h 6858000"/>
              <a:gd name="connsiteX154" fmla="*/ 170351 w 5734864"/>
              <a:gd name="connsiteY154" fmla="*/ 5796644 h 6858000"/>
              <a:gd name="connsiteX155" fmla="*/ 171559 w 5734864"/>
              <a:gd name="connsiteY155" fmla="*/ 5803435 h 6858000"/>
              <a:gd name="connsiteX156" fmla="*/ 172284 w 5734864"/>
              <a:gd name="connsiteY156" fmla="*/ 5816391 h 6858000"/>
              <a:gd name="connsiteX157" fmla="*/ 182542 w 5734864"/>
              <a:gd name="connsiteY157" fmla="*/ 5846382 h 6858000"/>
              <a:gd name="connsiteX158" fmla="*/ 175877 w 5734864"/>
              <a:gd name="connsiteY158" fmla="*/ 5871336 h 6858000"/>
              <a:gd name="connsiteX159" fmla="*/ 174910 w 5734864"/>
              <a:gd name="connsiteY159" fmla="*/ 5876376 h 6858000"/>
              <a:gd name="connsiteX160" fmla="*/ 175047 w 5734864"/>
              <a:gd name="connsiteY160" fmla="*/ 5876483 h 6858000"/>
              <a:gd name="connsiteX161" fmla="*/ 174335 w 5734864"/>
              <a:gd name="connsiteY161" fmla="*/ 5881814 h 6858000"/>
              <a:gd name="connsiteX162" fmla="*/ 171273 w 5734864"/>
              <a:gd name="connsiteY162" fmla="*/ 5895339 h 6858000"/>
              <a:gd name="connsiteX163" fmla="*/ 171658 w 5734864"/>
              <a:gd name="connsiteY163" fmla="*/ 5898749 h 6858000"/>
              <a:gd name="connsiteX164" fmla="*/ 174658 w 5734864"/>
              <a:gd name="connsiteY164" fmla="*/ 5919558 h 6858000"/>
              <a:gd name="connsiteX165" fmla="*/ 169099 w 5734864"/>
              <a:gd name="connsiteY165" fmla="*/ 5984417 h 6858000"/>
              <a:gd name="connsiteX166" fmla="*/ 162007 w 5734864"/>
              <a:gd name="connsiteY166" fmla="*/ 6049043 h 6858000"/>
              <a:gd name="connsiteX167" fmla="*/ 156875 w 5734864"/>
              <a:gd name="connsiteY167" fmla="*/ 6114000 h 6858000"/>
              <a:gd name="connsiteX168" fmla="*/ 165441 w 5734864"/>
              <a:gd name="connsiteY168" fmla="*/ 6146938 h 6858000"/>
              <a:gd name="connsiteX169" fmla="*/ 165177 w 5734864"/>
              <a:gd name="connsiteY169" fmla="*/ 6150658 h 6858000"/>
              <a:gd name="connsiteX170" fmla="*/ 161772 w 5734864"/>
              <a:gd name="connsiteY170" fmla="*/ 6160011 h 6858000"/>
              <a:gd name="connsiteX171" fmla="*/ 160051 w 5734864"/>
              <a:gd name="connsiteY171" fmla="*/ 6163393 h 6858000"/>
              <a:gd name="connsiteX172" fmla="*/ 158473 w 5734864"/>
              <a:gd name="connsiteY172" fmla="*/ 6168628 h 6858000"/>
              <a:gd name="connsiteX173" fmla="*/ 158573 w 5734864"/>
              <a:gd name="connsiteY173" fmla="*/ 6168799 h 6858000"/>
              <a:gd name="connsiteX174" fmla="*/ 146463 w 5734864"/>
              <a:gd name="connsiteY174" fmla="*/ 6196671 h 6858000"/>
              <a:gd name="connsiteX175" fmla="*/ 150209 w 5734864"/>
              <a:gd name="connsiteY175" fmla="*/ 6232365 h 6858000"/>
              <a:gd name="connsiteX176" fmla="*/ 148544 w 5734864"/>
              <a:gd name="connsiteY176" fmla="*/ 6246162 h 6858000"/>
              <a:gd name="connsiteX177" fmla="*/ 148403 w 5734864"/>
              <a:gd name="connsiteY177" fmla="*/ 6253754 h 6858000"/>
              <a:gd name="connsiteX178" fmla="*/ 138880 w 5734864"/>
              <a:gd name="connsiteY178" fmla="*/ 6276449 h 6858000"/>
              <a:gd name="connsiteX179" fmla="*/ 138683 w 5734864"/>
              <a:gd name="connsiteY179" fmla="*/ 6279721 h 6858000"/>
              <a:gd name="connsiteX180" fmla="*/ 130721 w 5734864"/>
              <a:gd name="connsiteY180" fmla="*/ 6293675 h 6858000"/>
              <a:gd name="connsiteX181" fmla="*/ 120717 w 5734864"/>
              <a:gd name="connsiteY181" fmla="*/ 6313967 h 6858000"/>
              <a:gd name="connsiteX182" fmla="*/ 120841 w 5734864"/>
              <a:gd name="connsiteY182" fmla="*/ 6315437 h 6858000"/>
              <a:gd name="connsiteX183" fmla="*/ 115208 w 5734864"/>
              <a:gd name="connsiteY183" fmla="*/ 6324024 h 6858000"/>
              <a:gd name="connsiteX184" fmla="*/ 101217 w 5734864"/>
              <a:gd name="connsiteY184" fmla="*/ 6365923 h 6858000"/>
              <a:gd name="connsiteX185" fmla="*/ 74946 w 5734864"/>
              <a:gd name="connsiteY185" fmla="*/ 6556817 h 6858000"/>
              <a:gd name="connsiteX186" fmla="*/ 16001 w 5734864"/>
              <a:gd name="connsiteY186" fmla="*/ 6808678 h 6858000"/>
              <a:gd name="connsiteX187" fmla="*/ 0 w 5734864"/>
              <a:gd name="connsiteY187" fmla="*/ 6858000 h 6858000"/>
              <a:gd name="connsiteX188" fmla="*/ 5734864 w 5734864"/>
              <a:gd name="connsiteY188" fmla="*/ 685800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4660 w 5734864"/>
              <a:gd name="connsiteY33" fmla="*/ 1982709 h 6858000"/>
              <a:gd name="connsiteX34" fmla="*/ 710759 w 5734864"/>
              <a:gd name="connsiteY34" fmla="*/ 2013010 h 6858000"/>
              <a:gd name="connsiteX35" fmla="*/ 697927 w 5734864"/>
              <a:gd name="connsiteY35" fmla="*/ 2069833 h 6858000"/>
              <a:gd name="connsiteX36" fmla="*/ 693594 w 5734864"/>
              <a:gd name="connsiteY36" fmla="*/ 2103731 h 6858000"/>
              <a:gd name="connsiteX37" fmla="*/ 691109 w 5734864"/>
              <a:gd name="connsiteY37" fmla="*/ 2124027 h 6858000"/>
              <a:gd name="connsiteX38" fmla="*/ 676593 w 5734864"/>
              <a:gd name="connsiteY38" fmla="*/ 2176182 h 6858000"/>
              <a:gd name="connsiteX39" fmla="*/ 633227 w 5734864"/>
              <a:gd name="connsiteY39" fmla="*/ 2258036 h 6858000"/>
              <a:gd name="connsiteX40" fmla="*/ 625564 w 5734864"/>
              <a:gd name="connsiteY40" fmla="*/ 2284567 h 6858000"/>
              <a:gd name="connsiteX41" fmla="*/ 627074 w 5734864"/>
              <a:gd name="connsiteY41" fmla="*/ 2289605 h 6858000"/>
              <a:gd name="connsiteX42" fmla="*/ 614574 w 5734864"/>
              <a:gd name="connsiteY42" fmla="*/ 2308717 h 6858000"/>
              <a:gd name="connsiteX43" fmla="*/ 606890 w 5734864"/>
              <a:gd name="connsiteY43" fmla="*/ 2320662 h 6858000"/>
              <a:gd name="connsiteX44" fmla="*/ 605558 w 5734864"/>
              <a:gd name="connsiteY44" fmla="*/ 2327897 h 6858000"/>
              <a:gd name="connsiteX45" fmla="*/ 602202 w 5734864"/>
              <a:gd name="connsiteY45" fmla="*/ 2357749 h 6858000"/>
              <a:gd name="connsiteX46" fmla="*/ 600213 w 5734864"/>
              <a:gd name="connsiteY46" fmla="*/ 2364905 h 6858000"/>
              <a:gd name="connsiteX47" fmla="*/ 597160 w 5734864"/>
              <a:gd name="connsiteY47" fmla="*/ 2388351 h 6858000"/>
              <a:gd name="connsiteX48" fmla="*/ 597982 w 5734864"/>
              <a:gd name="connsiteY48" fmla="*/ 2402296 h 6858000"/>
              <a:gd name="connsiteX49" fmla="*/ 593150 w 5734864"/>
              <a:gd name="connsiteY49" fmla="*/ 2420015 h 6858000"/>
              <a:gd name="connsiteX50" fmla="*/ 592833 w 5734864"/>
              <a:gd name="connsiteY50" fmla="*/ 2422749 h 6858000"/>
              <a:gd name="connsiteX51" fmla="*/ 594479 w 5734864"/>
              <a:gd name="connsiteY51" fmla="*/ 2426002 h 6858000"/>
              <a:gd name="connsiteX52" fmla="*/ 591963 w 5734864"/>
              <a:gd name="connsiteY52" fmla="*/ 2431950 h 6858000"/>
              <a:gd name="connsiteX53" fmla="*/ 591544 w 5734864"/>
              <a:gd name="connsiteY53" fmla="*/ 2433897 h 6858000"/>
              <a:gd name="connsiteX54" fmla="*/ 589519 w 5734864"/>
              <a:gd name="connsiteY54" fmla="*/ 2451398 h 6858000"/>
              <a:gd name="connsiteX55" fmla="*/ 590037 w 5734864"/>
              <a:gd name="connsiteY55" fmla="*/ 2455536 h 6858000"/>
              <a:gd name="connsiteX56" fmla="*/ 588179 w 5734864"/>
              <a:gd name="connsiteY56" fmla="*/ 2462981 h 6858000"/>
              <a:gd name="connsiteX57" fmla="*/ 583434 w 5734864"/>
              <a:gd name="connsiteY57" fmla="*/ 2503991 h 6858000"/>
              <a:gd name="connsiteX58" fmla="*/ 567942 w 5734864"/>
              <a:gd name="connsiteY58" fmla="*/ 2652936 h 6858000"/>
              <a:gd name="connsiteX59" fmla="*/ 573869 w 5734864"/>
              <a:gd name="connsiteY59" fmla="*/ 2670188 h 6858000"/>
              <a:gd name="connsiteX60" fmla="*/ 575243 w 5734864"/>
              <a:gd name="connsiteY60" fmla="*/ 2688114 h 6858000"/>
              <a:gd name="connsiteX61" fmla="*/ 573824 w 5734864"/>
              <a:gd name="connsiteY61" fmla="*/ 2689856 h 6858000"/>
              <a:gd name="connsiteX62" fmla="*/ 570699 w 5734864"/>
              <a:gd name="connsiteY62" fmla="*/ 2709353 h 6858000"/>
              <a:gd name="connsiteX63" fmla="*/ 573192 w 5734864"/>
              <a:gd name="connsiteY63" fmla="*/ 2714527 h 6858000"/>
              <a:gd name="connsiteX64" fmla="*/ 572044 w 5734864"/>
              <a:gd name="connsiteY64" fmla="*/ 2728187 h 6858000"/>
              <a:gd name="connsiteX65" fmla="*/ 572465 w 5734864"/>
              <a:gd name="connsiteY65" fmla="*/ 2755863 h 6858000"/>
              <a:gd name="connsiteX66" fmla="*/ 570028 w 5734864"/>
              <a:gd name="connsiteY66" fmla="*/ 2760324 h 6858000"/>
              <a:gd name="connsiteX67" fmla="*/ 566748 w 5734864"/>
              <a:gd name="connsiteY67" fmla="*/ 2800948 h 6858000"/>
              <a:gd name="connsiteX68" fmla="*/ 565509 w 5734864"/>
              <a:gd name="connsiteY68" fmla="*/ 2801167 h 6858000"/>
              <a:gd name="connsiteX69" fmla="*/ 559367 w 5734864"/>
              <a:gd name="connsiteY69" fmla="*/ 2811129 h 6858000"/>
              <a:gd name="connsiteX70" fmla="*/ 550354 w 5734864"/>
              <a:gd name="connsiteY70" fmla="*/ 2830949 h 6858000"/>
              <a:gd name="connsiteX71" fmla="*/ 514795 w 5734864"/>
              <a:gd name="connsiteY71" fmla="*/ 2872433 h 6858000"/>
              <a:gd name="connsiteX72" fmla="*/ 509875 w 5734864"/>
              <a:gd name="connsiteY72" fmla="*/ 2923099 h 6858000"/>
              <a:gd name="connsiteX73" fmla="*/ 509577 w 5734864"/>
              <a:gd name="connsiteY73" fmla="*/ 2923197 h 6858000"/>
              <a:gd name="connsiteX74" fmla="*/ 507597 w 5734864"/>
              <a:gd name="connsiteY74" fmla="*/ 2931868 h 6858000"/>
              <a:gd name="connsiteX75" fmla="*/ 507379 w 5734864"/>
              <a:gd name="connsiteY75" fmla="*/ 2938322 h 6858000"/>
              <a:gd name="connsiteX76" fmla="*/ 504725 w 5734864"/>
              <a:gd name="connsiteY76" fmla="*/ 2954519 h 6858000"/>
              <a:gd name="connsiteX77" fmla="*/ 502018 w 5734864"/>
              <a:gd name="connsiteY77" fmla="*/ 2959643 h 6858000"/>
              <a:gd name="connsiteX78" fmla="*/ 498360 w 5734864"/>
              <a:gd name="connsiteY78" fmla="*/ 2961019 h 6858000"/>
              <a:gd name="connsiteX79" fmla="*/ 498483 w 5734864"/>
              <a:gd name="connsiteY79" fmla="*/ 2962590 h 6858000"/>
              <a:gd name="connsiteX80" fmla="*/ 484403 w 5734864"/>
              <a:gd name="connsiteY80" fmla="*/ 2990538 h 6858000"/>
              <a:gd name="connsiteX81" fmla="*/ 463075 w 5734864"/>
              <a:gd name="connsiteY81" fmla="*/ 3055956 h 6858000"/>
              <a:gd name="connsiteX82" fmla="*/ 455013 w 5734864"/>
              <a:gd name="connsiteY82" fmla="*/ 3094482 h 6858000"/>
              <a:gd name="connsiteX83" fmla="*/ 428391 w 5734864"/>
              <a:gd name="connsiteY83" fmla="*/ 3198850 h 6858000"/>
              <a:gd name="connsiteX84" fmla="*/ 401440 w 5734864"/>
              <a:gd name="connsiteY84" fmla="*/ 3307560 h 6858000"/>
              <a:gd name="connsiteX85" fmla="*/ 386076 w 5734864"/>
              <a:gd name="connsiteY85" fmla="*/ 3373943 h 6858000"/>
              <a:gd name="connsiteX86" fmla="*/ 374726 w 5734864"/>
              <a:gd name="connsiteY86" fmla="*/ 3381364 h 6858000"/>
              <a:gd name="connsiteX87" fmla="*/ 369145 w 5734864"/>
              <a:gd name="connsiteY87" fmla="*/ 3383729 h 6858000"/>
              <a:gd name="connsiteX88" fmla="*/ 364294 w 5734864"/>
              <a:gd name="connsiteY88" fmla="*/ 3414159 h 6858000"/>
              <a:gd name="connsiteX89" fmla="*/ 366450 w 5734864"/>
              <a:gd name="connsiteY89" fmla="*/ 3436925 h 6858000"/>
              <a:gd name="connsiteX90" fmla="*/ 351743 w 5734864"/>
              <a:gd name="connsiteY90" fmla="*/ 3521619 h 6858000"/>
              <a:gd name="connsiteX91" fmla="*/ 345784 w 5734864"/>
              <a:gd name="connsiteY91" fmla="*/ 3603757 h 6858000"/>
              <a:gd name="connsiteX92" fmla="*/ 344198 w 5734864"/>
              <a:gd name="connsiteY92" fmla="*/ 3652424 h 6858000"/>
              <a:gd name="connsiteX93" fmla="*/ 352450 w 5734864"/>
              <a:gd name="connsiteY93" fmla="*/ 3665222 h 6858000"/>
              <a:gd name="connsiteX94" fmla="*/ 342621 w 5734864"/>
              <a:gd name="connsiteY94" fmla="*/ 3700804 h 6858000"/>
              <a:gd name="connsiteX95" fmla="*/ 341514 w 5734864"/>
              <a:gd name="connsiteY95" fmla="*/ 3734774 h 6858000"/>
              <a:gd name="connsiteX96" fmla="*/ 340607 w 5734864"/>
              <a:gd name="connsiteY96" fmla="*/ 3785153 h 6858000"/>
              <a:gd name="connsiteX97" fmla="*/ 340707 w 5734864"/>
              <a:gd name="connsiteY97" fmla="*/ 3788177 h 6858000"/>
              <a:gd name="connsiteX98" fmla="*/ 340361 w 5734864"/>
              <a:gd name="connsiteY98" fmla="*/ 3798803 h 6858000"/>
              <a:gd name="connsiteX99" fmla="*/ 339642 w 5734864"/>
              <a:gd name="connsiteY99" fmla="*/ 3838750 h 6858000"/>
              <a:gd name="connsiteX100" fmla="*/ 360295 w 5734864"/>
              <a:gd name="connsiteY100" fmla="*/ 4015196 h 6858000"/>
              <a:gd name="connsiteX101" fmla="*/ 339043 w 5734864"/>
              <a:gd name="connsiteY101" fmla="*/ 4052778 h 6858000"/>
              <a:gd name="connsiteX102" fmla="*/ 339343 w 5734864"/>
              <a:gd name="connsiteY102" fmla="*/ 4096257 h 6858000"/>
              <a:gd name="connsiteX103" fmla="*/ 340786 w 5734864"/>
              <a:gd name="connsiteY103" fmla="*/ 4321136 h 6858000"/>
              <a:gd name="connsiteX104" fmla="*/ 343158 w 5734864"/>
              <a:gd name="connsiteY104" fmla="*/ 4429174 h 6858000"/>
              <a:gd name="connsiteX105" fmla="*/ 334599 w 5734864"/>
              <a:gd name="connsiteY105" fmla="*/ 4449938 h 6858000"/>
              <a:gd name="connsiteX106" fmla="*/ 332890 w 5734864"/>
              <a:gd name="connsiteY106" fmla="*/ 4453515 h 6858000"/>
              <a:gd name="connsiteX107" fmla="*/ 331105 w 5734864"/>
              <a:gd name="connsiteY107" fmla="*/ 4467941 h 6858000"/>
              <a:gd name="connsiteX108" fmla="*/ 324289 w 5734864"/>
              <a:gd name="connsiteY108" fmla="*/ 4471861 h 6858000"/>
              <a:gd name="connsiteX109" fmla="*/ 317079 w 5734864"/>
              <a:gd name="connsiteY109" fmla="*/ 4493468 h 6858000"/>
              <a:gd name="connsiteX110" fmla="*/ 315557 w 5734864"/>
              <a:gd name="connsiteY110" fmla="*/ 4520067 h 6858000"/>
              <a:gd name="connsiteX111" fmla="*/ 315240 w 5734864"/>
              <a:gd name="connsiteY111" fmla="*/ 4536872 h 6858000"/>
              <a:gd name="connsiteX112" fmla="*/ 316200 w 5734864"/>
              <a:gd name="connsiteY112" fmla="*/ 4538297 h 6858000"/>
              <a:gd name="connsiteX113" fmla="*/ 317507 w 5734864"/>
              <a:gd name="connsiteY113" fmla="*/ 4547582 h 6858000"/>
              <a:gd name="connsiteX114" fmla="*/ 323078 w 5734864"/>
              <a:gd name="connsiteY114" fmla="*/ 4592102 h 6858000"/>
              <a:gd name="connsiteX115" fmla="*/ 328722 w 5734864"/>
              <a:gd name="connsiteY115" fmla="*/ 4667914 h 6858000"/>
              <a:gd name="connsiteX116" fmla="*/ 335597 w 5734864"/>
              <a:gd name="connsiteY116" fmla="*/ 4695035 h 6858000"/>
              <a:gd name="connsiteX117" fmla="*/ 339485 w 5734864"/>
              <a:gd name="connsiteY117" fmla="*/ 4695979 h 6858000"/>
              <a:gd name="connsiteX118" fmla="*/ 341089 w 5734864"/>
              <a:gd name="connsiteY118" fmla="*/ 4704268 h 6858000"/>
              <a:gd name="connsiteX119" fmla="*/ 342177 w 5734864"/>
              <a:gd name="connsiteY119" fmla="*/ 4706060 h 6858000"/>
              <a:gd name="connsiteX120" fmla="*/ 347751 w 5734864"/>
              <a:gd name="connsiteY120" fmla="*/ 4716754 h 6858000"/>
              <a:gd name="connsiteX121" fmla="*/ 344125 w 5734864"/>
              <a:gd name="connsiteY121" fmla="*/ 4764669 h 6858000"/>
              <a:gd name="connsiteX122" fmla="*/ 340188 w 5734864"/>
              <a:gd name="connsiteY122" fmla="*/ 4779386 h 6858000"/>
              <a:gd name="connsiteX123" fmla="*/ 335146 w 5734864"/>
              <a:gd name="connsiteY123" fmla="*/ 4787491 h 6858000"/>
              <a:gd name="connsiteX124" fmla="*/ 319124 w 5734864"/>
              <a:gd name="connsiteY124" fmla="*/ 4843514 h 6858000"/>
              <a:gd name="connsiteX125" fmla="*/ 305956 w 5734864"/>
              <a:gd name="connsiteY125" fmla="*/ 4881505 h 6858000"/>
              <a:gd name="connsiteX126" fmla="*/ 301062 w 5734864"/>
              <a:gd name="connsiteY126" fmla="*/ 4889332 h 6858000"/>
              <a:gd name="connsiteX127" fmla="*/ 302141 w 5734864"/>
              <a:gd name="connsiteY127" fmla="*/ 4899400 h 6858000"/>
              <a:gd name="connsiteX128" fmla="*/ 304424 w 5734864"/>
              <a:gd name="connsiteY128" fmla="*/ 4902664 h 6858000"/>
              <a:gd name="connsiteX129" fmla="*/ 293123 w 5734864"/>
              <a:gd name="connsiteY129" fmla="*/ 4932769 h 6858000"/>
              <a:gd name="connsiteX130" fmla="*/ 292275 w 5734864"/>
              <a:gd name="connsiteY130" fmla="*/ 4936482 h 6858000"/>
              <a:gd name="connsiteX131" fmla="*/ 288304 w 5734864"/>
              <a:gd name="connsiteY131" fmla="*/ 4962325 h 6858000"/>
              <a:gd name="connsiteX132" fmla="*/ 287420 w 5734864"/>
              <a:gd name="connsiteY132" fmla="*/ 5042193 h 6858000"/>
              <a:gd name="connsiteX133" fmla="*/ 287020 w 5734864"/>
              <a:gd name="connsiteY133" fmla="*/ 5065655 h 6858000"/>
              <a:gd name="connsiteX134" fmla="*/ 288488 w 5734864"/>
              <a:gd name="connsiteY134" fmla="*/ 5082216 h 6858000"/>
              <a:gd name="connsiteX135" fmla="*/ 282763 w 5734864"/>
              <a:gd name="connsiteY135" fmla="*/ 5127114 h 6858000"/>
              <a:gd name="connsiteX136" fmla="*/ 269316 w 5734864"/>
              <a:gd name="connsiteY136" fmla="*/ 5202682 h 6858000"/>
              <a:gd name="connsiteX137" fmla="*/ 269174 w 5734864"/>
              <a:gd name="connsiteY137" fmla="*/ 5230835 h 6858000"/>
              <a:gd name="connsiteX138" fmla="*/ 272679 w 5734864"/>
              <a:gd name="connsiteY138" fmla="*/ 5232660 h 6858000"/>
              <a:gd name="connsiteX139" fmla="*/ 272160 w 5734864"/>
              <a:gd name="connsiteY139" fmla="*/ 5241150 h 6858000"/>
              <a:gd name="connsiteX140" fmla="*/ 272760 w 5734864"/>
              <a:gd name="connsiteY140" fmla="*/ 5243156 h 6858000"/>
              <a:gd name="connsiteX141" fmla="*/ 275462 w 5734864"/>
              <a:gd name="connsiteY141" fmla="*/ 5254919 h 6858000"/>
              <a:gd name="connsiteX142" fmla="*/ 262897 w 5734864"/>
              <a:gd name="connsiteY142" fmla="*/ 5286259 h 6858000"/>
              <a:gd name="connsiteX143" fmla="*/ 252761 w 5734864"/>
              <a:gd name="connsiteY143" fmla="*/ 5357801 h 6858000"/>
              <a:gd name="connsiteX144" fmla="*/ 242360 w 5734864"/>
              <a:gd name="connsiteY144" fmla="*/ 5460080 h 6858000"/>
              <a:gd name="connsiteX145" fmla="*/ 229880 w 5734864"/>
              <a:gd name="connsiteY145" fmla="*/ 5539714 h 6858000"/>
              <a:gd name="connsiteX146" fmla="*/ 204283 w 5734864"/>
              <a:gd name="connsiteY146" fmla="*/ 5639080 h 6858000"/>
              <a:gd name="connsiteX147" fmla="*/ 198948 w 5734864"/>
              <a:gd name="connsiteY147" fmla="*/ 5710958 h 6858000"/>
              <a:gd name="connsiteX148" fmla="*/ 192367 w 5734864"/>
              <a:gd name="connsiteY148" fmla="*/ 5719859 h 6858000"/>
              <a:gd name="connsiteX149" fmla="*/ 188035 w 5734864"/>
              <a:gd name="connsiteY149" fmla="*/ 5729935 h 6858000"/>
              <a:gd name="connsiteX150" fmla="*/ 188428 w 5734864"/>
              <a:gd name="connsiteY150" fmla="*/ 5731182 h 6858000"/>
              <a:gd name="connsiteX151" fmla="*/ 181635 w 5734864"/>
              <a:gd name="connsiteY151" fmla="*/ 5753538 h 6858000"/>
              <a:gd name="connsiteX152" fmla="*/ 169744 w 5734864"/>
              <a:gd name="connsiteY152" fmla="*/ 5796307 h 6858000"/>
              <a:gd name="connsiteX153" fmla="*/ 170351 w 5734864"/>
              <a:gd name="connsiteY153" fmla="*/ 5796644 h 6858000"/>
              <a:gd name="connsiteX154" fmla="*/ 171559 w 5734864"/>
              <a:gd name="connsiteY154" fmla="*/ 5803435 h 6858000"/>
              <a:gd name="connsiteX155" fmla="*/ 172284 w 5734864"/>
              <a:gd name="connsiteY155" fmla="*/ 5816391 h 6858000"/>
              <a:gd name="connsiteX156" fmla="*/ 182542 w 5734864"/>
              <a:gd name="connsiteY156" fmla="*/ 5846382 h 6858000"/>
              <a:gd name="connsiteX157" fmla="*/ 175877 w 5734864"/>
              <a:gd name="connsiteY157" fmla="*/ 5871336 h 6858000"/>
              <a:gd name="connsiteX158" fmla="*/ 174910 w 5734864"/>
              <a:gd name="connsiteY158" fmla="*/ 5876376 h 6858000"/>
              <a:gd name="connsiteX159" fmla="*/ 175047 w 5734864"/>
              <a:gd name="connsiteY159" fmla="*/ 5876483 h 6858000"/>
              <a:gd name="connsiteX160" fmla="*/ 174335 w 5734864"/>
              <a:gd name="connsiteY160" fmla="*/ 5881814 h 6858000"/>
              <a:gd name="connsiteX161" fmla="*/ 171273 w 5734864"/>
              <a:gd name="connsiteY161" fmla="*/ 5895339 h 6858000"/>
              <a:gd name="connsiteX162" fmla="*/ 171658 w 5734864"/>
              <a:gd name="connsiteY162" fmla="*/ 5898749 h 6858000"/>
              <a:gd name="connsiteX163" fmla="*/ 174658 w 5734864"/>
              <a:gd name="connsiteY163" fmla="*/ 5919558 h 6858000"/>
              <a:gd name="connsiteX164" fmla="*/ 169099 w 5734864"/>
              <a:gd name="connsiteY164" fmla="*/ 5984417 h 6858000"/>
              <a:gd name="connsiteX165" fmla="*/ 162007 w 5734864"/>
              <a:gd name="connsiteY165" fmla="*/ 6049043 h 6858000"/>
              <a:gd name="connsiteX166" fmla="*/ 156875 w 5734864"/>
              <a:gd name="connsiteY166" fmla="*/ 6114000 h 6858000"/>
              <a:gd name="connsiteX167" fmla="*/ 165441 w 5734864"/>
              <a:gd name="connsiteY167" fmla="*/ 6146938 h 6858000"/>
              <a:gd name="connsiteX168" fmla="*/ 165177 w 5734864"/>
              <a:gd name="connsiteY168" fmla="*/ 6150658 h 6858000"/>
              <a:gd name="connsiteX169" fmla="*/ 161772 w 5734864"/>
              <a:gd name="connsiteY169" fmla="*/ 6160011 h 6858000"/>
              <a:gd name="connsiteX170" fmla="*/ 160051 w 5734864"/>
              <a:gd name="connsiteY170" fmla="*/ 6163393 h 6858000"/>
              <a:gd name="connsiteX171" fmla="*/ 158473 w 5734864"/>
              <a:gd name="connsiteY171" fmla="*/ 6168628 h 6858000"/>
              <a:gd name="connsiteX172" fmla="*/ 158573 w 5734864"/>
              <a:gd name="connsiteY172" fmla="*/ 6168799 h 6858000"/>
              <a:gd name="connsiteX173" fmla="*/ 146463 w 5734864"/>
              <a:gd name="connsiteY173" fmla="*/ 6196671 h 6858000"/>
              <a:gd name="connsiteX174" fmla="*/ 150209 w 5734864"/>
              <a:gd name="connsiteY174" fmla="*/ 6232365 h 6858000"/>
              <a:gd name="connsiteX175" fmla="*/ 148544 w 5734864"/>
              <a:gd name="connsiteY175" fmla="*/ 6246162 h 6858000"/>
              <a:gd name="connsiteX176" fmla="*/ 148403 w 5734864"/>
              <a:gd name="connsiteY176" fmla="*/ 6253754 h 6858000"/>
              <a:gd name="connsiteX177" fmla="*/ 138880 w 5734864"/>
              <a:gd name="connsiteY177" fmla="*/ 6276449 h 6858000"/>
              <a:gd name="connsiteX178" fmla="*/ 138683 w 5734864"/>
              <a:gd name="connsiteY178" fmla="*/ 6279721 h 6858000"/>
              <a:gd name="connsiteX179" fmla="*/ 130721 w 5734864"/>
              <a:gd name="connsiteY179" fmla="*/ 6293675 h 6858000"/>
              <a:gd name="connsiteX180" fmla="*/ 120717 w 5734864"/>
              <a:gd name="connsiteY180" fmla="*/ 6313967 h 6858000"/>
              <a:gd name="connsiteX181" fmla="*/ 120841 w 5734864"/>
              <a:gd name="connsiteY181" fmla="*/ 6315437 h 6858000"/>
              <a:gd name="connsiteX182" fmla="*/ 115208 w 5734864"/>
              <a:gd name="connsiteY182" fmla="*/ 6324024 h 6858000"/>
              <a:gd name="connsiteX183" fmla="*/ 101217 w 5734864"/>
              <a:gd name="connsiteY183" fmla="*/ 6365923 h 6858000"/>
              <a:gd name="connsiteX184" fmla="*/ 74946 w 5734864"/>
              <a:gd name="connsiteY184" fmla="*/ 6556817 h 6858000"/>
              <a:gd name="connsiteX185" fmla="*/ 16001 w 5734864"/>
              <a:gd name="connsiteY185" fmla="*/ 6808678 h 6858000"/>
              <a:gd name="connsiteX186" fmla="*/ 0 w 5734864"/>
              <a:gd name="connsiteY186" fmla="*/ 6858000 h 6858000"/>
              <a:gd name="connsiteX187" fmla="*/ 5734864 w 5734864"/>
              <a:gd name="connsiteY187" fmla="*/ 6858000 h 6858000"/>
              <a:gd name="connsiteX188" fmla="*/ 5734864 w 5734864"/>
              <a:gd name="connsiteY188" fmla="*/ 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7865 w 5734864"/>
              <a:gd name="connsiteY13" fmla="*/ 1070795 h 6858000"/>
              <a:gd name="connsiteX14" fmla="*/ 862786 w 5734864"/>
              <a:gd name="connsiteY14" fmla="*/ 1238994 h 6858000"/>
              <a:gd name="connsiteX15" fmla="*/ 859345 w 5734864"/>
              <a:gd name="connsiteY15" fmla="*/ 1380427 h 6858000"/>
              <a:gd name="connsiteX16" fmla="*/ 855172 w 5734864"/>
              <a:gd name="connsiteY16" fmla="*/ 1435262 h 6858000"/>
              <a:gd name="connsiteX17" fmla="*/ 860494 w 5734864"/>
              <a:gd name="connsiteY17" fmla="*/ 1453861 h 6858000"/>
              <a:gd name="connsiteX18" fmla="*/ 853731 w 5734864"/>
              <a:gd name="connsiteY18" fmla="*/ 1467047 h 6858000"/>
              <a:gd name="connsiteX19" fmla="*/ 845847 w 5734864"/>
              <a:gd name="connsiteY19" fmla="*/ 1502307 h 6858000"/>
              <a:gd name="connsiteX20" fmla="*/ 817613 w 5734864"/>
              <a:gd name="connsiteY20" fmla="*/ 1565166 h 6858000"/>
              <a:gd name="connsiteX21" fmla="*/ 804223 w 5734864"/>
              <a:gd name="connsiteY21" fmla="*/ 1601941 h 6858000"/>
              <a:gd name="connsiteX22" fmla="*/ 791773 w 5734864"/>
              <a:gd name="connsiteY22" fmla="*/ 1627005 h 6858000"/>
              <a:gd name="connsiteX23" fmla="*/ 774645 w 5734864"/>
              <a:gd name="connsiteY23" fmla="*/ 1699922 h 6858000"/>
              <a:gd name="connsiteX24" fmla="*/ 752343 w 5734864"/>
              <a:gd name="connsiteY24" fmla="*/ 1824604 h 6858000"/>
              <a:gd name="connsiteX25" fmla="*/ 746254 w 5734864"/>
              <a:gd name="connsiteY25" fmla="*/ 1850222 h 6858000"/>
              <a:gd name="connsiteX26" fmla="*/ 728600 w 5734864"/>
              <a:gd name="connsiteY26" fmla="*/ 1869603 h 6858000"/>
              <a:gd name="connsiteX27" fmla="*/ 724396 w 5734864"/>
              <a:gd name="connsiteY27" fmla="*/ 1883104 h 6858000"/>
              <a:gd name="connsiteX28" fmla="*/ 722165 w 5734864"/>
              <a:gd name="connsiteY28" fmla="*/ 1885924 h 6858000"/>
              <a:gd name="connsiteX29" fmla="*/ 721338 w 5734864"/>
              <a:gd name="connsiteY29" fmla="*/ 1887123 h 6858000"/>
              <a:gd name="connsiteX30" fmla="*/ 714840 w 5734864"/>
              <a:gd name="connsiteY30" fmla="*/ 1902274 h 6858000"/>
              <a:gd name="connsiteX31" fmla="*/ 722847 w 5734864"/>
              <a:gd name="connsiteY31" fmla="*/ 1929891 h 6858000"/>
              <a:gd name="connsiteX32" fmla="*/ 714660 w 5734864"/>
              <a:gd name="connsiteY32" fmla="*/ 1982709 h 6858000"/>
              <a:gd name="connsiteX33" fmla="*/ 710759 w 5734864"/>
              <a:gd name="connsiteY33" fmla="*/ 2013010 h 6858000"/>
              <a:gd name="connsiteX34" fmla="*/ 697927 w 5734864"/>
              <a:gd name="connsiteY34" fmla="*/ 2069833 h 6858000"/>
              <a:gd name="connsiteX35" fmla="*/ 693594 w 5734864"/>
              <a:gd name="connsiteY35" fmla="*/ 2103731 h 6858000"/>
              <a:gd name="connsiteX36" fmla="*/ 691109 w 5734864"/>
              <a:gd name="connsiteY36" fmla="*/ 2124027 h 6858000"/>
              <a:gd name="connsiteX37" fmla="*/ 676593 w 5734864"/>
              <a:gd name="connsiteY37" fmla="*/ 2176182 h 6858000"/>
              <a:gd name="connsiteX38" fmla="*/ 633227 w 5734864"/>
              <a:gd name="connsiteY38" fmla="*/ 2258036 h 6858000"/>
              <a:gd name="connsiteX39" fmla="*/ 625564 w 5734864"/>
              <a:gd name="connsiteY39" fmla="*/ 2284567 h 6858000"/>
              <a:gd name="connsiteX40" fmla="*/ 627074 w 5734864"/>
              <a:gd name="connsiteY40" fmla="*/ 2289605 h 6858000"/>
              <a:gd name="connsiteX41" fmla="*/ 614574 w 5734864"/>
              <a:gd name="connsiteY41" fmla="*/ 2308717 h 6858000"/>
              <a:gd name="connsiteX42" fmla="*/ 606890 w 5734864"/>
              <a:gd name="connsiteY42" fmla="*/ 2320662 h 6858000"/>
              <a:gd name="connsiteX43" fmla="*/ 605558 w 5734864"/>
              <a:gd name="connsiteY43" fmla="*/ 2327897 h 6858000"/>
              <a:gd name="connsiteX44" fmla="*/ 602202 w 5734864"/>
              <a:gd name="connsiteY44" fmla="*/ 2357749 h 6858000"/>
              <a:gd name="connsiteX45" fmla="*/ 600213 w 5734864"/>
              <a:gd name="connsiteY45" fmla="*/ 2364905 h 6858000"/>
              <a:gd name="connsiteX46" fmla="*/ 597160 w 5734864"/>
              <a:gd name="connsiteY46" fmla="*/ 2388351 h 6858000"/>
              <a:gd name="connsiteX47" fmla="*/ 597982 w 5734864"/>
              <a:gd name="connsiteY47" fmla="*/ 2402296 h 6858000"/>
              <a:gd name="connsiteX48" fmla="*/ 593150 w 5734864"/>
              <a:gd name="connsiteY48" fmla="*/ 2420015 h 6858000"/>
              <a:gd name="connsiteX49" fmla="*/ 592833 w 5734864"/>
              <a:gd name="connsiteY49" fmla="*/ 2422749 h 6858000"/>
              <a:gd name="connsiteX50" fmla="*/ 594479 w 5734864"/>
              <a:gd name="connsiteY50" fmla="*/ 2426002 h 6858000"/>
              <a:gd name="connsiteX51" fmla="*/ 591963 w 5734864"/>
              <a:gd name="connsiteY51" fmla="*/ 2431950 h 6858000"/>
              <a:gd name="connsiteX52" fmla="*/ 591544 w 5734864"/>
              <a:gd name="connsiteY52" fmla="*/ 2433897 h 6858000"/>
              <a:gd name="connsiteX53" fmla="*/ 589519 w 5734864"/>
              <a:gd name="connsiteY53" fmla="*/ 2451398 h 6858000"/>
              <a:gd name="connsiteX54" fmla="*/ 590037 w 5734864"/>
              <a:gd name="connsiteY54" fmla="*/ 2455536 h 6858000"/>
              <a:gd name="connsiteX55" fmla="*/ 588179 w 5734864"/>
              <a:gd name="connsiteY55" fmla="*/ 2462981 h 6858000"/>
              <a:gd name="connsiteX56" fmla="*/ 583434 w 5734864"/>
              <a:gd name="connsiteY56" fmla="*/ 2503991 h 6858000"/>
              <a:gd name="connsiteX57" fmla="*/ 567942 w 5734864"/>
              <a:gd name="connsiteY57" fmla="*/ 2652936 h 6858000"/>
              <a:gd name="connsiteX58" fmla="*/ 573869 w 5734864"/>
              <a:gd name="connsiteY58" fmla="*/ 2670188 h 6858000"/>
              <a:gd name="connsiteX59" fmla="*/ 575243 w 5734864"/>
              <a:gd name="connsiteY59" fmla="*/ 2688114 h 6858000"/>
              <a:gd name="connsiteX60" fmla="*/ 573824 w 5734864"/>
              <a:gd name="connsiteY60" fmla="*/ 2689856 h 6858000"/>
              <a:gd name="connsiteX61" fmla="*/ 570699 w 5734864"/>
              <a:gd name="connsiteY61" fmla="*/ 2709353 h 6858000"/>
              <a:gd name="connsiteX62" fmla="*/ 573192 w 5734864"/>
              <a:gd name="connsiteY62" fmla="*/ 2714527 h 6858000"/>
              <a:gd name="connsiteX63" fmla="*/ 572044 w 5734864"/>
              <a:gd name="connsiteY63" fmla="*/ 2728187 h 6858000"/>
              <a:gd name="connsiteX64" fmla="*/ 572465 w 5734864"/>
              <a:gd name="connsiteY64" fmla="*/ 2755863 h 6858000"/>
              <a:gd name="connsiteX65" fmla="*/ 570028 w 5734864"/>
              <a:gd name="connsiteY65" fmla="*/ 2760324 h 6858000"/>
              <a:gd name="connsiteX66" fmla="*/ 566748 w 5734864"/>
              <a:gd name="connsiteY66" fmla="*/ 2800948 h 6858000"/>
              <a:gd name="connsiteX67" fmla="*/ 565509 w 5734864"/>
              <a:gd name="connsiteY67" fmla="*/ 2801167 h 6858000"/>
              <a:gd name="connsiteX68" fmla="*/ 559367 w 5734864"/>
              <a:gd name="connsiteY68" fmla="*/ 2811129 h 6858000"/>
              <a:gd name="connsiteX69" fmla="*/ 550354 w 5734864"/>
              <a:gd name="connsiteY69" fmla="*/ 2830949 h 6858000"/>
              <a:gd name="connsiteX70" fmla="*/ 514795 w 5734864"/>
              <a:gd name="connsiteY70" fmla="*/ 2872433 h 6858000"/>
              <a:gd name="connsiteX71" fmla="*/ 509875 w 5734864"/>
              <a:gd name="connsiteY71" fmla="*/ 2923099 h 6858000"/>
              <a:gd name="connsiteX72" fmla="*/ 509577 w 5734864"/>
              <a:gd name="connsiteY72" fmla="*/ 2923197 h 6858000"/>
              <a:gd name="connsiteX73" fmla="*/ 507597 w 5734864"/>
              <a:gd name="connsiteY73" fmla="*/ 2931868 h 6858000"/>
              <a:gd name="connsiteX74" fmla="*/ 507379 w 5734864"/>
              <a:gd name="connsiteY74" fmla="*/ 2938322 h 6858000"/>
              <a:gd name="connsiteX75" fmla="*/ 504725 w 5734864"/>
              <a:gd name="connsiteY75" fmla="*/ 2954519 h 6858000"/>
              <a:gd name="connsiteX76" fmla="*/ 502018 w 5734864"/>
              <a:gd name="connsiteY76" fmla="*/ 2959643 h 6858000"/>
              <a:gd name="connsiteX77" fmla="*/ 498360 w 5734864"/>
              <a:gd name="connsiteY77" fmla="*/ 2961019 h 6858000"/>
              <a:gd name="connsiteX78" fmla="*/ 498483 w 5734864"/>
              <a:gd name="connsiteY78" fmla="*/ 2962590 h 6858000"/>
              <a:gd name="connsiteX79" fmla="*/ 484403 w 5734864"/>
              <a:gd name="connsiteY79" fmla="*/ 2990538 h 6858000"/>
              <a:gd name="connsiteX80" fmla="*/ 463075 w 5734864"/>
              <a:gd name="connsiteY80" fmla="*/ 3055956 h 6858000"/>
              <a:gd name="connsiteX81" fmla="*/ 455013 w 5734864"/>
              <a:gd name="connsiteY81" fmla="*/ 3094482 h 6858000"/>
              <a:gd name="connsiteX82" fmla="*/ 428391 w 5734864"/>
              <a:gd name="connsiteY82" fmla="*/ 3198850 h 6858000"/>
              <a:gd name="connsiteX83" fmla="*/ 401440 w 5734864"/>
              <a:gd name="connsiteY83" fmla="*/ 3307560 h 6858000"/>
              <a:gd name="connsiteX84" fmla="*/ 386076 w 5734864"/>
              <a:gd name="connsiteY84" fmla="*/ 3373943 h 6858000"/>
              <a:gd name="connsiteX85" fmla="*/ 374726 w 5734864"/>
              <a:gd name="connsiteY85" fmla="*/ 3381364 h 6858000"/>
              <a:gd name="connsiteX86" fmla="*/ 369145 w 5734864"/>
              <a:gd name="connsiteY86" fmla="*/ 3383729 h 6858000"/>
              <a:gd name="connsiteX87" fmla="*/ 364294 w 5734864"/>
              <a:gd name="connsiteY87" fmla="*/ 3414159 h 6858000"/>
              <a:gd name="connsiteX88" fmla="*/ 366450 w 5734864"/>
              <a:gd name="connsiteY88" fmla="*/ 3436925 h 6858000"/>
              <a:gd name="connsiteX89" fmla="*/ 351743 w 5734864"/>
              <a:gd name="connsiteY89" fmla="*/ 3521619 h 6858000"/>
              <a:gd name="connsiteX90" fmla="*/ 345784 w 5734864"/>
              <a:gd name="connsiteY90" fmla="*/ 3603757 h 6858000"/>
              <a:gd name="connsiteX91" fmla="*/ 344198 w 5734864"/>
              <a:gd name="connsiteY91" fmla="*/ 3652424 h 6858000"/>
              <a:gd name="connsiteX92" fmla="*/ 352450 w 5734864"/>
              <a:gd name="connsiteY92" fmla="*/ 3665222 h 6858000"/>
              <a:gd name="connsiteX93" fmla="*/ 342621 w 5734864"/>
              <a:gd name="connsiteY93" fmla="*/ 3700804 h 6858000"/>
              <a:gd name="connsiteX94" fmla="*/ 341514 w 5734864"/>
              <a:gd name="connsiteY94" fmla="*/ 3734774 h 6858000"/>
              <a:gd name="connsiteX95" fmla="*/ 340607 w 5734864"/>
              <a:gd name="connsiteY95" fmla="*/ 3785153 h 6858000"/>
              <a:gd name="connsiteX96" fmla="*/ 340707 w 5734864"/>
              <a:gd name="connsiteY96" fmla="*/ 3788177 h 6858000"/>
              <a:gd name="connsiteX97" fmla="*/ 340361 w 5734864"/>
              <a:gd name="connsiteY97" fmla="*/ 3798803 h 6858000"/>
              <a:gd name="connsiteX98" fmla="*/ 339642 w 5734864"/>
              <a:gd name="connsiteY98" fmla="*/ 3838750 h 6858000"/>
              <a:gd name="connsiteX99" fmla="*/ 360295 w 5734864"/>
              <a:gd name="connsiteY99" fmla="*/ 4015196 h 6858000"/>
              <a:gd name="connsiteX100" fmla="*/ 339043 w 5734864"/>
              <a:gd name="connsiteY100" fmla="*/ 4052778 h 6858000"/>
              <a:gd name="connsiteX101" fmla="*/ 339343 w 5734864"/>
              <a:gd name="connsiteY101" fmla="*/ 4096257 h 6858000"/>
              <a:gd name="connsiteX102" fmla="*/ 340786 w 5734864"/>
              <a:gd name="connsiteY102" fmla="*/ 4321136 h 6858000"/>
              <a:gd name="connsiteX103" fmla="*/ 343158 w 5734864"/>
              <a:gd name="connsiteY103" fmla="*/ 4429174 h 6858000"/>
              <a:gd name="connsiteX104" fmla="*/ 334599 w 5734864"/>
              <a:gd name="connsiteY104" fmla="*/ 4449938 h 6858000"/>
              <a:gd name="connsiteX105" fmla="*/ 332890 w 5734864"/>
              <a:gd name="connsiteY105" fmla="*/ 4453515 h 6858000"/>
              <a:gd name="connsiteX106" fmla="*/ 331105 w 5734864"/>
              <a:gd name="connsiteY106" fmla="*/ 4467941 h 6858000"/>
              <a:gd name="connsiteX107" fmla="*/ 324289 w 5734864"/>
              <a:gd name="connsiteY107" fmla="*/ 4471861 h 6858000"/>
              <a:gd name="connsiteX108" fmla="*/ 317079 w 5734864"/>
              <a:gd name="connsiteY108" fmla="*/ 4493468 h 6858000"/>
              <a:gd name="connsiteX109" fmla="*/ 315557 w 5734864"/>
              <a:gd name="connsiteY109" fmla="*/ 4520067 h 6858000"/>
              <a:gd name="connsiteX110" fmla="*/ 315240 w 5734864"/>
              <a:gd name="connsiteY110" fmla="*/ 4536872 h 6858000"/>
              <a:gd name="connsiteX111" fmla="*/ 316200 w 5734864"/>
              <a:gd name="connsiteY111" fmla="*/ 4538297 h 6858000"/>
              <a:gd name="connsiteX112" fmla="*/ 317507 w 5734864"/>
              <a:gd name="connsiteY112" fmla="*/ 4547582 h 6858000"/>
              <a:gd name="connsiteX113" fmla="*/ 323078 w 5734864"/>
              <a:gd name="connsiteY113" fmla="*/ 4592102 h 6858000"/>
              <a:gd name="connsiteX114" fmla="*/ 328722 w 5734864"/>
              <a:gd name="connsiteY114" fmla="*/ 4667914 h 6858000"/>
              <a:gd name="connsiteX115" fmla="*/ 335597 w 5734864"/>
              <a:gd name="connsiteY115" fmla="*/ 4695035 h 6858000"/>
              <a:gd name="connsiteX116" fmla="*/ 339485 w 5734864"/>
              <a:gd name="connsiteY116" fmla="*/ 4695979 h 6858000"/>
              <a:gd name="connsiteX117" fmla="*/ 341089 w 5734864"/>
              <a:gd name="connsiteY117" fmla="*/ 4704268 h 6858000"/>
              <a:gd name="connsiteX118" fmla="*/ 342177 w 5734864"/>
              <a:gd name="connsiteY118" fmla="*/ 4706060 h 6858000"/>
              <a:gd name="connsiteX119" fmla="*/ 347751 w 5734864"/>
              <a:gd name="connsiteY119" fmla="*/ 4716754 h 6858000"/>
              <a:gd name="connsiteX120" fmla="*/ 344125 w 5734864"/>
              <a:gd name="connsiteY120" fmla="*/ 4764669 h 6858000"/>
              <a:gd name="connsiteX121" fmla="*/ 340188 w 5734864"/>
              <a:gd name="connsiteY121" fmla="*/ 4779386 h 6858000"/>
              <a:gd name="connsiteX122" fmla="*/ 335146 w 5734864"/>
              <a:gd name="connsiteY122" fmla="*/ 4787491 h 6858000"/>
              <a:gd name="connsiteX123" fmla="*/ 319124 w 5734864"/>
              <a:gd name="connsiteY123" fmla="*/ 4843514 h 6858000"/>
              <a:gd name="connsiteX124" fmla="*/ 305956 w 5734864"/>
              <a:gd name="connsiteY124" fmla="*/ 4881505 h 6858000"/>
              <a:gd name="connsiteX125" fmla="*/ 301062 w 5734864"/>
              <a:gd name="connsiteY125" fmla="*/ 4889332 h 6858000"/>
              <a:gd name="connsiteX126" fmla="*/ 302141 w 5734864"/>
              <a:gd name="connsiteY126" fmla="*/ 4899400 h 6858000"/>
              <a:gd name="connsiteX127" fmla="*/ 304424 w 5734864"/>
              <a:gd name="connsiteY127" fmla="*/ 4902664 h 6858000"/>
              <a:gd name="connsiteX128" fmla="*/ 293123 w 5734864"/>
              <a:gd name="connsiteY128" fmla="*/ 4932769 h 6858000"/>
              <a:gd name="connsiteX129" fmla="*/ 292275 w 5734864"/>
              <a:gd name="connsiteY129" fmla="*/ 4936482 h 6858000"/>
              <a:gd name="connsiteX130" fmla="*/ 288304 w 5734864"/>
              <a:gd name="connsiteY130" fmla="*/ 4962325 h 6858000"/>
              <a:gd name="connsiteX131" fmla="*/ 287420 w 5734864"/>
              <a:gd name="connsiteY131" fmla="*/ 5042193 h 6858000"/>
              <a:gd name="connsiteX132" fmla="*/ 287020 w 5734864"/>
              <a:gd name="connsiteY132" fmla="*/ 5065655 h 6858000"/>
              <a:gd name="connsiteX133" fmla="*/ 288488 w 5734864"/>
              <a:gd name="connsiteY133" fmla="*/ 5082216 h 6858000"/>
              <a:gd name="connsiteX134" fmla="*/ 282763 w 5734864"/>
              <a:gd name="connsiteY134" fmla="*/ 5127114 h 6858000"/>
              <a:gd name="connsiteX135" fmla="*/ 269316 w 5734864"/>
              <a:gd name="connsiteY135" fmla="*/ 5202682 h 6858000"/>
              <a:gd name="connsiteX136" fmla="*/ 269174 w 5734864"/>
              <a:gd name="connsiteY136" fmla="*/ 5230835 h 6858000"/>
              <a:gd name="connsiteX137" fmla="*/ 272679 w 5734864"/>
              <a:gd name="connsiteY137" fmla="*/ 5232660 h 6858000"/>
              <a:gd name="connsiteX138" fmla="*/ 272160 w 5734864"/>
              <a:gd name="connsiteY138" fmla="*/ 5241150 h 6858000"/>
              <a:gd name="connsiteX139" fmla="*/ 272760 w 5734864"/>
              <a:gd name="connsiteY139" fmla="*/ 5243156 h 6858000"/>
              <a:gd name="connsiteX140" fmla="*/ 275462 w 5734864"/>
              <a:gd name="connsiteY140" fmla="*/ 5254919 h 6858000"/>
              <a:gd name="connsiteX141" fmla="*/ 262897 w 5734864"/>
              <a:gd name="connsiteY141" fmla="*/ 5286259 h 6858000"/>
              <a:gd name="connsiteX142" fmla="*/ 252761 w 5734864"/>
              <a:gd name="connsiteY142" fmla="*/ 5357801 h 6858000"/>
              <a:gd name="connsiteX143" fmla="*/ 242360 w 5734864"/>
              <a:gd name="connsiteY143" fmla="*/ 5460080 h 6858000"/>
              <a:gd name="connsiteX144" fmla="*/ 229880 w 5734864"/>
              <a:gd name="connsiteY144" fmla="*/ 5539714 h 6858000"/>
              <a:gd name="connsiteX145" fmla="*/ 204283 w 5734864"/>
              <a:gd name="connsiteY145" fmla="*/ 5639080 h 6858000"/>
              <a:gd name="connsiteX146" fmla="*/ 198948 w 5734864"/>
              <a:gd name="connsiteY146" fmla="*/ 5710958 h 6858000"/>
              <a:gd name="connsiteX147" fmla="*/ 192367 w 5734864"/>
              <a:gd name="connsiteY147" fmla="*/ 5719859 h 6858000"/>
              <a:gd name="connsiteX148" fmla="*/ 188035 w 5734864"/>
              <a:gd name="connsiteY148" fmla="*/ 5729935 h 6858000"/>
              <a:gd name="connsiteX149" fmla="*/ 188428 w 5734864"/>
              <a:gd name="connsiteY149" fmla="*/ 5731182 h 6858000"/>
              <a:gd name="connsiteX150" fmla="*/ 181635 w 5734864"/>
              <a:gd name="connsiteY150" fmla="*/ 5753538 h 6858000"/>
              <a:gd name="connsiteX151" fmla="*/ 169744 w 5734864"/>
              <a:gd name="connsiteY151" fmla="*/ 5796307 h 6858000"/>
              <a:gd name="connsiteX152" fmla="*/ 170351 w 5734864"/>
              <a:gd name="connsiteY152" fmla="*/ 5796644 h 6858000"/>
              <a:gd name="connsiteX153" fmla="*/ 171559 w 5734864"/>
              <a:gd name="connsiteY153" fmla="*/ 5803435 h 6858000"/>
              <a:gd name="connsiteX154" fmla="*/ 172284 w 5734864"/>
              <a:gd name="connsiteY154" fmla="*/ 5816391 h 6858000"/>
              <a:gd name="connsiteX155" fmla="*/ 182542 w 5734864"/>
              <a:gd name="connsiteY155" fmla="*/ 5846382 h 6858000"/>
              <a:gd name="connsiteX156" fmla="*/ 175877 w 5734864"/>
              <a:gd name="connsiteY156" fmla="*/ 5871336 h 6858000"/>
              <a:gd name="connsiteX157" fmla="*/ 174910 w 5734864"/>
              <a:gd name="connsiteY157" fmla="*/ 5876376 h 6858000"/>
              <a:gd name="connsiteX158" fmla="*/ 175047 w 5734864"/>
              <a:gd name="connsiteY158" fmla="*/ 5876483 h 6858000"/>
              <a:gd name="connsiteX159" fmla="*/ 174335 w 5734864"/>
              <a:gd name="connsiteY159" fmla="*/ 5881814 h 6858000"/>
              <a:gd name="connsiteX160" fmla="*/ 171273 w 5734864"/>
              <a:gd name="connsiteY160" fmla="*/ 5895339 h 6858000"/>
              <a:gd name="connsiteX161" fmla="*/ 171658 w 5734864"/>
              <a:gd name="connsiteY161" fmla="*/ 5898749 h 6858000"/>
              <a:gd name="connsiteX162" fmla="*/ 174658 w 5734864"/>
              <a:gd name="connsiteY162" fmla="*/ 5919558 h 6858000"/>
              <a:gd name="connsiteX163" fmla="*/ 169099 w 5734864"/>
              <a:gd name="connsiteY163" fmla="*/ 5984417 h 6858000"/>
              <a:gd name="connsiteX164" fmla="*/ 162007 w 5734864"/>
              <a:gd name="connsiteY164" fmla="*/ 6049043 h 6858000"/>
              <a:gd name="connsiteX165" fmla="*/ 156875 w 5734864"/>
              <a:gd name="connsiteY165" fmla="*/ 6114000 h 6858000"/>
              <a:gd name="connsiteX166" fmla="*/ 165441 w 5734864"/>
              <a:gd name="connsiteY166" fmla="*/ 6146938 h 6858000"/>
              <a:gd name="connsiteX167" fmla="*/ 165177 w 5734864"/>
              <a:gd name="connsiteY167" fmla="*/ 6150658 h 6858000"/>
              <a:gd name="connsiteX168" fmla="*/ 161772 w 5734864"/>
              <a:gd name="connsiteY168" fmla="*/ 6160011 h 6858000"/>
              <a:gd name="connsiteX169" fmla="*/ 160051 w 5734864"/>
              <a:gd name="connsiteY169" fmla="*/ 6163393 h 6858000"/>
              <a:gd name="connsiteX170" fmla="*/ 158473 w 5734864"/>
              <a:gd name="connsiteY170" fmla="*/ 6168628 h 6858000"/>
              <a:gd name="connsiteX171" fmla="*/ 158573 w 5734864"/>
              <a:gd name="connsiteY171" fmla="*/ 6168799 h 6858000"/>
              <a:gd name="connsiteX172" fmla="*/ 146463 w 5734864"/>
              <a:gd name="connsiteY172" fmla="*/ 6196671 h 6858000"/>
              <a:gd name="connsiteX173" fmla="*/ 150209 w 5734864"/>
              <a:gd name="connsiteY173" fmla="*/ 6232365 h 6858000"/>
              <a:gd name="connsiteX174" fmla="*/ 148544 w 5734864"/>
              <a:gd name="connsiteY174" fmla="*/ 6246162 h 6858000"/>
              <a:gd name="connsiteX175" fmla="*/ 148403 w 5734864"/>
              <a:gd name="connsiteY175" fmla="*/ 6253754 h 6858000"/>
              <a:gd name="connsiteX176" fmla="*/ 138880 w 5734864"/>
              <a:gd name="connsiteY176" fmla="*/ 6276449 h 6858000"/>
              <a:gd name="connsiteX177" fmla="*/ 138683 w 5734864"/>
              <a:gd name="connsiteY177" fmla="*/ 6279721 h 6858000"/>
              <a:gd name="connsiteX178" fmla="*/ 130721 w 5734864"/>
              <a:gd name="connsiteY178" fmla="*/ 6293675 h 6858000"/>
              <a:gd name="connsiteX179" fmla="*/ 120717 w 5734864"/>
              <a:gd name="connsiteY179" fmla="*/ 6313967 h 6858000"/>
              <a:gd name="connsiteX180" fmla="*/ 120841 w 5734864"/>
              <a:gd name="connsiteY180" fmla="*/ 6315437 h 6858000"/>
              <a:gd name="connsiteX181" fmla="*/ 115208 w 5734864"/>
              <a:gd name="connsiteY181" fmla="*/ 6324024 h 6858000"/>
              <a:gd name="connsiteX182" fmla="*/ 101217 w 5734864"/>
              <a:gd name="connsiteY182" fmla="*/ 6365923 h 6858000"/>
              <a:gd name="connsiteX183" fmla="*/ 74946 w 5734864"/>
              <a:gd name="connsiteY183" fmla="*/ 6556817 h 6858000"/>
              <a:gd name="connsiteX184" fmla="*/ 16001 w 5734864"/>
              <a:gd name="connsiteY184" fmla="*/ 6808678 h 6858000"/>
              <a:gd name="connsiteX185" fmla="*/ 0 w 5734864"/>
              <a:gd name="connsiteY185" fmla="*/ 6858000 h 6858000"/>
              <a:gd name="connsiteX186" fmla="*/ 5734864 w 5734864"/>
              <a:gd name="connsiteY186" fmla="*/ 6858000 h 6858000"/>
              <a:gd name="connsiteX187" fmla="*/ 5734864 w 5734864"/>
              <a:gd name="connsiteY18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5734864" h="6858000">
                <a:moveTo>
                  <a:pt x="5734864" y="0"/>
                </a:moveTo>
                <a:lnTo>
                  <a:pt x="771611" y="0"/>
                </a:lnTo>
                <a:cubicBezTo>
                  <a:pt x="771634" y="16369"/>
                  <a:pt x="771656" y="32739"/>
                  <a:pt x="771679" y="49108"/>
                </a:cubicBezTo>
                <a:cubicBezTo>
                  <a:pt x="775201" y="55622"/>
                  <a:pt x="788724" y="196721"/>
                  <a:pt x="794248" y="200968"/>
                </a:cubicBezTo>
                <a:lnTo>
                  <a:pt x="801749" y="414071"/>
                </a:lnTo>
                <a:cubicBezTo>
                  <a:pt x="807329" y="440933"/>
                  <a:pt x="835107" y="598697"/>
                  <a:pt x="818548" y="585467"/>
                </a:cubicBezTo>
                <a:cubicBezTo>
                  <a:pt x="856197" y="664140"/>
                  <a:pt x="837895" y="708473"/>
                  <a:pt x="857476" y="800623"/>
                </a:cubicBezTo>
                <a:cubicBezTo>
                  <a:pt x="822401" y="857344"/>
                  <a:pt x="855723" y="824571"/>
                  <a:pt x="851083" y="878903"/>
                </a:cubicBezTo>
                <a:cubicBezTo>
                  <a:pt x="884811" y="859448"/>
                  <a:pt x="834648" y="946397"/>
                  <a:pt x="873564" y="943826"/>
                </a:cubicBezTo>
                <a:cubicBezTo>
                  <a:pt x="871487" y="953795"/>
                  <a:pt x="868248" y="963533"/>
                  <a:pt x="864705" y="973328"/>
                </a:cubicBezTo>
                <a:lnTo>
                  <a:pt x="862869" y="978457"/>
                </a:lnTo>
                <a:lnTo>
                  <a:pt x="862233" y="998041"/>
                </a:lnTo>
                <a:lnTo>
                  <a:pt x="853665" y="1004750"/>
                </a:lnTo>
                <a:lnTo>
                  <a:pt x="847865" y="1070795"/>
                </a:lnTo>
                <a:cubicBezTo>
                  <a:pt x="870234" y="1110486"/>
                  <a:pt x="833172" y="1190441"/>
                  <a:pt x="862786" y="1238994"/>
                </a:cubicBezTo>
                <a:cubicBezTo>
                  <a:pt x="864699" y="1290599"/>
                  <a:pt x="860615" y="1347716"/>
                  <a:pt x="859345" y="1380427"/>
                </a:cubicBezTo>
                <a:cubicBezTo>
                  <a:pt x="845703" y="1396391"/>
                  <a:pt x="873184" y="1435525"/>
                  <a:pt x="855172" y="1435262"/>
                </a:cubicBezTo>
                <a:lnTo>
                  <a:pt x="860494" y="1453861"/>
                </a:lnTo>
                <a:lnTo>
                  <a:pt x="853731" y="1467047"/>
                </a:lnTo>
                <a:cubicBezTo>
                  <a:pt x="846549" y="1480528"/>
                  <a:pt x="841728" y="1491093"/>
                  <a:pt x="845847" y="1502307"/>
                </a:cubicBezTo>
                <a:lnTo>
                  <a:pt x="817613" y="1565166"/>
                </a:lnTo>
                <a:cubicBezTo>
                  <a:pt x="805468" y="1557258"/>
                  <a:pt x="816534" y="1596564"/>
                  <a:pt x="804223" y="1601941"/>
                </a:cubicBezTo>
                <a:cubicBezTo>
                  <a:pt x="794287" y="1604654"/>
                  <a:pt x="795328" y="1617209"/>
                  <a:pt x="791773" y="1627005"/>
                </a:cubicBezTo>
                <a:cubicBezTo>
                  <a:pt x="781684" y="1634393"/>
                  <a:pt x="772978" y="1683187"/>
                  <a:pt x="774645" y="1699922"/>
                </a:cubicBezTo>
                <a:cubicBezTo>
                  <a:pt x="785341" y="1746767"/>
                  <a:pt x="744845" y="1787099"/>
                  <a:pt x="752343" y="1824604"/>
                </a:cubicBezTo>
                <a:cubicBezTo>
                  <a:pt x="751502" y="1834578"/>
                  <a:pt x="749297" y="1842929"/>
                  <a:pt x="746254" y="1850222"/>
                </a:cubicBezTo>
                <a:lnTo>
                  <a:pt x="728600" y="1869603"/>
                </a:lnTo>
                <a:lnTo>
                  <a:pt x="724396" y="1883104"/>
                </a:lnTo>
                <a:lnTo>
                  <a:pt x="722165" y="1885924"/>
                </a:lnTo>
                <a:lnTo>
                  <a:pt x="721338" y="1887123"/>
                </a:lnTo>
                <a:lnTo>
                  <a:pt x="714840" y="1902274"/>
                </a:lnTo>
                <a:lnTo>
                  <a:pt x="722847" y="1929891"/>
                </a:lnTo>
                <a:lnTo>
                  <a:pt x="714660" y="1982709"/>
                </a:lnTo>
                <a:cubicBezTo>
                  <a:pt x="727725" y="2006201"/>
                  <a:pt x="714739" y="1997091"/>
                  <a:pt x="710759" y="2013010"/>
                </a:cubicBezTo>
                <a:cubicBezTo>
                  <a:pt x="707970" y="2027531"/>
                  <a:pt x="700788" y="2054714"/>
                  <a:pt x="697927" y="2069833"/>
                </a:cubicBezTo>
                <a:cubicBezTo>
                  <a:pt x="685211" y="2080229"/>
                  <a:pt x="698762" y="2088241"/>
                  <a:pt x="693594" y="2103731"/>
                </a:cubicBezTo>
                <a:cubicBezTo>
                  <a:pt x="688481" y="2110649"/>
                  <a:pt x="687183" y="2115973"/>
                  <a:pt x="691109" y="2124027"/>
                </a:cubicBezTo>
                <a:cubicBezTo>
                  <a:pt x="666413" y="2155740"/>
                  <a:pt x="688031" y="2144874"/>
                  <a:pt x="676593" y="2176182"/>
                </a:cubicBezTo>
                <a:cubicBezTo>
                  <a:pt x="665190" y="2202944"/>
                  <a:pt x="656416" y="2233857"/>
                  <a:pt x="633227" y="2258036"/>
                </a:cubicBezTo>
                <a:cubicBezTo>
                  <a:pt x="626930" y="2262191"/>
                  <a:pt x="623498" y="2274069"/>
                  <a:pt x="625564" y="2284567"/>
                </a:cubicBezTo>
                <a:cubicBezTo>
                  <a:pt x="625918" y="2286374"/>
                  <a:pt x="626427" y="2288071"/>
                  <a:pt x="627074" y="2289605"/>
                </a:cubicBezTo>
                <a:cubicBezTo>
                  <a:pt x="619029" y="2296628"/>
                  <a:pt x="616453" y="2303188"/>
                  <a:pt x="614574" y="2308717"/>
                </a:cubicBezTo>
                <a:lnTo>
                  <a:pt x="606890" y="2320662"/>
                </a:lnTo>
                <a:lnTo>
                  <a:pt x="605558" y="2327897"/>
                </a:lnTo>
                <a:lnTo>
                  <a:pt x="602202" y="2357749"/>
                </a:lnTo>
                <a:lnTo>
                  <a:pt x="600213" y="2364905"/>
                </a:lnTo>
                <a:lnTo>
                  <a:pt x="597160" y="2388351"/>
                </a:lnTo>
                <a:lnTo>
                  <a:pt x="597982" y="2402296"/>
                </a:lnTo>
                <a:lnTo>
                  <a:pt x="593150" y="2420015"/>
                </a:lnTo>
                <a:cubicBezTo>
                  <a:pt x="593044" y="2420926"/>
                  <a:pt x="592939" y="2421838"/>
                  <a:pt x="592833" y="2422749"/>
                </a:cubicBezTo>
                <a:lnTo>
                  <a:pt x="594479" y="2426002"/>
                </a:lnTo>
                <a:cubicBezTo>
                  <a:pt x="594168" y="2427683"/>
                  <a:pt x="593118" y="2429721"/>
                  <a:pt x="591963" y="2431950"/>
                </a:cubicBezTo>
                <a:cubicBezTo>
                  <a:pt x="591823" y="2432599"/>
                  <a:pt x="591684" y="2433248"/>
                  <a:pt x="591544" y="2433897"/>
                </a:cubicBezTo>
                <a:lnTo>
                  <a:pt x="589519" y="2451398"/>
                </a:lnTo>
                <a:cubicBezTo>
                  <a:pt x="589692" y="2452777"/>
                  <a:pt x="589864" y="2454157"/>
                  <a:pt x="590037" y="2455536"/>
                </a:cubicBezTo>
                <a:lnTo>
                  <a:pt x="588179" y="2462981"/>
                </a:lnTo>
                <a:lnTo>
                  <a:pt x="583434" y="2503991"/>
                </a:lnTo>
                <a:cubicBezTo>
                  <a:pt x="576530" y="2566058"/>
                  <a:pt x="570433" y="2625224"/>
                  <a:pt x="567942" y="2652936"/>
                </a:cubicBezTo>
                <a:cubicBezTo>
                  <a:pt x="570864" y="2658290"/>
                  <a:pt x="572739" y="2664095"/>
                  <a:pt x="573869" y="2670188"/>
                </a:cubicBezTo>
                <a:lnTo>
                  <a:pt x="575243" y="2688114"/>
                </a:lnTo>
                <a:lnTo>
                  <a:pt x="573824" y="2689856"/>
                </a:lnTo>
                <a:cubicBezTo>
                  <a:pt x="569972" y="2698471"/>
                  <a:pt x="569572" y="2704494"/>
                  <a:pt x="570699" y="2709353"/>
                </a:cubicBezTo>
                <a:lnTo>
                  <a:pt x="573192" y="2714527"/>
                </a:lnTo>
                <a:cubicBezTo>
                  <a:pt x="572809" y="2719080"/>
                  <a:pt x="572427" y="2723634"/>
                  <a:pt x="572044" y="2728187"/>
                </a:cubicBezTo>
                <a:cubicBezTo>
                  <a:pt x="572184" y="2737412"/>
                  <a:pt x="572325" y="2746638"/>
                  <a:pt x="572465" y="2755863"/>
                </a:cubicBezTo>
                <a:lnTo>
                  <a:pt x="570028" y="2760324"/>
                </a:lnTo>
                <a:lnTo>
                  <a:pt x="566748" y="2800948"/>
                </a:lnTo>
                <a:lnTo>
                  <a:pt x="565509" y="2801167"/>
                </a:lnTo>
                <a:cubicBezTo>
                  <a:pt x="562655" y="2802587"/>
                  <a:pt x="560408" y="2805381"/>
                  <a:pt x="559367" y="2811129"/>
                </a:cubicBezTo>
                <a:cubicBezTo>
                  <a:pt x="543471" y="2797318"/>
                  <a:pt x="552020" y="2812773"/>
                  <a:pt x="550354" y="2830949"/>
                </a:cubicBezTo>
                <a:cubicBezTo>
                  <a:pt x="525292" y="2813553"/>
                  <a:pt x="531129" y="2868192"/>
                  <a:pt x="514795" y="2872433"/>
                </a:cubicBezTo>
                <a:lnTo>
                  <a:pt x="509875" y="2923099"/>
                </a:lnTo>
                <a:lnTo>
                  <a:pt x="509577" y="2923197"/>
                </a:lnTo>
                <a:cubicBezTo>
                  <a:pt x="508704" y="2924865"/>
                  <a:pt x="508038" y="2927556"/>
                  <a:pt x="507597" y="2931868"/>
                </a:cubicBezTo>
                <a:cubicBezTo>
                  <a:pt x="507524" y="2934019"/>
                  <a:pt x="507452" y="2936171"/>
                  <a:pt x="507379" y="2938322"/>
                </a:cubicBezTo>
                <a:lnTo>
                  <a:pt x="504725" y="2954519"/>
                </a:lnTo>
                <a:lnTo>
                  <a:pt x="502018" y="2959643"/>
                </a:lnTo>
                <a:lnTo>
                  <a:pt x="498360" y="2961019"/>
                </a:lnTo>
                <a:lnTo>
                  <a:pt x="498483" y="2962590"/>
                </a:lnTo>
                <a:cubicBezTo>
                  <a:pt x="502388" y="2975027"/>
                  <a:pt x="510202" y="2980016"/>
                  <a:pt x="484403" y="2990538"/>
                </a:cubicBezTo>
                <a:cubicBezTo>
                  <a:pt x="489425" y="3018352"/>
                  <a:pt x="474337" y="3021029"/>
                  <a:pt x="463075" y="3055956"/>
                </a:cubicBezTo>
                <a:cubicBezTo>
                  <a:pt x="469487" y="3072485"/>
                  <a:pt x="464165" y="3083955"/>
                  <a:pt x="455013" y="3094482"/>
                </a:cubicBezTo>
                <a:cubicBezTo>
                  <a:pt x="453131" y="3130054"/>
                  <a:pt x="437643" y="3160106"/>
                  <a:pt x="428391" y="3198850"/>
                </a:cubicBezTo>
                <a:lnTo>
                  <a:pt x="401440" y="3307560"/>
                </a:lnTo>
                <a:lnTo>
                  <a:pt x="386076" y="3373943"/>
                </a:lnTo>
                <a:cubicBezTo>
                  <a:pt x="386236" y="3376061"/>
                  <a:pt x="380537" y="3378856"/>
                  <a:pt x="374726" y="3381364"/>
                </a:cubicBezTo>
                <a:lnTo>
                  <a:pt x="369145" y="3383729"/>
                </a:lnTo>
                <a:lnTo>
                  <a:pt x="364294" y="3414159"/>
                </a:lnTo>
                <a:lnTo>
                  <a:pt x="366450" y="3436925"/>
                </a:lnTo>
                <a:lnTo>
                  <a:pt x="351743" y="3521619"/>
                </a:lnTo>
                <a:lnTo>
                  <a:pt x="345784" y="3603757"/>
                </a:lnTo>
                <a:cubicBezTo>
                  <a:pt x="345255" y="3619979"/>
                  <a:pt x="344727" y="3636202"/>
                  <a:pt x="344198" y="3652424"/>
                </a:cubicBezTo>
                <a:lnTo>
                  <a:pt x="352450" y="3665222"/>
                </a:lnTo>
                <a:lnTo>
                  <a:pt x="342621" y="3700804"/>
                </a:lnTo>
                <a:lnTo>
                  <a:pt x="341514" y="3734774"/>
                </a:lnTo>
                <a:cubicBezTo>
                  <a:pt x="341212" y="3751567"/>
                  <a:pt x="340909" y="3768360"/>
                  <a:pt x="340607" y="3785153"/>
                </a:cubicBezTo>
                <a:cubicBezTo>
                  <a:pt x="340640" y="3786161"/>
                  <a:pt x="340674" y="3787169"/>
                  <a:pt x="340707" y="3788177"/>
                </a:cubicBezTo>
                <a:cubicBezTo>
                  <a:pt x="340592" y="3791719"/>
                  <a:pt x="340476" y="3795261"/>
                  <a:pt x="340361" y="3798803"/>
                </a:cubicBezTo>
                <a:cubicBezTo>
                  <a:pt x="340121" y="3812119"/>
                  <a:pt x="339882" y="3825434"/>
                  <a:pt x="339642" y="3838750"/>
                </a:cubicBezTo>
                <a:cubicBezTo>
                  <a:pt x="337363" y="3949044"/>
                  <a:pt x="361794" y="3960437"/>
                  <a:pt x="360295" y="4015196"/>
                </a:cubicBezTo>
                <a:lnTo>
                  <a:pt x="339043" y="4052778"/>
                </a:lnTo>
                <a:lnTo>
                  <a:pt x="339343" y="4096257"/>
                </a:lnTo>
                <a:cubicBezTo>
                  <a:pt x="362058" y="4159145"/>
                  <a:pt x="332404" y="4250479"/>
                  <a:pt x="340786" y="4321136"/>
                </a:cubicBezTo>
                <a:cubicBezTo>
                  <a:pt x="341421" y="4376624"/>
                  <a:pt x="344189" y="4407708"/>
                  <a:pt x="343158" y="4429174"/>
                </a:cubicBezTo>
                <a:cubicBezTo>
                  <a:pt x="340948" y="4436304"/>
                  <a:pt x="337887" y="4443121"/>
                  <a:pt x="334599" y="4449938"/>
                </a:cubicBezTo>
                <a:lnTo>
                  <a:pt x="332890" y="4453515"/>
                </a:lnTo>
                <a:lnTo>
                  <a:pt x="331105" y="4467941"/>
                </a:lnTo>
                <a:lnTo>
                  <a:pt x="324289" y="4471861"/>
                </a:lnTo>
                <a:lnTo>
                  <a:pt x="317079" y="4493468"/>
                </a:lnTo>
                <a:cubicBezTo>
                  <a:pt x="315353" y="4501584"/>
                  <a:pt x="314639" y="4510343"/>
                  <a:pt x="315557" y="4520067"/>
                </a:cubicBezTo>
                <a:cubicBezTo>
                  <a:pt x="315451" y="4525669"/>
                  <a:pt x="315346" y="4531270"/>
                  <a:pt x="315240" y="4536872"/>
                </a:cubicBezTo>
                <a:lnTo>
                  <a:pt x="316200" y="4538297"/>
                </a:lnTo>
                <a:cubicBezTo>
                  <a:pt x="316738" y="4541182"/>
                  <a:pt x="316785" y="4544563"/>
                  <a:pt x="317507" y="4547582"/>
                </a:cubicBezTo>
                <a:cubicBezTo>
                  <a:pt x="322716" y="4552468"/>
                  <a:pt x="324912" y="4582137"/>
                  <a:pt x="323078" y="4592102"/>
                </a:cubicBezTo>
                <a:cubicBezTo>
                  <a:pt x="314597" y="4619728"/>
                  <a:pt x="334923" y="4645745"/>
                  <a:pt x="328722" y="4667914"/>
                </a:cubicBezTo>
                <a:cubicBezTo>
                  <a:pt x="330810" y="4685069"/>
                  <a:pt x="333803" y="4690356"/>
                  <a:pt x="335597" y="4695035"/>
                </a:cubicBezTo>
                <a:lnTo>
                  <a:pt x="339485" y="4695979"/>
                </a:lnTo>
                <a:lnTo>
                  <a:pt x="341089" y="4704268"/>
                </a:lnTo>
                <a:lnTo>
                  <a:pt x="342177" y="4706060"/>
                </a:lnTo>
                <a:cubicBezTo>
                  <a:pt x="344268" y="4709474"/>
                  <a:pt x="346234" y="4712931"/>
                  <a:pt x="347751" y="4716754"/>
                </a:cubicBezTo>
                <a:lnTo>
                  <a:pt x="344125" y="4764669"/>
                </a:lnTo>
                <a:lnTo>
                  <a:pt x="340188" y="4779386"/>
                </a:lnTo>
                <a:lnTo>
                  <a:pt x="335146" y="4787491"/>
                </a:lnTo>
                <a:lnTo>
                  <a:pt x="319124" y="4843514"/>
                </a:lnTo>
                <a:lnTo>
                  <a:pt x="305956" y="4881505"/>
                </a:lnTo>
                <a:lnTo>
                  <a:pt x="301062" y="4889332"/>
                </a:lnTo>
                <a:lnTo>
                  <a:pt x="302141" y="4899400"/>
                </a:lnTo>
                <a:cubicBezTo>
                  <a:pt x="302767" y="4900706"/>
                  <a:pt x="303536" y="4901803"/>
                  <a:pt x="304424" y="4902664"/>
                </a:cubicBezTo>
                <a:lnTo>
                  <a:pt x="293123" y="4932769"/>
                </a:lnTo>
                <a:lnTo>
                  <a:pt x="292275" y="4936482"/>
                </a:lnTo>
                <a:lnTo>
                  <a:pt x="288304" y="4962325"/>
                </a:lnTo>
                <a:cubicBezTo>
                  <a:pt x="288009" y="4988948"/>
                  <a:pt x="287715" y="5015570"/>
                  <a:pt x="287420" y="5042193"/>
                </a:cubicBezTo>
                <a:cubicBezTo>
                  <a:pt x="295373" y="5039737"/>
                  <a:pt x="281659" y="5060438"/>
                  <a:pt x="287020" y="5065655"/>
                </a:cubicBezTo>
                <a:cubicBezTo>
                  <a:pt x="291675" y="5068928"/>
                  <a:pt x="288601" y="5075970"/>
                  <a:pt x="288488" y="5082216"/>
                </a:cubicBezTo>
                <a:cubicBezTo>
                  <a:pt x="292282" y="5088207"/>
                  <a:pt x="287008" y="5117775"/>
                  <a:pt x="282763" y="5127114"/>
                </a:cubicBezTo>
                <a:cubicBezTo>
                  <a:pt x="267723" y="5152218"/>
                  <a:pt x="280799" y="5182399"/>
                  <a:pt x="269316" y="5202682"/>
                </a:cubicBezTo>
                <a:cubicBezTo>
                  <a:pt x="267050" y="5219969"/>
                  <a:pt x="268614" y="5225841"/>
                  <a:pt x="269174" y="5230835"/>
                </a:cubicBezTo>
                <a:lnTo>
                  <a:pt x="272679" y="5232660"/>
                </a:lnTo>
                <a:lnTo>
                  <a:pt x="272160" y="5241150"/>
                </a:lnTo>
                <a:lnTo>
                  <a:pt x="272760" y="5243156"/>
                </a:lnTo>
                <a:cubicBezTo>
                  <a:pt x="273922" y="5246984"/>
                  <a:pt x="274952" y="5250824"/>
                  <a:pt x="275462" y="5254919"/>
                </a:cubicBezTo>
                <a:cubicBezTo>
                  <a:pt x="258407" y="5258851"/>
                  <a:pt x="276976" y="5290392"/>
                  <a:pt x="262897" y="5286259"/>
                </a:cubicBezTo>
                <a:cubicBezTo>
                  <a:pt x="262724" y="5309439"/>
                  <a:pt x="239612" y="5337531"/>
                  <a:pt x="252761" y="5357801"/>
                </a:cubicBezTo>
                <a:cubicBezTo>
                  <a:pt x="248775" y="5392256"/>
                  <a:pt x="247799" y="5423412"/>
                  <a:pt x="242360" y="5460080"/>
                </a:cubicBezTo>
                <a:cubicBezTo>
                  <a:pt x="232632" y="5488478"/>
                  <a:pt x="242025" y="5519143"/>
                  <a:pt x="229880" y="5539714"/>
                </a:cubicBezTo>
                <a:cubicBezTo>
                  <a:pt x="230558" y="5572454"/>
                  <a:pt x="222150" y="5613340"/>
                  <a:pt x="204283" y="5639080"/>
                </a:cubicBezTo>
                <a:cubicBezTo>
                  <a:pt x="201596" y="5674226"/>
                  <a:pt x="191051" y="5680198"/>
                  <a:pt x="198948" y="5710958"/>
                </a:cubicBezTo>
                <a:cubicBezTo>
                  <a:pt x="196338" y="5713534"/>
                  <a:pt x="194185" y="5716550"/>
                  <a:pt x="192367" y="5719859"/>
                </a:cubicBezTo>
                <a:lnTo>
                  <a:pt x="188035" y="5729935"/>
                </a:lnTo>
                <a:lnTo>
                  <a:pt x="188428" y="5731182"/>
                </a:lnTo>
                <a:lnTo>
                  <a:pt x="181635" y="5753538"/>
                </a:lnTo>
                <a:lnTo>
                  <a:pt x="169744" y="5796307"/>
                </a:lnTo>
                <a:lnTo>
                  <a:pt x="170351" y="5796644"/>
                </a:lnTo>
                <a:cubicBezTo>
                  <a:pt x="171558" y="5797954"/>
                  <a:pt x="172173" y="5799948"/>
                  <a:pt x="171559" y="5803435"/>
                </a:cubicBezTo>
                <a:cubicBezTo>
                  <a:pt x="182664" y="5798231"/>
                  <a:pt x="175075" y="5805646"/>
                  <a:pt x="172284" y="5816391"/>
                </a:cubicBezTo>
                <a:cubicBezTo>
                  <a:pt x="188911" y="5810703"/>
                  <a:pt x="174844" y="5841128"/>
                  <a:pt x="182542" y="5846382"/>
                </a:cubicBezTo>
                <a:cubicBezTo>
                  <a:pt x="180118" y="5854404"/>
                  <a:pt x="177856" y="5862781"/>
                  <a:pt x="175877" y="5871336"/>
                </a:cubicBezTo>
                <a:lnTo>
                  <a:pt x="174910" y="5876376"/>
                </a:lnTo>
                <a:lnTo>
                  <a:pt x="175047" y="5876483"/>
                </a:lnTo>
                <a:cubicBezTo>
                  <a:pt x="175167" y="5877594"/>
                  <a:pt x="174973" y="5879257"/>
                  <a:pt x="174335" y="5881814"/>
                </a:cubicBezTo>
                <a:lnTo>
                  <a:pt x="171273" y="5895339"/>
                </a:lnTo>
                <a:cubicBezTo>
                  <a:pt x="171401" y="5896476"/>
                  <a:pt x="171530" y="5897612"/>
                  <a:pt x="171658" y="5898749"/>
                </a:cubicBezTo>
                <a:lnTo>
                  <a:pt x="174658" y="5919558"/>
                </a:lnTo>
                <a:cubicBezTo>
                  <a:pt x="173958" y="5933601"/>
                  <a:pt x="171208" y="5962838"/>
                  <a:pt x="169099" y="5984417"/>
                </a:cubicBezTo>
                <a:cubicBezTo>
                  <a:pt x="162916" y="6005205"/>
                  <a:pt x="164971" y="6025162"/>
                  <a:pt x="162007" y="6049043"/>
                </a:cubicBezTo>
                <a:cubicBezTo>
                  <a:pt x="150795" y="6073830"/>
                  <a:pt x="160091" y="6088483"/>
                  <a:pt x="156875" y="6114000"/>
                </a:cubicBezTo>
                <a:cubicBezTo>
                  <a:pt x="141597" y="6134477"/>
                  <a:pt x="163381" y="6133378"/>
                  <a:pt x="165441" y="6146938"/>
                </a:cubicBezTo>
                <a:lnTo>
                  <a:pt x="165177" y="6150658"/>
                </a:lnTo>
                <a:lnTo>
                  <a:pt x="161772" y="6160011"/>
                </a:lnTo>
                <a:lnTo>
                  <a:pt x="160051" y="6163393"/>
                </a:lnTo>
                <a:cubicBezTo>
                  <a:pt x="159032" y="6165775"/>
                  <a:pt x="158564" y="6167421"/>
                  <a:pt x="158473" y="6168628"/>
                </a:cubicBezTo>
                <a:cubicBezTo>
                  <a:pt x="158506" y="6168685"/>
                  <a:pt x="158540" y="6168742"/>
                  <a:pt x="158573" y="6168799"/>
                </a:cubicBezTo>
                <a:lnTo>
                  <a:pt x="146463" y="6196671"/>
                </a:lnTo>
                <a:cubicBezTo>
                  <a:pt x="152348" y="6205503"/>
                  <a:pt x="134460" y="6231012"/>
                  <a:pt x="150209" y="6232365"/>
                </a:cubicBezTo>
                <a:cubicBezTo>
                  <a:pt x="145821" y="6242321"/>
                  <a:pt x="137774" y="6246719"/>
                  <a:pt x="148544" y="6246162"/>
                </a:cubicBezTo>
                <a:cubicBezTo>
                  <a:pt x="147378" y="6249522"/>
                  <a:pt x="147566" y="6251866"/>
                  <a:pt x="148403" y="6253754"/>
                </a:cubicBezTo>
                <a:lnTo>
                  <a:pt x="138880" y="6276449"/>
                </a:lnTo>
                <a:cubicBezTo>
                  <a:pt x="138814" y="6277540"/>
                  <a:pt x="138749" y="6278630"/>
                  <a:pt x="138683" y="6279721"/>
                </a:cubicBezTo>
                <a:lnTo>
                  <a:pt x="130721" y="6293675"/>
                </a:lnTo>
                <a:lnTo>
                  <a:pt x="120717" y="6313967"/>
                </a:lnTo>
                <a:cubicBezTo>
                  <a:pt x="120758" y="6314457"/>
                  <a:pt x="120800" y="6314947"/>
                  <a:pt x="120841" y="6315437"/>
                </a:cubicBezTo>
                <a:lnTo>
                  <a:pt x="115208" y="6324024"/>
                </a:lnTo>
                <a:cubicBezTo>
                  <a:pt x="113007" y="6326672"/>
                  <a:pt x="103991" y="6364381"/>
                  <a:pt x="101217" y="6365923"/>
                </a:cubicBezTo>
                <a:lnTo>
                  <a:pt x="74946" y="6556817"/>
                </a:lnTo>
                <a:cubicBezTo>
                  <a:pt x="55357" y="6665926"/>
                  <a:pt x="35695" y="6744075"/>
                  <a:pt x="16001" y="6808678"/>
                </a:cubicBezTo>
                <a:lnTo>
                  <a:pt x="0" y="6858000"/>
                </a:lnTo>
                <a:lnTo>
                  <a:pt x="5734864" y="6858000"/>
                </a:lnTo>
                <a:lnTo>
                  <a:pt x="5734864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1F20D5-5392-D0A3-2D08-6FF1429DE1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3408" y="992094"/>
            <a:ext cx="3616913" cy="279516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Use Case Diagram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23C61B-EB06-03AA-6E76-7AECFF089C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2" b="817"/>
          <a:stretch/>
        </p:blipFill>
        <p:spPr bwMode="auto">
          <a:xfrm>
            <a:off x="5895751" y="936121"/>
            <a:ext cx="5708649" cy="4955782"/>
          </a:xfrm>
          <a:prstGeom prst="rect">
            <a:avLst/>
          </a:prstGeom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41085650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3511B6-B218-D064-49CB-FF7F3ABF7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047" y="202100"/>
            <a:ext cx="9392421" cy="1330841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Activity Diagram</a:t>
            </a:r>
            <a:br>
              <a:rPr lang="en-US" dirty="0"/>
            </a:b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5835B3-2BDF-2C1D-97C9-5D52E66852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4" y="2198362"/>
            <a:ext cx="4958966" cy="3917773"/>
          </a:xfrm>
        </p:spPr>
        <p:txBody>
          <a:bodyPr>
            <a:normAutofit/>
          </a:bodyPr>
          <a:lstStyle/>
          <a:p>
            <a:endParaRPr lang="en-US" sz="2000"/>
          </a:p>
          <a:p>
            <a:endParaRPr lang="he-IL" sz="200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57AD25-553A-1DF3-4676-7957993C1A3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7101" y="1202334"/>
            <a:ext cx="7496311" cy="5453566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bg1"/>
            </a:outerShdw>
          </a:effectLst>
        </p:spPr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2642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89A6DA-DA2F-ADCD-8D60-B0EA9B09C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2" y="-2"/>
            <a:ext cx="9392421" cy="1330841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Class Diagram</a:t>
            </a:r>
            <a:endParaRPr lang="he-IL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B206849-DA00-EB08-11C8-7FC9E80F95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3461" y="1115711"/>
            <a:ext cx="7004835" cy="5376210"/>
          </a:xfrm>
          <a:prstGeom prst="rect">
            <a:avLst/>
          </a:prstGeom>
        </p:spPr>
      </p:pic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5913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9A36457-A5F4-4103-A443-02581C0918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A5CF486-D9E5-4A66-898A-F3D62B81B1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147" y="-5"/>
            <a:ext cx="12193149" cy="2200064"/>
          </a:xfrm>
          <a:custGeom>
            <a:avLst/>
            <a:gdLst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57107 w 12192001"/>
              <a:gd name="connsiteY22" fmla="*/ 792050 h 2344739"/>
              <a:gd name="connsiteX23" fmla="*/ 11810326 w 12192001"/>
              <a:gd name="connsiteY23" fmla="*/ 799074 h 2344739"/>
              <a:gd name="connsiteX24" fmla="*/ 11550277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57107 w 12192001"/>
              <a:gd name="connsiteY22" fmla="*/ 792050 h 2344739"/>
              <a:gd name="connsiteX23" fmla="*/ 11810326 w 12192001"/>
              <a:gd name="connsiteY23" fmla="*/ 799074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236" fmla="*/ 0 w 12192001"/>
              <a:gd name="connsiteY23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57107 w 12192001"/>
              <a:gd name="connsiteY22" fmla="*/ 792050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236" fmla="*/ 0 w 12192001"/>
              <a:gd name="connsiteY23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236" fmla="*/ 0 w 12192001"/>
              <a:gd name="connsiteY23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415912 w 12192001"/>
              <a:gd name="connsiteY26" fmla="*/ 1173869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415912 w 12192001"/>
              <a:gd name="connsiteY26" fmla="*/ 1173869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415912 w 12192001"/>
              <a:gd name="connsiteY26" fmla="*/ 1173869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522499 w 12192001"/>
              <a:gd name="connsiteY26" fmla="*/ 1207528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1207528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1207528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1207528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999965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37318 w 12192001"/>
              <a:gd name="connsiteY70" fmla="*/ 1920435 h 2344739"/>
              <a:gd name="connsiteX71" fmla="*/ 9113812 w 12192001"/>
              <a:gd name="connsiteY71" fmla="*/ 1919069 h 2344739"/>
              <a:gd name="connsiteX72" fmla="*/ 9053453 w 12192001"/>
              <a:gd name="connsiteY72" fmla="*/ 1910755 h 2344739"/>
              <a:gd name="connsiteX73" fmla="*/ 9005486 w 12192001"/>
              <a:gd name="connsiteY73" fmla="*/ 1914040 h 2344739"/>
              <a:gd name="connsiteX74" fmla="*/ 9005201 w 12192001"/>
              <a:gd name="connsiteY74" fmla="*/ 1913800 h 2344739"/>
              <a:gd name="connsiteX75" fmla="*/ 8996232 w 12192001"/>
              <a:gd name="connsiteY75" fmla="*/ 1915011 h 2344739"/>
              <a:gd name="connsiteX76" fmla="*/ 8990394 w 12192001"/>
              <a:gd name="connsiteY76" fmla="*/ 1917072 h 2344739"/>
              <a:gd name="connsiteX77" fmla="*/ 8974337 w 12192001"/>
              <a:gd name="connsiteY77" fmla="*/ 1920298 h 2344739"/>
              <a:gd name="connsiteX78" fmla="*/ 8968011 w 12192001"/>
              <a:gd name="connsiteY78" fmla="*/ 1919598 h 2344739"/>
              <a:gd name="connsiteX79" fmla="*/ 8963048 w 12192001"/>
              <a:gd name="connsiteY79" fmla="*/ 1917373 h 2344739"/>
              <a:gd name="connsiteX80" fmla="*/ 8928988 w 12192001"/>
              <a:gd name="connsiteY80" fmla="*/ 1914185 h 2344739"/>
              <a:gd name="connsiteX81" fmla="*/ 8752444 w 12192001"/>
              <a:gd name="connsiteY81" fmla="*/ 1933417 h 2344739"/>
              <a:gd name="connsiteX82" fmla="*/ 8707847 w 12192001"/>
              <a:gd name="connsiteY82" fmla="*/ 1935518 h 2344739"/>
              <a:gd name="connsiteX83" fmla="*/ 8596071 w 12192001"/>
              <a:gd name="connsiteY83" fmla="*/ 1944090 h 2344739"/>
              <a:gd name="connsiteX84" fmla="*/ 8525230 w 12192001"/>
              <a:gd name="connsiteY84" fmla="*/ 1929248 h 2344739"/>
              <a:gd name="connsiteX85" fmla="*/ 8510983 w 12192001"/>
              <a:gd name="connsiteY85" fmla="*/ 1935163 h 2344739"/>
              <a:gd name="connsiteX86" fmla="*/ 8506167 w 12192001"/>
              <a:gd name="connsiteY86" fmla="*/ 1938164 h 2344739"/>
              <a:gd name="connsiteX87" fmla="*/ 8497968 w 12192001"/>
              <a:gd name="connsiteY87" fmla="*/ 1940902 h 2344739"/>
              <a:gd name="connsiteX88" fmla="*/ 8497594 w 12192001"/>
              <a:gd name="connsiteY88" fmla="*/ 1940723 h 2344739"/>
              <a:gd name="connsiteX89" fmla="*/ 8490249 w 12192001"/>
              <a:gd name="connsiteY89" fmla="*/ 1943773 h 2344739"/>
              <a:gd name="connsiteX90" fmla="*/ 8367182 w 12192001"/>
              <a:gd name="connsiteY90" fmla="*/ 1957815 h 2344739"/>
              <a:gd name="connsiteX91" fmla="*/ 8353799 w 12192001"/>
              <a:gd name="connsiteY91" fmla="*/ 1958009 h 2344739"/>
              <a:gd name="connsiteX92" fmla="*/ 8352373 w 12192001"/>
              <a:gd name="connsiteY92" fmla="*/ 1957169 h 2344739"/>
              <a:gd name="connsiteX93" fmla="*/ 8320104 w 12192001"/>
              <a:gd name="connsiteY93" fmla="*/ 1974587 h 2344739"/>
              <a:gd name="connsiteX94" fmla="*/ 8314433 w 12192001"/>
              <a:gd name="connsiteY94" fmla="*/ 1974913 h 2344739"/>
              <a:gd name="connsiteX95" fmla="*/ 8295174 w 12192001"/>
              <a:gd name="connsiteY95" fmla="*/ 1988808 h 2344739"/>
              <a:gd name="connsiteX96" fmla="*/ 8284276 w 12192001"/>
              <a:gd name="connsiteY96" fmla="*/ 1994631 h 2344739"/>
              <a:gd name="connsiteX97" fmla="*/ 8283150 w 12192001"/>
              <a:gd name="connsiteY97" fmla="*/ 1999074 h 2344739"/>
              <a:gd name="connsiteX98" fmla="*/ 8266076 w 12192001"/>
              <a:gd name="connsiteY98" fmla="*/ 2006249 h 2344739"/>
              <a:gd name="connsiteX99" fmla="*/ 8263377 w 12192001"/>
              <a:gd name="connsiteY99" fmla="*/ 2006019 h 2344739"/>
              <a:gd name="connsiteX100" fmla="*/ 8252033 w 12192001"/>
              <a:gd name="connsiteY100" fmla="*/ 2015862 h 2344739"/>
              <a:gd name="connsiteX101" fmla="*/ 8245834 w 12192001"/>
              <a:gd name="connsiteY101" fmla="*/ 2028854 h 2344739"/>
              <a:gd name="connsiteX102" fmla="*/ 8090272 w 12192001"/>
              <a:gd name="connsiteY102" fmla="*/ 2075015 h 2344739"/>
              <a:gd name="connsiteX103" fmla="*/ 7905407 w 12192001"/>
              <a:gd name="connsiteY103" fmla="*/ 2116988 h 2344739"/>
              <a:gd name="connsiteX104" fmla="*/ 7718745 w 12192001"/>
              <a:gd name="connsiteY104" fmla="*/ 2142703 h 2344739"/>
              <a:gd name="connsiteX105" fmla="*/ 7614347 w 12192001"/>
              <a:gd name="connsiteY105" fmla="*/ 2139232 h 2344739"/>
              <a:gd name="connsiteX106" fmla="*/ 7527543 w 12192001"/>
              <a:gd name="connsiteY106" fmla="*/ 2145060 h 2344739"/>
              <a:gd name="connsiteX107" fmla="*/ 7519571 w 12192001"/>
              <a:gd name="connsiteY107" fmla="*/ 2147613 h 2344739"/>
              <a:gd name="connsiteX108" fmla="*/ 7507411 w 12192001"/>
              <a:gd name="connsiteY108" fmla="*/ 2148948 h 2344739"/>
              <a:gd name="connsiteX109" fmla="*/ 7507040 w 12192001"/>
              <a:gd name="connsiteY109" fmla="*/ 2148621 h 2344739"/>
              <a:gd name="connsiteX110" fmla="*/ 7495795 w 12192001"/>
              <a:gd name="connsiteY110" fmla="*/ 2150573 h 2344739"/>
              <a:gd name="connsiteX111" fmla="*/ 7405391 w 12192001"/>
              <a:gd name="connsiteY111" fmla="*/ 2142468 h 2344739"/>
              <a:gd name="connsiteX112" fmla="*/ 7312180 w 12192001"/>
              <a:gd name="connsiteY112" fmla="*/ 2132873 h 2344739"/>
              <a:gd name="connsiteX113" fmla="*/ 7310853 w 12192001"/>
              <a:gd name="connsiteY113" fmla="*/ 2131431 h 2344739"/>
              <a:gd name="connsiteX114" fmla="*/ 7218559 w 12192001"/>
              <a:gd name="connsiteY114" fmla="*/ 2156680 h 2344739"/>
              <a:gd name="connsiteX115" fmla="*/ 7201101 w 12192001"/>
              <a:gd name="connsiteY115" fmla="*/ 2161230 h 2344739"/>
              <a:gd name="connsiteX116" fmla="*/ 7197004 w 12192001"/>
              <a:gd name="connsiteY116" fmla="*/ 2166588 h 2344739"/>
              <a:gd name="connsiteX117" fmla="*/ 7170808 w 12192001"/>
              <a:gd name="connsiteY117" fmla="*/ 2171236 h 2344739"/>
              <a:gd name="connsiteX118" fmla="*/ 7096988 w 12192001"/>
              <a:gd name="connsiteY118" fmla="*/ 2183464 h 2344739"/>
              <a:gd name="connsiteX119" fmla="*/ 7018496 w 12192001"/>
              <a:gd name="connsiteY119" fmla="*/ 2183090 h 2344739"/>
              <a:gd name="connsiteX120" fmla="*/ 6904146 w 12192001"/>
              <a:gd name="connsiteY120" fmla="*/ 2212596 h 2344739"/>
              <a:gd name="connsiteX121" fmla="*/ 6708222 w 12192001"/>
              <a:gd name="connsiteY121" fmla="*/ 2240551 h 2344739"/>
              <a:gd name="connsiteX122" fmla="*/ 6549454 w 12192001"/>
              <a:gd name="connsiteY122" fmla="*/ 2269327 h 2344739"/>
              <a:gd name="connsiteX123" fmla="*/ 6317560 w 12192001"/>
              <a:gd name="connsiteY123" fmla="*/ 2316127 h 2344739"/>
              <a:gd name="connsiteX124" fmla="*/ 6168674 w 12192001"/>
              <a:gd name="connsiteY124" fmla="*/ 2318214 h 2344739"/>
              <a:gd name="connsiteX125" fmla="*/ 6073848 w 12192001"/>
              <a:gd name="connsiteY125" fmla="*/ 2338676 h 2344739"/>
              <a:gd name="connsiteX126" fmla="*/ 6068529 w 12192001"/>
              <a:gd name="connsiteY126" fmla="*/ 2337139 h 2344739"/>
              <a:gd name="connsiteX127" fmla="*/ 6048638 w 12192001"/>
              <a:gd name="connsiteY127" fmla="*/ 2337822 h 2344739"/>
              <a:gd name="connsiteX128" fmla="*/ 6041285 w 12192001"/>
              <a:gd name="connsiteY128" fmla="*/ 2329473 h 2344739"/>
              <a:gd name="connsiteX129" fmla="*/ 6010090 w 12192001"/>
              <a:gd name="connsiteY129" fmla="*/ 2324380 h 2344739"/>
              <a:gd name="connsiteX130" fmla="*/ 5957375 w 12192001"/>
              <a:gd name="connsiteY130" fmla="*/ 2328024 h 2344739"/>
              <a:gd name="connsiteX131" fmla="*/ 5758919 w 12192001"/>
              <a:gd name="connsiteY131" fmla="*/ 2343716 h 2344739"/>
              <a:gd name="connsiteX132" fmla="*/ 5626960 w 12192001"/>
              <a:gd name="connsiteY132" fmla="*/ 2344739 h 2344739"/>
              <a:gd name="connsiteX133" fmla="*/ 5470906 w 12192001"/>
              <a:gd name="connsiteY133" fmla="*/ 2330719 h 2344739"/>
              <a:gd name="connsiteX134" fmla="*/ 5432761 w 12192001"/>
              <a:gd name="connsiteY134" fmla="*/ 2319466 h 2344739"/>
              <a:gd name="connsiteX135" fmla="*/ 5381669 w 12192001"/>
              <a:gd name="connsiteY135" fmla="*/ 2301764 h 2344739"/>
              <a:gd name="connsiteX136" fmla="*/ 5261764 w 12192001"/>
              <a:gd name="connsiteY136" fmla="*/ 2281347 h 2344739"/>
              <a:gd name="connsiteX137" fmla="*/ 5222961 w 12192001"/>
              <a:gd name="connsiteY137" fmla="*/ 2270223 h 2344739"/>
              <a:gd name="connsiteX138" fmla="*/ 5174660 w 12192001"/>
              <a:gd name="connsiteY138" fmla="*/ 2267233 h 2344739"/>
              <a:gd name="connsiteX139" fmla="*/ 5156554 w 12192001"/>
              <a:gd name="connsiteY139" fmla="*/ 2260010 h 2344739"/>
              <a:gd name="connsiteX140" fmla="*/ 5142599 w 12192001"/>
              <a:gd name="connsiteY140" fmla="*/ 2256610 h 2344739"/>
              <a:gd name="connsiteX141" fmla="*/ 5139596 w 12192001"/>
              <a:gd name="connsiteY141" fmla="*/ 2254509 h 2344739"/>
              <a:gd name="connsiteX142" fmla="*/ 5121659 w 12192001"/>
              <a:gd name="connsiteY142" fmla="*/ 2243656 h 2344739"/>
              <a:gd name="connsiteX143" fmla="*/ 5065790 w 12192001"/>
              <a:gd name="connsiteY143" fmla="*/ 2250227 h 2344739"/>
              <a:gd name="connsiteX144" fmla="*/ 5011514 w 12192001"/>
              <a:gd name="connsiteY144" fmla="*/ 2233846 h 2344739"/>
              <a:gd name="connsiteX145" fmla="*/ 4840441 w 12192001"/>
              <a:gd name="connsiteY145" fmla="*/ 2209829 h 2344739"/>
              <a:gd name="connsiteX146" fmla="*/ 4762447 w 12192001"/>
              <a:gd name="connsiteY146" fmla="*/ 2182061 h 2344739"/>
              <a:gd name="connsiteX147" fmla="*/ 4723186 w 12192001"/>
              <a:gd name="connsiteY147" fmla="*/ 2173047 h 2344739"/>
              <a:gd name="connsiteX148" fmla="*/ 4721176 w 12192001"/>
              <a:gd name="connsiteY148" fmla="*/ 2172298 h 2344739"/>
              <a:gd name="connsiteX149" fmla="*/ 4722111 w 12192001"/>
              <a:gd name="connsiteY149" fmla="*/ 2172087 h 2344739"/>
              <a:gd name="connsiteX150" fmla="*/ 4717202 w 12192001"/>
              <a:gd name="connsiteY150" fmla="*/ 2170817 h 2344739"/>
              <a:gd name="connsiteX151" fmla="*/ 4721176 w 12192001"/>
              <a:gd name="connsiteY151" fmla="*/ 2172298 h 2344739"/>
              <a:gd name="connsiteX152" fmla="*/ 4715526 w 12192001"/>
              <a:gd name="connsiteY152" fmla="*/ 2173573 h 2344739"/>
              <a:gd name="connsiteX153" fmla="*/ 4515814 w 12192001"/>
              <a:gd name="connsiteY153" fmla="*/ 2163671 h 2344739"/>
              <a:gd name="connsiteX154" fmla="*/ 4428543 w 12192001"/>
              <a:gd name="connsiteY154" fmla="*/ 2153020 h 2344739"/>
              <a:gd name="connsiteX155" fmla="*/ 4362875 w 12192001"/>
              <a:gd name="connsiteY155" fmla="*/ 2151674 h 2344739"/>
              <a:gd name="connsiteX156" fmla="*/ 4316966 w 12192001"/>
              <a:gd name="connsiteY156" fmla="*/ 2158289 h 2344739"/>
              <a:gd name="connsiteX157" fmla="*/ 4315110 w 12192001"/>
              <a:gd name="connsiteY157" fmla="*/ 2156948 h 2344739"/>
              <a:gd name="connsiteX158" fmla="*/ 4295144 w 12192001"/>
              <a:gd name="connsiteY158" fmla="*/ 2155069 h 2344739"/>
              <a:gd name="connsiteX159" fmla="*/ 4290064 w 12192001"/>
              <a:gd name="connsiteY159" fmla="*/ 2157986 h 2344739"/>
              <a:gd name="connsiteX160" fmla="*/ 4276142 w 12192001"/>
              <a:gd name="connsiteY160" fmla="*/ 2157740 h 2344739"/>
              <a:gd name="connsiteX161" fmla="*/ 4248117 w 12192001"/>
              <a:gd name="connsiteY161" fmla="*/ 2160064 h 2344739"/>
              <a:gd name="connsiteX162" fmla="*/ 4202051 w 12192001"/>
              <a:gd name="connsiteY162" fmla="*/ 2157269 h 2344739"/>
              <a:gd name="connsiteX163" fmla="*/ 4201745 w 12192001"/>
              <a:gd name="connsiteY163" fmla="*/ 2156010 h 2344739"/>
              <a:gd name="connsiteX164" fmla="*/ 4191248 w 12192001"/>
              <a:gd name="connsiteY164" fmla="*/ 2150376 h 2344739"/>
              <a:gd name="connsiteX165" fmla="*/ 4142745 w 12192001"/>
              <a:gd name="connsiteY165" fmla="*/ 2134511 h 2344739"/>
              <a:gd name="connsiteX166" fmla="*/ 4083097 w 12192001"/>
              <a:gd name="connsiteY166" fmla="*/ 2107978 h 2344739"/>
              <a:gd name="connsiteX167" fmla="*/ 4074546 w 12192001"/>
              <a:gd name="connsiteY167" fmla="*/ 2107143 h 2344739"/>
              <a:gd name="connsiteX168" fmla="*/ 4074427 w 12192001"/>
              <a:gd name="connsiteY168" fmla="*/ 2106844 h 2344739"/>
              <a:gd name="connsiteX169" fmla="*/ 4065510 w 12192001"/>
              <a:gd name="connsiteY169" fmla="*/ 2105400 h 2344739"/>
              <a:gd name="connsiteX170" fmla="*/ 4058954 w 12192001"/>
              <a:gd name="connsiteY170" fmla="*/ 2105618 h 2344739"/>
              <a:gd name="connsiteX171" fmla="*/ 4042364 w 12192001"/>
              <a:gd name="connsiteY171" fmla="*/ 2103997 h 2344739"/>
              <a:gd name="connsiteX172" fmla="*/ 4036997 w 12192001"/>
              <a:gd name="connsiteY172" fmla="*/ 2101563 h 2344739"/>
              <a:gd name="connsiteX173" fmla="*/ 4035363 w 12192001"/>
              <a:gd name="connsiteY173" fmla="*/ 2097896 h 2344739"/>
              <a:gd name="connsiteX174" fmla="*/ 4033778 w 12192001"/>
              <a:gd name="connsiteY174" fmla="*/ 2098131 h 2344739"/>
              <a:gd name="connsiteX175" fmla="*/ 4004538 w 12192001"/>
              <a:gd name="connsiteY175" fmla="*/ 2085563 h 2344739"/>
              <a:gd name="connsiteX176" fmla="*/ 3936846 w 12192001"/>
              <a:gd name="connsiteY176" fmla="*/ 2068106 h 2344739"/>
              <a:gd name="connsiteX177" fmla="*/ 3897275 w 12192001"/>
              <a:gd name="connsiteY177" fmla="*/ 2062451 h 2344739"/>
              <a:gd name="connsiteX178" fmla="*/ 3789760 w 12192001"/>
              <a:gd name="connsiteY178" fmla="*/ 2042213 h 2344739"/>
              <a:gd name="connsiteX179" fmla="*/ 3682513 w 12192001"/>
              <a:gd name="connsiteY179" fmla="*/ 2018290 h 2344739"/>
              <a:gd name="connsiteX180" fmla="*/ 3610035 w 12192001"/>
              <a:gd name="connsiteY180" fmla="*/ 1986019 h 2344739"/>
              <a:gd name="connsiteX181" fmla="*/ 3603855 w 12192001"/>
              <a:gd name="connsiteY181" fmla="*/ 1987381 h 2344739"/>
              <a:gd name="connsiteX182" fmla="*/ 3594736 w 12192001"/>
              <a:gd name="connsiteY182" fmla="*/ 1987545 h 2344739"/>
              <a:gd name="connsiteX183" fmla="*/ 3594501 w 12192001"/>
              <a:gd name="connsiteY183" fmla="*/ 1987276 h 2344739"/>
              <a:gd name="connsiteX184" fmla="*/ 3585978 w 12192001"/>
              <a:gd name="connsiteY184" fmla="*/ 1987966 h 2344739"/>
              <a:gd name="connsiteX185" fmla="*/ 3536135 w 12192001"/>
              <a:gd name="connsiteY185" fmla="*/ 1978267 h 2344739"/>
              <a:gd name="connsiteX186" fmla="*/ 3473223 w 12192001"/>
              <a:gd name="connsiteY186" fmla="*/ 1974606 h 2344739"/>
              <a:gd name="connsiteX187" fmla="*/ 3400728 w 12192001"/>
              <a:gd name="connsiteY187" fmla="*/ 1962558 h 2344739"/>
              <a:gd name="connsiteX188" fmla="*/ 3363888 w 12192001"/>
              <a:gd name="connsiteY188" fmla="*/ 1979510 h 2344739"/>
              <a:gd name="connsiteX189" fmla="*/ 3344026 w 12192001"/>
              <a:gd name="connsiteY189" fmla="*/ 1981192 h 2344739"/>
              <a:gd name="connsiteX190" fmla="*/ 3341698 w 12192001"/>
              <a:gd name="connsiteY190" fmla="*/ 1980217 h 2344739"/>
              <a:gd name="connsiteX191" fmla="*/ 3262356 w 12192001"/>
              <a:gd name="connsiteY191" fmla="*/ 1986094 h 2344739"/>
              <a:gd name="connsiteX192" fmla="*/ 3142556 w 12192001"/>
              <a:gd name="connsiteY192" fmla="*/ 1993869 h 2344739"/>
              <a:gd name="connsiteX193" fmla="*/ 3030291 w 12192001"/>
              <a:gd name="connsiteY193" fmla="*/ 1996512 h 2344739"/>
              <a:gd name="connsiteX194" fmla="*/ 2781569 w 12192001"/>
              <a:gd name="connsiteY194" fmla="*/ 2018333 h 2344739"/>
              <a:gd name="connsiteX195" fmla="*/ 2646527 w 12192001"/>
              <a:gd name="connsiteY195" fmla="*/ 2028869 h 2344739"/>
              <a:gd name="connsiteX196" fmla="*/ 2568028 w 12192001"/>
              <a:gd name="connsiteY196" fmla="*/ 2002628 h 2344739"/>
              <a:gd name="connsiteX197" fmla="*/ 2443255 w 12192001"/>
              <a:gd name="connsiteY197" fmla="*/ 2016529 h 2344739"/>
              <a:gd name="connsiteX198" fmla="*/ 2315112 w 12192001"/>
              <a:gd name="connsiteY198" fmla="*/ 2024996 h 2344739"/>
              <a:gd name="connsiteX199" fmla="*/ 2208578 w 12192001"/>
              <a:gd name="connsiteY199" fmla="*/ 2019763 h 2344739"/>
              <a:gd name="connsiteX200" fmla="*/ 2094665 w 12192001"/>
              <a:gd name="connsiteY200" fmla="*/ 2003052 h 2344739"/>
              <a:gd name="connsiteX201" fmla="*/ 1997356 w 12192001"/>
              <a:gd name="connsiteY201" fmla="*/ 1995032 h 2344739"/>
              <a:gd name="connsiteX202" fmla="*/ 1928172 w 12192001"/>
              <a:gd name="connsiteY202" fmla="*/ 2016977 h 2344739"/>
              <a:gd name="connsiteX203" fmla="*/ 1921650 w 12192001"/>
              <a:gd name="connsiteY203" fmla="*/ 2012146 h 2344739"/>
              <a:gd name="connsiteX204" fmla="*/ 1873080 w 12192001"/>
              <a:gd name="connsiteY204" fmla="*/ 2013741 h 2344739"/>
              <a:gd name="connsiteX205" fmla="*/ 1786655 w 12192001"/>
              <a:gd name="connsiteY205" fmla="*/ 2041363 h 2344739"/>
              <a:gd name="connsiteX206" fmla="*/ 1738204 w 12192001"/>
              <a:gd name="connsiteY206" fmla="*/ 2036312 h 2344739"/>
              <a:gd name="connsiteX207" fmla="*/ 1675071 w 12192001"/>
              <a:gd name="connsiteY207" fmla="*/ 2019963 h 2344739"/>
              <a:gd name="connsiteX208" fmla="*/ 1608669 w 12192001"/>
              <a:gd name="connsiteY208" fmla="*/ 2013066 h 2344739"/>
              <a:gd name="connsiteX209" fmla="*/ 1496110 w 12192001"/>
              <a:gd name="connsiteY209" fmla="*/ 1987476 h 2344739"/>
              <a:gd name="connsiteX210" fmla="*/ 1149979 w 12192001"/>
              <a:gd name="connsiteY210" fmla="*/ 1938041 h 2344739"/>
              <a:gd name="connsiteX211" fmla="*/ 858269 w 12192001"/>
              <a:gd name="connsiteY211" fmla="*/ 1928608 h 2344739"/>
              <a:gd name="connsiteX212" fmla="*/ 837540 w 12192001"/>
              <a:gd name="connsiteY212" fmla="*/ 1929821 h 2344739"/>
              <a:gd name="connsiteX213" fmla="*/ 816809 w 12192001"/>
              <a:gd name="connsiteY213" fmla="*/ 1927857 h 2344739"/>
              <a:gd name="connsiteX214" fmla="*/ 811506 w 12192001"/>
              <a:gd name="connsiteY214" fmla="*/ 1930751 h 2344739"/>
              <a:gd name="connsiteX215" fmla="*/ 797041 w 12192001"/>
              <a:gd name="connsiteY215" fmla="*/ 1930446 h 2344739"/>
              <a:gd name="connsiteX216" fmla="*/ 767901 w 12192001"/>
              <a:gd name="connsiteY216" fmla="*/ 1932653 h 2344739"/>
              <a:gd name="connsiteX217" fmla="*/ 763053 w 12192001"/>
              <a:gd name="connsiteY217" fmla="*/ 1930432 h 2344739"/>
              <a:gd name="connsiteX218" fmla="*/ 720047 w 12192001"/>
              <a:gd name="connsiteY218" fmla="*/ 1929661 h 2344739"/>
              <a:gd name="connsiteX219" fmla="*/ 719742 w 12192001"/>
              <a:gd name="connsiteY219" fmla="*/ 1928399 h 2344739"/>
              <a:gd name="connsiteX220" fmla="*/ 708875 w 12192001"/>
              <a:gd name="connsiteY220" fmla="*/ 1922722 h 2344739"/>
              <a:gd name="connsiteX221" fmla="*/ 596792 w 12192001"/>
              <a:gd name="connsiteY221" fmla="*/ 1879864 h 2344739"/>
              <a:gd name="connsiteX222" fmla="*/ 578535 w 12192001"/>
              <a:gd name="connsiteY222" fmla="*/ 1877212 h 2344739"/>
              <a:gd name="connsiteX223" fmla="*/ 571717 w 12192001"/>
              <a:gd name="connsiteY223" fmla="*/ 1877401 h 2344739"/>
              <a:gd name="connsiteX224" fmla="*/ 445099 w 12192001"/>
              <a:gd name="connsiteY224" fmla="*/ 1839371 h 2344739"/>
              <a:gd name="connsiteX225" fmla="*/ 404015 w 12192001"/>
              <a:gd name="connsiteY225" fmla="*/ 1833548 h 2344739"/>
              <a:gd name="connsiteX226" fmla="*/ 292435 w 12192001"/>
              <a:gd name="connsiteY226" fmla="*/ 1812852 h 2344739"/>
              <a:gd name="connsiteX227" fmla="*/ 118381 w 12192001"/>
              <a:gd name="connsiteY227" fmla="*/ 1761047 h 2344739"/>
              <a:gd name="connsiteX228" fmla="*/ 15526 w 12192001"/>
              <a:gd name="connsiteY228" fmla="*/ 1758191 h 2344739"/>
              <a:gd name="connsiteX229" fmla="*/ 2 w 12192001"/>
              <a:gd name="connsiteY229" fmla="*/ 1752722 h 2344739"/>
              <a:gd name="connsiteX230" fmla="*/ 1 w 12192001"/>
              <a:gd name="connsiteY230" fmla="*/ 762497 h 2344739"/>
              <a:gd name="connsiteX231" fmla="*/ 0 w 12192001"/>
              <a:gd name="connsiteY231" fmla="*/ 762497 h 2344739"/>
              <a:gd name="connsiteX232" fmla="*/ 0 w 12192001"/>
              <a:gd name="connsiteY232" fmla="*/ 222213 h 2344739"/>
              <a:gd name="connsiteX233" fmla="*/ 0 w 12192001"/>
              <a:gd name="connsiteY233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13812 w 12192001"/>
              <a:gd name="connsiteY70" fmla="*/ 1919069 h 2344739"/>
              <a:gd name="connsiteX71" fmla="*/ 9053453 w 12192001"/>
              <a:gd name="connsiteY71" fmla="*/ 1910755 h 2344739"/>
              <a:gd name="connsiteX72" fmla="*/ 9005486 w 12192001"/>
              <a:gd name="connsiteY72" fmla="*/ 1914040 h 2344739"/>
              <a:gd name="connsiteX73" fmla="*/ 9005201 w 12192001"/>
              <a:gd name="connsiteY73" fmla="*/ 1913800 h 2344739"/>
              <a:gd name="connsiteX74" fmla="*/ 8996232 w 12192001"/>
              <a:gd name="connsiteY74" fmla="*/ 1915011 h 2344739"/>
              <a:gd name="connsiteX75" fmla="*/ 8990394 w 12192001"/>
              <a:gd name="connsiteY75" fmla="*/ 1917072 h 2344739"/>
              <a:gd name="connsiteX76" fmla="*/ 8974337 w 12192001"/>
              <a:gd name="connsiteY76" fmla="*/ 1920298 h 2344739"/>
              <a:gd name="connsiteX77" fmla="*/ 8968011 w 12192001"/>
              <a:gd name="connsiteY77" fmla="*/ 1919598 h 2344739"/>
              <a:gd name="connsiteX78" fmla="*/ 8963048 w 12192001"/>
              <a:gd name="connsiteY78" fmla="*/ 1917373 h 2344739"/>
              <a:gd name="connsiteX79" fmla="*/ 8928988 w 12192001"/>
              <a:gd name="connsiteY79" fmla="*/ 1914185 h 2344739"/>
              <a:gd name="connsiteX80" fmla="*/ 8752444 w 12192001"/>
              <a:gd name="connsiteY80" fmla="*/ 1933417 h 2344739"/>
              <a:gd name="connsiteX81" fmla="*/ 8707847 w 12192001"/>
              <a:gd name="connsiteY81" fmla="*/ 1935518 h 2344739"/>
              <a:gd name="connsiteX82" fmla="*/ 8596071 w 12192001"/>
              <a:gd name="connsiteY82" fmla="*/ 1944090 h 2344739"/>
              <a:gd name="connsiteX83" fmla="*/ 8525230 w 12192001"/>
              <a:gd name="connsiteY83" fmla="*/ 1929248 h 2344739"/>
              <a:gd name="connsiteX84" fmla="*/ 8510983 w 12192001"/>
              <a:gd name="connsiteY84" fmla="*/ 1935163 h 2344739"/>
              <a:gd name="connsiteX85" fmla="*/ 8506167 w 12192001"/>
              <a:gd name="connsiteY85" fmla="*/ 1938164 h 2344739"/>
              <a:gd name="connsiteX86" fmla="*/ 8497968 w 12192001"/>
              <a:gd name="connsiteY86" fmla="*/ 1940902 h 2344739"/>
              <a:gd name="connsiteX87" fmla="*/ 8497594 w 12192001"/>
              <a:gd name="connsiteY87" fmla="*/ 1940723 h 2344739"/>
              <a:gd name="connsiteX88" fmla="*/ 8490249 w 12192001"/>
              <a:gd name="connsiteY88" fmla="*/ 1943773 h 2344739"/>
              <a:gd name="connsiteX89" fmla="*/ 8367182 w 12192001"/>
              <a:gd name="connsiteY89" fmla="*/ 1957815 h 2344739"/>
              <a:gd name="connsiteX90" fmla="*/ 8353799 w 12192001"/>
              <a:gd name="connsiteY90" fmla="*/ 1958009 h 2344739"/>
              <a:gd name="connsiteX91" fmla="*/ 8352373 w 12192001"/>
              <a:gd name="connsiteY91" fmla="*/ 1957169 h 2344739"/>
              <a:gd name="connsiteX92" fmla="*/ 8320104 w 12192001"/>
              <a:gd name="connsiteY92" fmla="*/ 1974587 h 2344739"/>
              <a:gd name="connsiteX93" fmla="*/ 8314433 w 12192001"/>
              <a:gd name="connsiteY93" fmla="*/ 1974913 h 2344739"/>
              <a:gd name="connsiteX94" fmla="*/ 8295174 w 12192001"/>
              <a:gd name="connsiteY94" fmla="*/ 1988808 h 2344739"/>
              <a:gd name="connsiteX95" fmla="*/ 8284276 w 12192001"/>
              <a:gd name="connsiteY95" fmla="*/ 1994631 h 2344739"/>
              <a:gd name="connsiteX96" fmla="*/ 8283150 w 12192001"/>
              <a:gd name="connsiteY96" fmla="*/ 1999074 h 2344739"/>
              <a:gd name="connsiteX97" fmla="*/ 8266076 w 12192001"/>
              <a:gd name="connsiteY97" fmla="*/ 2006249 h 2344739"/>
              <a:gd name="connsiteX98" fmla="*/ 8263377 w 12192001"/>
              <a:gd name="connsiteY98" fmla="*/ 2006019 h 2344739"/>
              <a:gd name="connsiteX99" fmla="*/ 8252033 w 12192001"/>
              <a:gd name="connsiteY99" fmla="*/ 2015862 h 2344739"/>
              <a:gd name="connsiteX100" fmla="*/ 8245834 w 12192001"/>
              <a:gd name="connsiteY100" fmla="*/ 2028854 h 2344739"/>
              <a:gd name="connsiteX101" fmla="*/ 8090272 w 12192001"/>
              <a:gd name="connsiteY101" fmla="*/ 2075015 h 2344739"/>
              <a:gd name="connsiteX102" fmla="*/ 7905407 w 12192001"/>
              <a:gd name="connsiteY102" fmla="*/ 2116988 h 2344739"/>
              <a:gd name="connsiteX103" fmla="*/ 7718745 w 12192001"/>
              <a:gd name="connsiteY103" fmla="*/ 2142703 h 2344739"/>
              <a:gd name="connsiteX104" fmla="*/ 7614347 w 12192001"/>
              <a:gd name="connsiteY104" fmla="*/ 2139232 h 2344739"/>
              <a:gd name="connsiteX105" fmla="*/ 7527543 w 12192001"/>
              <a:gd name="connsiteY105" fmla="*/ 2145060 h 2344739"/>
              <a:gd name="connsiteX106" fmla="*/ 7519571 w 12192001"/>
              <a:gd name="connsiteY106" fmla="*/ 2147613 h 2344739"/>
              <a:gd name="connsiteX107" fmla="*/ 7507411 w 12192001"/>
              <a:gd name="connsiteY107" fmla="*/ 2148948 h 2344739"/>
              <a:gd name="connsiteX108" fmla="*/ 7507040 w 12192001"/>
              <a:gd name="connsiteY108" fmla="*/ 2148621 h 2344739"/>
              <a:gd name="connsiteX109" fmla="*/ 7495795 w 12192001"/>
              <a:gd name="connsiteY109" fmla="*/ 2150573 h 2344739"/>
              <a:gd name="connsiteX110" fmla="*/ 7405391 w 12192001"/>
              <a:gd name="connsiteY110" fmla="*/ 2142468 h 2344739"/>
              <a:gd name="connsiteX111" fmla="*/ 7312180 w 12192001"/>
              <a:gd name="connsiteY111" fmla="*/ 2132873 h 2344739"/>
              <a:gd name="connsiteX112" fmla="*/ 7310853 w 12192001"/>
              <a:gd name="connsiteY112" fmla="*/ 2131431 h 2344739"/>
              <a:gd name="connsiteX113" fmla="*/ 7218559 w 12192001"/>
              <a:gd name="connsiteY113" fmla="*/ 2156680 h 2344739"/>
              <a:gd name="connsiteX114" fmla="*/ 7201101 w 12192001"/>
              <a:gd name="connsiteY114" fmla="*/ 2161230 h 2344739"/>
              <a:gd name="connsiteX115" fmla="*/ 7197004 w 12192001"/>
              <a:gd name="connsiteY115" fmla="*/ 2166588 h 2344739"/>
              <a:gd name="connsiteX116" fmla="*/ 7170808 w 12192001"/>
              <a:gd name="connsiteY116" fmla="*/ 2171236 h 2344739"/>
              <a:gd name="connsiteX117" fmla="*/ 7096988 w 12192001"/>
              <a:gd name="connsiteY117" fmla="*/ 2183464 h 2344739"/>
              <a:gd name="connsiteX118" fmla="*/ 7018496 w 12192001"/>
              <a:gd name="connsiteY118" fmla="*/ 2183090 h 2344739"/>
              <a:gd name="connsiteX119" fmla="*/ 6904146 w 12192001"/>
              <a:gd name="connsiteY119" fmla="*/ 2212596 h 2344739"/>
              <a:gd name="connsiteX120" fmla="*/ 6708222 w 12192001"/>
              <a:gd name="connsiteY120" fmla="*/ 2240551 h 2344739"/>
              <a:gd name="connsiteX121" fmla="*/ 6549454 w 12192001"/>
              <a:gd name="connsiteY121" fmla="*/ 2269327 h 2344739"/>
              <a:gd name="connsiteX122" fmla="*/ 6317560 w 12192001"/>
              <a:gd name="connsiteY122" fmla="*/ 2316127 h 2344739"/>
              <a:gd name="connsiteX123" fmla="*/ 6168674 w 12192001"/>
              <a:gd name="connsiteY123" fmla="*/ 2318214 h 2344739"/>
              <a:gd name="connsiteX124" fmla="*/ 6073848 w 12192001"/>
              <a:gd name="connsiteY124" fmla="*/ 2338676 h 2344739"/>
              <a:gd name="connsiteX125" fmla="*/ 6068529 w 12192001"/>
              <a:gd name="connsiteY125" fmla="*/ 2337139 h 2344739"/>
              <a:gd name="connsiteX126" fmla="*/ 6048638 w 12192001"/>
              <a:gd name="connsiteY126" fmla="*/ 2337822 h 2344739"/>
              <a:gd name="connsiteX127" fmla="*/ 6041285 w 12192001"/>
              <a:gd name="connsiteY127" fmla="*/ 2329473 h 2344739"/>
              <a:gd name="connsiteX128" fmla="*/ 6010090 w 12192001"/>
              <a:gd name="connsiteY128" fmla="*/ 2324380 h 2344739"/>
              <a:gd name="connsiteX129" fmla="*/ 5957375 w 12192001"/>
              <a:gd name="connsiteY129" fmla="*/ 2328024 h 2344739"/>
              <a:gd name="connsiteX130" fmla="*/ 5758919 w 12192001"/>
              <a:gd name="connsiteY130" fmla="*/ 2343716 h 2344739"/>
              <a:gd name="connsiteX131" fmla="*/ 5626960 w 12192001"/>
              <a:gd name="connsiteY131" fmla="*/ 2344739 h 2344739"/>
              <a:gd name="connsiteX132" fmla="*/ 5470906 w 12192001"/>
              <a:gd name="connsiteY132" fmla="*/ 2330719 h 2344739"/>
              <a:gd name="connsiteX133" fmla="*/ 5432761 w 12192001"/>
              <a:gd name="connsiteY133" fmla="*/ 2319466 h 2344739"/>
              <a:gd name="connsiteX134" fmla="*/ 5381669 w 12192001"/>
              <a:gd name="connsiteY134" fmla="*/ 2301764 h 2344739"/>
              <a:gd name="connsiteX135" fmla="*/ 5261764 w 12192001"/>
              <a:gd name="connsiteY135" fmla="*/ 2281347 h 2344739"/>
              <a:gd name="connsiteX136" fmla="*/ 5222961 w 12192001"/>
              <a:gd name="connsiteY136" fmla="*/ 2270223 h 2344739"/>
              <a:gd name="connsiteX137" fmla="*/ 5174660 w 12192001"/>
              <a:gd name="connsiteY137" fmla="*/ 2267233 h 2344739"/>
              <a:gd name="connsiteX138" fmla="*/ 5156554 w 12192001"/>
              <a:gd name="connsiteY138" fmla="*/ 2260010 h 2344739"/>
              <a:gd name="connsiteX139" fmla="*/ 5142599 w 12192001"/>
              <a:gd name="connsiteY139" fmla="*/ 2256610 h 2344739"/>
              <a:gd name="connsiteX140" fmla="*/ 5139596 w 12192001"/>
              <a:gd name="connsiteY140" fmla="*/ 2254509 h 2344739"/>
              <a:gd name="connsiteX141" fmla="*/ 5121659 w 12192001"/>
              <a:gd name="connsiteY141" fmla="*/ 2243656 h 2344739"/>
              <a:gd name="connsiteX142" fmla="*/ 5065790 w 12192001"/>
              <a:gd name="connsiteY142" fmla="*/ 2250227 h 2344739"/>
              <a:gd name="connsiteX143" fmla="*/ 5011514 w 12192001"/>
              <a:gd name="connsiteY143" fmla="*/ 2233846 h 2344739"/>
              <a:gd name="connsiteX144" fmla="*/ 4840441 w 12192001"/>
              <a:gd name="connsiteY144" fmla="*/ 2209829 h 2344739"/>
              <a:gd name="connsiteX145" fmla="*/ 4762447 w 12192001"/>
              <a:gd name="connsiteY145" fmla="*/ 2182061 h 2344739"/>
              <a:gd name="connsiteX146" fmla="*/ 4723186 w 12192001"/>
              <a:gd name="connsiteY146" fmla="*/ 2173047 h 2344739"/>
              <a:gd name="connsiteX147" fmla="*/ 4721176 w 12192001"/>
              <a:gd name="connsiteY147" fmla="*/ 2172298 h 2344739"/>
              <a:gd name="connsiteX148" fmla="*/ 4722111 w 12192001"/>
              <a:gd name="connsiteY148" fmla="*/ 2172087 h 2344739"/>
              <a:gd name="connsiteX149" fmla="*/ 4717202 w 12192001"/>
              <a:gd name="connsiteY149" fmla="*/ 2170817 h 2344739"/>
              <a:gd name="connsiteX150" fmla="*/ 4721176 w 12192001"/>
              <a:gd name="connsiteY150" fmla="*/ 2172298 h 2344739"/>
              <a:gd name="connsiteX151" fmla="*/ 4715526 w 12192001"/>
              <a:gd name="connsiteY151" fmla="*/ 2173573 h 2344739"/>
              <a:gd name="connsiteX152" fmla="*/ 4515814 w 12192001"/>
              <a:gd name="connsiteY152" fmla="*/ 2163671 h 2344739"/>
              <a:gd name="connsiteX153" fmla="*/ 4428543 w 12192001"/>
              <a:gd name="connsiteY153" fmla="*/ 2153020 h 2344739"/>
              <a:gd name="connsiteX154" fmla="*/ 4362875 w 12192001"/>
              <a:gd name="connsiteY154" fmla="*/ 2151674 h 2344739"/>
              <a:gd name="connsiteX155" fmla="*/ 4316966 w 12192001"/>
              <a:gd name="connsiteY155" fmla="*/ 2158289 h 2344739"/>
              <a:gd name="connsiteX156" fmla="*/ 4315110 w 12192001"/>
              <a:gd name="connsiteY156" fmla="*/ 2156948 h 2344739"/>
              <a:gd name="connsiteX157" fmla="*/ 4295144 w 12192001"/>
              <a:gd name="connsiteY157" fmla="*/ 2155069 h 2344739"/>
              <a:gd name="connsiteX158" fmla="*/ 4290064 w 12192001"/>
              <a:gd name="connsiteY158" fmla="*/ 2157986 h 2344739"/>
              <a:gd name="connsiteX159" fmla="*/ 4276142 w 12192001"/>
              <a:gd name="connsiteY159" fmla="*/ 2157740 h 2344739"/>
              <a:gd name="connsiteX160" fmla="*/ 4248117 w 12192001"/>
              <a:gd name="connsiteY160" fmla="*/ 2160064 h 2344739"/>
              <a:gd name="connsiteX161" fmla="*/ 4202051 w 12192001"/>
              <a:gd name="connsiteY161" fmla="*/ 2157269 h 2344739"/>
              <a:gd name="connsiteX162" fmla="*/ 4201745 w 12192001"/>
              <a:gd name="connsiteY162" fmla="*/ 2156010 h 2344739"/>
              <a:gd name="connsiteX163" fmla="*/ 4191248 w 12192001"/>
              <a:gd name="connsiteY163" fmla="*/ 2150376 h 2344739"/>
              <a:gd name="connsiteX164" fmla="*/ 4142745 w 12192001"/>
              <a:gd name="connsiteY164" fmla="*/ 2134511 h 2344739"/>
              <a:gd name="connsiteX165" fmla="*/ 4083097 w 12192001"/>
              <a:gd name="connsiteY165" fmla="*/ 2107978 h 2344739"/>
              <a:gd name="connsiteX166" fmla="*/ 4074546 w 12192001"/>
              <a:gd name="connsiteY166" fmla="*/ 2107143 h 2344739"/>
              <a:gd name="connsiteX167" fmla="*/ 4074427 w 12192001"/>
              <a:gd name="connsiteY167" fmla="*/ 2106844 h 2344739"/>
              <a:gd name="connsiteX168" fmla="*/ 4065510 w 12192001"/>
              <a:gd name="connsiteY168" fmla="*/ 2105400 h 2344739"/>
              <a:gd name="connsiteX169" fmla="*/ 4058954 w 12192001"/>
              <a:gd name="connsiteY169" fmla="*/ 2105618 h 2344739"/>
              <a:gd name="connsiteX170" fmla="*/ 4042364 w 12192001"/>
              <a:gd name="connsiteY170" fmla="*/ 2103997 h 2344739"/>
              <a:gd name="connsiteX171" fmla="*/ 4036997 w 12192001"/>
              <a:gd name="connsiteY171" fmla="*/ 2101563 h 2344739"/>
              <a:gd name="connsiteX172" fmla="*/ 4035363 w 12192001"/>
              <a:gd name="connsiteY172" fmla="*/ 2097896 h 2344739"/>
              <a:gd name="connsiteX173" fmla="*/ 4033778 w 12192001"/>
              <a:gd name="connsiteY173" fmla="*/ 2098131 h 2344739"/>
              <a:gd name="connsiteX174" fmla="*/ 4004538 w 12192001"/>
              <a:gd name="connsiteY174" fmla="*/ 2085563 h 2344739"/>
              <a:gd name="connsiteX175" fmla="*/ 3936846 w 12192001"/>
              <a:gd name="connsiteY175" fmla="*/ 2068106 h 2344739"/>
              <a:gd name="connsiteX176" fmla="*/ 3897275 w 12192001"/>
              <a:gd name="connsiteY176" fmla="*/ 2062451 h 2344739"/>
              <a:gd name="connsiteX177" fmla="*/ 3789760 w 12192001"/>
              <a:gd name="connsiteY177" fmla="*/ 2042213 h 2344739"/>
              <a:gd name="connsiteX178" fmla="*/ 3682513 w 12192001"/>
              <a:gd name="connsiteY178" fmla="*/ 2018290 h 2344739"/>
              <a:gd name="connsiteX179" fmla="*/ 3610035 w 12192001"/>
              <a:gd name="connsiteY179" fmla="*/ 1986019 h 2344739"/>
              <a:gd name="connsiteX180" fmla="*/ 3603855 w 12192001"/>
              <a:gd name="connsiteY180" fmla="*/ 1987381 h 2344739"/>
              <a:gd name="connsiteX181" fmla="*/ 3594736 w 12192001"/>
              <a:gd name="connsiteY181" fmla="*/ 1987545 h 2344739"/>
              <a:gd name="connsiteX182" fmla="*/ 3594501 w 12192001"/>
              <a:gd name="connsiteY182" fmla="*/ 1987276 h 2344739"/>
              <a:gd name="connsiteX183" fmla="*/ 3585978 w 12192001"/>
              <a:gd name="connsiteY183" fmla="*/ 1987966 h 2344739"/>
              <a:gd name="connsiteX184" fmla="*/ 3536135 w 12192001"/>
              <a:gd name="connsiteY184" fmla="*/ 1978267 h 2344739"/>
              <a:gd name="connsiteX185" fmla="*/ 3473223 w 12192001"/>
              <a:gd name="connsiteY185" fmla="*/ 1974606 h 2344739"/>
              <a:gd name="connsiteX186" fmla="*/ 3400728 w 12192001"/>
              <a:gd name="connsiteY186" fmla="*/ 1962558 h 2344739"/>
              <a:gd name="connsiteX187" fmla="*/ 3363888 w 12192001"/>
              <a:gd name="connsiteY187" fmla="*/ 1979510 h 2344739"/>
              <a:gd name="connsiteX188" fmla="*/ 3344026 w 12192001"/>
              <a:gd name="connsiteY188" fmla="*/ 1981192 h 2344739"/>
              <a:gd name="connsiteX189" fmla="*/ 3341698 w 12192001"/>
              <a:gd name="connsiteY189" fmla="*/ 1980217 h 2344739"/>
              <a:gd name="connsiteX190" fmla="*/ 3262356 w 12192001"/>
              <a:gd name="connsiteY190" fmla="*/ 1986094 h 2344739"/>
              <a:gd name="connsiteX191" fmla="*/ 3142556 w 12192001"/>
              <a:gd name="connsiteY191" fmla="*/ 1993869 h 2344739"/>
              <a:gd name="connsiteX192" fmla="*/ 3030291 w 12192001"/>
              <a:gd name="connsiteY192" fmla="*/ 1996512 h 2344739"/>
              <a:gd name="connsiteX193" fmla="*/ 2781569 w 12192001"/>
              <a:gd name="connsiteY193" fmla="*/ 2018333 h 2344739"/>
              <a:gd name="connsiteX194" fmla="*/ 2646527 w 12192001"/>
              <a:gd name="connsiteY194" fmla="*/ 2028869 h 2344739"/>
              <a:gd name="connsiteX195" fmla="*/ 2568028 w 12192001"/>
              <a:gd name="connsiteY195" fmla="*/ 2002628 h 2344739"/>
              <a:gd name="connsiteX196" fmla="*/ 2443255 w 12192001"/>
              <a:gd name="connsiteY196" fmla="*/ 2016529 h 2344739"/>
              <a:gd name="connsiteX197" fmla="*/ 2315112 w 12192001"/>
              <a:gd name="connsiteY197" fmla="*/ 2024996 h 2344739"/>
              <a:gd name="connsiteX198" fmla="*/ 2208578 w 12192001"/>
              <a:gd name="connsiteY198" fmla="*/ 2019763 h 2344739"/>
              <a:gd name="connsiteX199" fmla="*/ 2094665 w 12192001"/>
              <a:gd name="connsiteY199" fmla="*/ 2003052 h 2344739"/>
              <a:gd name="connsiteX200" fmla="*/ 1997356 w 12192001"/>
              <a:gd name="connsiteY200" fmla="*/ 1995032 h 2344739"/>
              <a:gd name="connsiteX201" fmla="*/ 1928172 w 12192001"/>
              <a:gd name="connsiteY201" fmla="*/ 2016977 h 2344739"/>
              <a:gd name="connsiteX202" fmla="*/ 1921650 w 12192001"/>
              <a:gd name="connsiteY202" fmla="*/ 2012146 h 2344739"/>
              <a:gd name="connsiteX203" fmla="*/ 1873080 w 12192001"/>
              <a:gd name="connsiteY203" fmla="*/ 2013741 h 2344739"/>
              <a:gd name="connsiteX204" fmla="*/ 1786655 w 12192001"/>
              <a:gd name="connsiteY204" fmla="*/ 2041363 h 2344739"/>
              <a:gd name="connsiteX205" fmla="*/ 1738204 w 12192001"/>
              <a:gd name="connsiteY205" fmla="*/ 2036312 h 2344739"/>
              <a:gd name="connsiteX206" fmla="*/ 1675071 w 12192001"/>
              <a:gd name="connsiteY206" fmla="*/ 2019963 h 2344739"/>
              <a:gd name="connsiteX207" fmla="*/ 1608669 w 12192001"/>
              <a:gd name="connsiteY207" fmla="*/ 2013066 h 2344739"/>
              <a:gd name="connsiteX208" fmla="*/ 1496110 w 12192001"/>
              <a:gd name="connsiteY208" fmla="*/ 1987476 h 2344739"/>
              <a:gd name="connsiteX209" fmla="*/ 1149979 w 12192001"/>
              <a:gd name="connsiteY209" fmla="*/ 1938041 h 2344739"/>
              <a:gd name="connsiteX210" fmla="*/ 858269 w 12192001"/>
              <a:gd name="connsiteY210" fmla="*/ 1928608 h 2344739"/>
              <a:gd name="connsiteX211" fmla="*/ 837540 w 12192001"/>
              <a:gd name="connsiteY211" fmla="*/ 1929821 h 2344739"/>
              <a:gd name="connsiteX212" fmla="*/ 816809 w 12192001"/>
              <a:gd name="connsiteY212" fmla="*/ 1927857 h 2344739"/>
              <a:gd name="connsiteX213" fmla="*/ 811506 w 12192001"/>
              <a:gd name="connsiteY213" fmla="*/ 1930751 h 2344739"/>
              <a:gd name="connsiteX214" fmla="*/ 797041 w 12192001"/>
              <a:gd name="connsiteY214" fmla="*/ 1930446 h 2344739"/>
              <a:gd name="connsiteX215" fmla="*/ 767901 w 12192001"/>
              <a:gd name="connsiteY215" fmla="*/ 1932653 h 2344739"/>
              <a:gd name="connsiteX216" fmla="*/ 763053 w 12192001"/>
              <a:gd name="connsiteY216" fmla="*/ 1930432 h 2344739"/>
              <a:gd name="connsiteX217" fmla="*/ 720047 w 12192001"/>
              <a:gd name="connsiteY217" fmla="*/ 1929661 h 2344739"/>
              <a:gd name="connsiteX218" fmla="*/ 719742 w 12192001"/>
              <a:gd name="connsiteY218" fmla="*/ 1928399 h 2344739"/>
              <a:gd name="connsiteX219" fmla="*/ 708875 w 12192001"/>
              <a:gd name="connsiteY219" fmla="*/ 1922722 h 2344739"/>
              <a:gd name="connsiteX220" fmla="*/ 596792 w 12192001"/>
              <a:gd name="connsiteY220" fmla="*/ 1879864 h 2344739"/>
              <a:gd name="connsiteX221" fmla="*/ 578535 w 12192001"/>
              <a:gd name="connsiteY221" fmla="*/ 1877212 h 2344739"/>
              <a:gd name="connsiteX222" fmla="*/ 571717 w 12192001"/>
              <a:gd name="connsiteY222" fmla="*/ 1877401 h 2344739"/>
              <a:gd name="connsiteX223" fmla="*/ 445099 w 12192001"/>
              <a:gd name="connsiteY223" fmla="*/ 1839371 h 2344739"/>
              <a:gd name="connsiteX224" fmla="*/ 404015 w 12192001"/>
              <a:gd name="connsiteY224" fmla="*/ 1833548 h 2344739"/>
              <a:gd name="connsiteX225" fmla="*/ 292435 w 12192001"/>
              <a:gd name="connsiteY225" fmla="*/ 1812852 h 2344739"/>
              <a:gd name="connsiteX226" fmla="*/ 118381 w 12192001"/>
              <a:gd name="connsiteY226" fmla="*/ 1761047 h 2344739"/>
              <a:gd name="connsiteX227" fmla="*/ 15526 w 12192001"/>
              <a:gd name="connsiteY227" fmla="*/ 1758191 h 2344739"/>
              <a:gd name="connsiteX228" fmla="*/ 2 w 12192001"/>
              <a:gd name="connsiteY228" fmla="*/ 1752722 h 2344739"/>
              <a:gd name="connsiteX229" fmla="*/ 1 w 12192001"/>
              <a:gd name="connsiteY229" fmla="*/ 762497 h 2344739"/>
              <a:gd name="connsiteX230" fmla="*/ 0 w 12192001"/>
              <a:gd name="connsiteY230" fmla="*/ 762497 h 2344739"/>
              <a:gd name="connsiteX231" fmla="*/ 0 w 12192001"/>
              <a:gd name="connsiteY231" fmla="*/ 222213 h 2344739"/>
              <a:gd name="connsiteX232" fmla="*/ 0 w 12192001"/>
              <a:gd name="connsiteY232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312180 w 12192001"/>
              <a:gd name="connsiteY110" fmla="*/ 2132873 h 2344739"/>
              <a:gd name="connsiteX111" fmla="*/ 7310853 w 12192001"/>
              <a:gd name="connsiteY111" fmla="*/ 2131431 h 2344739"/>
              <a:gd name="connsiteX112" fmla="*/ 7218559 w 12192001"/>
              <a:gd name="connsiteY112" fmla="*/ 2156680 h 2344739"/>
              <a:gd name="connsiteX113" fmla="*/ 7201101 w 12192001"/>
              <a:gd name="connsiteY113" fmla="*/ 2161230 h 2344739"/>
              <a:gd name="connsiteX114" fmla="*/ 7197004 w 12192001"/>
              <a:gd name="connsiteY114" fmla="*/ 2166588 h 2344739"/>
              <a:gd name="connsiteX115" fmla="*/ 7170808 w 12192001"/>
              <a:gd name="connsiteY115" fmla="*/ 2171236 h 2344739"/>
              <a:gd name="connsiteX116" fmla="*/ 7096988 w 12192001"/>
              <a:gd name="connsiteY116" fmla="*/ 2183464 h 2344739"/>
              <a:gd name="connsiteX117" fmla="*/ 7018496 w 12192001"/>
              <a:gd name="connsiteY117" fmla="*/ 2183090 h 2344739"/>
              <a:gd name="connsiteX118" fmla="*/ 6904146 w 12192001"/>
              <a:gd name="connsiteY118" fmla="*/ 2212596 h 2344739"/>
              <a:gd name="connsiteX119" fmla="*/ 6708222 w 12192001"/>
              <a:gd name="connsiteY119" fmla="*/ 2240551 h 2344739"/>
              <a:gd name="connsiteX120" fmla="*/ 6549454 w 12192001"/>
              <a:gd name="connsiteY120" fmla="*/ 2269327 h 2344739"/>
              <a:gd name="connsiteX121" fmla="*/ 6317560 w 12192001"/>
              <a:gd name="connsiteY121" fmla="*/ 2316127 h 2344739"/>
              <a:gd name="connsiteX122" fmla="*/ 6168674 w 12192001"/>
              <a:gd name="connsiteY122" fmla="*/ 2318214 h 2344739"/>
              <a:gd name="connsiteX123" fmla="*/ 6073848 w 12192001"/>
              <a:gd name="connsiteY123" fmla="*/ 2338676 h 2344739"/>
              <a:gd name="connsiteX124" fmla="*/ 6068529 w 12192001"/>
              <a:gd name="connsiteY124" fmla="*/ 2337139 h 2344739"/>
              <a:gd name="connsiteX125" fmla="*/ 6048638 w 12192001"/>
              <a:gd name="connsiteY125" fmla="*/ 2337822 h 2344739"/>
              <a:gd name="connsiteX126" fmla="*/ 6041285 w 12192001"/>
              <a:gd name="connsiteY126" fmla="*/ 2329473 h 2344739"/>
              <a:gd name="connsiteX127" fmla="*/ 6010090 w 12192001"/>
              <a:gd name="connsiteY127" fmla="*/ 2324380 h 2344739"/>
              <a:gd name="connsiteX128" fmla="*/ 5957375 w 12192001"/>
              <a:gd name="connsiteY128" fmla="*/ 2328024 h 2344739"/>
              <a:gd name="connsiteX129" fmla="*/ 5758919 w 12192001"/>
              <a:gd name="connsiteY129" fmla="*/ 2343716 h 2344739"/>
              <a:gd name="connsiteX130" fmla="*/ 5626960 w 12192001"/>
              <a:gd name="connsiteY130" fmla="*/ 2344739 h 2344739"/>
              <a:gd name="connsiteX131" fmla="*/ 5470906 w 12192001"/>
              <a:gd name="connsiteY131" fmla="*/ 2330719 h 2344739"/>
              <a:gd name="connsiteX132" fmla="*/ 5432761 w 12192001"/>
              <a:gd name="connsiteY132" fmla="*/ 2319466 h 2344739"/>
              <a:gd name="connsiteX133" fmla="*/ 5381669 w 12192001"/>
              <a:gd name="connsiteY133" fmla="*/ 2301764 h 2344739"/>
              <a:gd name="connsiteX134" fmla="*/ 5261764 w 12192001"/>
              <a:gd name="connsiteY134" fmla="*/ 2281347 h 2344739"/>
              <a:gd name="connsiteX135" fmla="*/ 5222961 w 12192001"/>
              <a:gd name="connsiteY135" fmla="*/ 2270223 h 2344739"/>
              <a:gd name="connsiteX136" fmla="*/ 5174660 w 12192001"/>
              <a:gd name="connsiteY136" fmla="*/ 2267233 h 2344739"/>
              <a:gd name="connsiteX137" fmla="*/ 5156554 w 12192001"/>
              <a:gd name="connsiteY137" fmla="*/ 2260010 h 2344739"/>
              <a:gd name="connsiteX138" fmla="*/ 5142599 w 12192001"/>
              <a:gd name="connsiteY138" fmla="*/ 2256610 h 2344739"/>
              <a:gd name="connsiteX139" fmla="*/ 5139596 w 12192001"/>
              <a:gd name="connsiteY139" fmla="*/ 2254509 h 2344739"/>
              <a:gd name="connsiteX140" fmla="*/ 5121659 w 12192001"/>
              <a:gd name="connsiteY140" fmla="*/ 2243656 h 2344739"/>
              <a:gd name="connsiteX141" fmla="*/ 5065790 w 12192001"/>
              <a:gd name="connsiteY141" fmla="*/ 2250227 h 2344739"/>
              <a:gd name="connsiteX142" fmla="*/ 5011514 w 12192001"/>
              <a:gd name="connsiteY142" fmla="*/ 2233846 h 2344739"/>
              <a:gd name="connsiteX143" fmla="*/ 4840441 w 12192001"/>
              <a:gd name="connsiteY143" fmla="*/ 2209829 h 2344739"/>
              <a:gd name="connsiteX144" fmla="*/ 4762447 w 12192001"/>
              <a:gd name="connsiteY144" fmla="*/ 2182061 h 2344739"/>
              <a:gd name="connsiteX145" fmla="*/ 4723186 w 12192001"/>
              <a:gd name="connsiteY145" fmla="*/ 2173047 h 2344739"/>
              <a:gd name="connsiteX146" fmla="*/ 4721176 w 12192001"/>
              <a:gd name="connsiteY146" fmla="*/ 2172298 h 2344739"/>
              <a:gd name="connsiteX147" fmla="*/ 4722111 w 12192001"/>
              <a:gd name="connsiteY147" fmla="*/ 2172087 h 2344739"/>
              <a:gd name="connsiteX148" fmla="*/ 4717202 w 12192001"/>
              <a:gd name="connsiteY148" fmla="*/ 2170817 h 2344739"/>
              <a:gd name="connsiteX149" fmla="*/ 4721176 w 12192001"/>
              <a:gd name="connsiteY149" fmla="*/ 2172298 h 2344739"/>
              <a:gd name="connsiteX150" fmla="*/ 4715526 w 12192001"/>
              <a:gd name="connsiteY150" fmla="*/ 2173573 h 2344739"/>
              <a:gd name="connsiteX151" fmla="*/ 4515814 w 12192001"/>
              <a:gd name="connsiteY151" fmla="*/ 2163671 h 2344739"/>
              <a:gd name="connsiteX152" fmla="*/ 4428543 w 12192001"/>
              <a:gd name="connsiteY152" fmla="*/ 2153020 h 2344739"/>
              <a:gd name="connsiteX153" fmla="*/ 4362875 w 12192001"/>
              <a:gd name="connsiteY153" fmla="*/ 2151674 h 2344739"/>
              <a:gd name="connsiteX154" fmla="*/ 4316966 w 12192001"/>
              <a:gd name="connsiteY154" fmla="*/ 2158289 h 2344739"/>
              <a:gd name="connsiteX155" fmla="*/ 4315110 w 12192001"/>
              <a:gd name="connsiteY155" fmla="*/ 2156948 h 2344739"/>
              <a:gd name="connsiteX156" fmla="*/ 4295144 w 12192001"/>
              <a:gd name="connsiteY156" fmla="*/ 2155069 h 2344739"/>
              <a:gd name="connsiteX157" fmla="*/ 4290064 w 12192001"/>
              <a:gd name="connsiteY157" fmla="*/ 2157986 h 2344739"/>
              <a:gd name="connsiteX158" fmla="*/ 4276142 w 12192001"/>
              <a:gd name="connsiteY158" fmla="*/ 2157740 h 2344739"/>
              <a:gd name="connsiteX159" fmla="*/ 4248117 w 12192001"/>
              <a:gd name="connsiteY159" fmla="*/ 2160064 h 2344739"/>
              <a:gd name="connsiteX160" fmla="*/ 4202051 w 12192001"/>
              <a:gd name="connsiteY160" fmla="*/ 2157269 h 2344739"/>
              <a:gd name="connsiteX161" fmla="*/ 4201745 w 12192001"/>
              <a:gd name="connsiteY161" fmla="*/ 2156010 h 2344739"/>
              <a:gd name="connsiteX162" fmla="*/ 4191248 w 12192001"/>
              <a:gd name="connsiteY162" fmla="*/ 2150376 h 2344739"/>
              <a:gd name="connsiteX163" fmla="*/ 4142745 w 12192001"/>
              <a:gd name="connsiteY163" fmla="*/ 2134511 h 2344739"/>
              <a:gd name="connsiteX164" fmla="*/ 4083097 w 12192001"/>
              <a:gd name="connsiteY164" fmla="*/ 2107978 h 2344739"/>
              <a:gd name="connsiteX165" fmla="*/ 4074546 w 12192001"/>
              <a:gd name="connsiteY165" fmla="*/ 2107143 h 2344739"/>
              <a:gd name="connsiteX166" fmla="*/ 4074427 w 12192001"/>
              <a:gd name="connsiteY166" fmla="*/ 2106844 h 2344739"/>
              <a:gd name="connsiteX167" fmla="*/ 4065510 w 12192001"/>
              <a:gd name="connsiteY167" fmla="*/ 2105400 h 2344739"/>
              <a:gd name="connsiteX168" fmla="*/ 4058954 w 12192001"/>
              <a:gd name="connsiteY168" fmla="*/ 2105618 h 2344739"/>
              <a:gd name="connsiteX169" fmla="*/ 4042364 w 12192001"/>
              <a:gd name="connsiteY169" fmla="*/ 2103997 h 2344739"/>
              <a:gd name="connsiteX170" fmla="*/ 4036997 w 12192001"/>
              <a:gd name="connsiteY170" fmla="*/ 2101563 h 2344739"/>
              <a:gd name="connsiteX171" fmla="*/ 4035363 w 12192001"/>
              <a:gd name="connsiteY171" fmla="*/ 2097896 h 2344739"/>
              <a:gd name="connsiteX172" fmla="*/ 4033778 w 12192001"/>
              <a:gd name="connsiteY172" fmla="*/ 2098131 h 2344739"/>
              <a:gd name="connsiteX173" fmla="*/ 4004538 w 12192001"/>
              <a:gd name="connsiteY173" fmla="*/ 2085563 h 2344739"/>
              <a:gd name="connsiteX174" fmla="*/ 3936846 w 12192001"/>
              <a:gd name="connsiteY174" fmla="*/ 2068106 h 2344739"/>
              <a:gd name="connsiteX175" fmla="*/ 3897275 w 12192001"/>
              <a:gd name="connsiteY175" fmla="*/ 2062451 h 2344739"/>
              <a:gd name="connsiteX176" fmla="*/ 3789760 w 12192001"/>
              <a:gd name="connsiteY176" fmla="*/ 2042213 h 2344739"/>
              <a:gd name="connsiteX177" fmla="*/ 3682513 w 12192001"/>
              <a:gd name="connsiteY177" fmla="*/ 2018290 h 2344739"/>
              <a:gd name="connsiteX178" fmla="*/ 3610035 w 12192001"/>
              <a:gd name="connsiteY178" fmla="*/ 1986019 h 2344739"/>
              <a:gd name="connsiteX179" fmla="*/ 3603855 w 12192001"/>
              <a:gd name="connsiteY179" fmla="*/ 1987381 h 2344739"/>
              <a:gd name="connsiteX180" fmla="*/ 3594736 w 12192001"/>
              <a:gd name="connsiteY180" fmla="*/ 1987545 h 2344739"/>
              <a:gd name="connsiteX181" fmla="*/ 3594501 w 12192001"/>
              <a:gd name="connsiteY181" fmla="*/ 1987276 h 2344739"/>
              <a:gd name="connsiteX182" fmla="*/ 3585978 w 12192001"/>
              <a:gd name="connsiteY182" fmla="*/ 1987966 h 2344739"/>
              <a:gd name="connsiteX183" fmla="*/ 3536135 w 12192001"/>
              <a:gd name="connsiteY183" fmla="*/ 1978267 h 2344739"/>
              <a:gd name="connsiteX184" fmla="*/ 3473223 w 12192001"/>
              <a:gd name="connsiteY184" fmla="*/ 1974606 h 2344739"/>
              <a:gd name="connsiteX185" fmla="*/ 3400728 w 12192001"/>
              <a:gd name="connsiteY185" fmla="*/ 1962558 h 2344739"/>
              <a:gd name="connsiteX186" fmla="*/ 3363888 w 12192001"/>
              <a:gd name="connsiteY186" fmla="*/ 1979510 h 2344739"/>
              <a:gd name="connsiteX187" fmla="*/ 3344026 w 12192001"/>
              <a:gd name="connsiteY187" fmla="*/ 1981192 h 2344739"/>
              <a:gd name="connsiteX188" fmla="*/ 3341698 w 12192001"/>
              <a:gd name="connsiteY188" fmla="*/ 1980217 h 2344739"/>
              <a:gd name="connsiteX189" fmla="*/ 3262356 w 12192001"/>
              <a:gd name="connsiteY189" fmla="*/ 1986094 h 2344739"/>
              <a:gd name="connsiteX190" fmla="*/ 3142556 w 12192001"/>
              <a:gd name="connsiteY190" fmla="*/ 1993869 h 2344739"/>
              <a:gd name="connsiteX191" fmla="*/ 3030291 w 12192001"/>
              <a:gd name="connsiteY191" fmla="*/ 1996512 h 2344739"/>
              <a:gd name="connsiteX192" fmla="*/ 2781569 w 12192001"/>
              <a:gd name="connsiteY192" fmla="*/ 2018333 h 2344739"/>
              <a:gd name="connsiteX193" fmla="*/ 2646527 w 12192001"/>
              <a:gd name="connsiteY193" fmla="*/ 2028869 h 2344739"/>
              <a:gd name="connsiteX194" fmla="*/ 2568028 w 12192001"/>
              <a:gd name="connsiteY194" fmla="*/ 2002628 h 2344739"/>
              <a:gd name="connsiteX195" fmla="*/ 2443255 w 12192001"/>
              <a:gd name="connsiteY195" fmla="*/ 2016529 h 2344739"/>
              <a:gd name="connsiteX196" fmla="*/ 2315112 w 12192001"/>
              <a:gd name="connsiteY196" fmla="*/ 2024996 h 2344739"/>
              <a:gd name="connsiteX197" fmla="*/ 2208578 w 12192001"/>
              <a:gd name="connsiteY197" fmla="*/ 2019763 h 2344739"/>
              <a:gd name="connsiteX198" fmla="*/ 2094665 w 12192001"/>
              <a:gd name="connsiteY198" fmla="*/ 2003052 h 2344739"/>
              <a:gd name="connsiteX199" fmla="*/ 1997356 w 12192001"/>
              <a:gd name="connsiteY199" fmla="*/ 1995032 h 2344739"/>
              <a:gd name="connsiteX200" fmla="*/ 1928172 w 12192001"/>
              <a:gd name="connsiteY200" fmla="*/ 2016977 h 2344739"/>
              <a:gd name="connsiteX201" fmla="*/ 1921650 w 12192001"/>
              <a:gd name="connsiteY201" fmla="*/ 2012146 h 2344739"/>
              <a:gd name="connsiteX202" fmla="*/ 1873080 w 12192001"/>
              <a:gd name="connsiteY202" fmla="*/ 2013741 h 2344739"/>
              <a:gd name="connsiteX203" fmla="*/ 1786655 w 12192001"/>
              <a:gd name="connsiteY203" fmla="*/ 2041363 h 2344739"/>
              <a:gd name="connsiteX204" fmla="*/ 1738204 w 12192001"/>
              <a:gd name="connsiteY204" fmla="*/ 2036312 h 2344739"/>
              <a:gd name="connsiteX205" fmla="*/ 1675071 w 12192001"/>
              <a:gd name="connsiteY205" fmla="*/ 2019963 h 2344739"/>
              <a:gd name="connsiteX206" fmla="*/ 1608669 w 12192001"/>
              <a:gd name="connsiteY206" fmla="*/ 2013066 h 2344739"/>
              <a:gd name="connsiteX207" fmla="*/ 1496110 w 12192001"/>
              <a:gd name="connsiteY207" fmla="*/ 1987476 h 2344739"/>
              <a:gd name="connsiteX208" fmla="*/ 1149979 w 12192001"/>
              <a:gd name="connsiteY208" fmla="*/ 1938041 h 2344739"/>
              <a:gd name="connsiteX209" fmla="*/ 858269 w 12192001"/>
              <a:gd name="connsiteY209" fmla="*/ 1928608 h 2344739"/>
              <a:gd name="connsiteX210" fmla="*/ 837540 w 12192001"/>
              <a:gd name="connsiteY210" fmla="*/ 1929821 h 2344739"/>
              <a:gd name="connsiteX211" fmla="*/ 816809 w 12192001"/>
              <a:gd name="connsiteY211" fmla="*/ 1927857 h 2344739"/>
              <a:gd name="connsiteX212" fmla="*/ 811506 w 12192001"/>
              <a:gd name="connsiteY212" fmla="*/ 1930751 h 2344739"/>
              <a:gd name="connsiteX213" fmla="*/ 797041 w 12192001"/>
              <a:gd name="connsiteY213" fmla="*/ 1930446 h 2344739"/>
              <a:gd name="connsiteX214" fmla="*/ 767901 w 12192001"/>
              <a:gd name="connsiteY214" fmla="*/ 1932653 h 2344739"/>
              <a:gd name="connsiteX215" fmla="*/ 763053 w 12192001"/>
              <a:gd name="connsiteY215" fmla="*/ 1930432 h 2344739"/>
              <a:gd name="connsiteX216" fmla="*/ 720047 w 12192001"/>
              <a:gd name="connsiteY216" fmla="*/ 1929661 h 2344739"/>
              <a:gd name="connsiteX217" fmla="*/ 719742 w 12192001"/>
              <a:gd name="connsiteY217" fmla="*/ 1928399 h 2344739"/>
              <a:gd name="connsiteX218" fmla="*/ 708875 w 12192001"/>
              <a:gd name="connsiteY218" fmla="*/ 1922722 h 2344739"/>
              <a:gd name="connsiteX219" fmla="*/ 596792 w 12192001"/>
              <a:gd name="connsiteY219" fmla="*/ 1879864 h 2344739"/>
              <a:gd name="connsiteX220" fmla="*/ 578535 w 12192001"/>
              <a:gd name="connsiteY220" fmla="*/ 1877212 h 2344739"/>
              <a:gd name="connsiteX221" fmla="*/ 571717 w 12192001"/>
              <a:gd name="connsiteY221" fmla="*/ 1877401 h 2344739"/>
              <a:gd name="connsiteX222" fmla="*/ 445099 w 12192001"/>
              <a:gd name="connsiteY222" fmla="*/ 1839371 h 2344739"/>
              <a:gd name="connsiteX223" fmla="*/ 404015 w 12192001"/>
              <a:gd name="connsiteY223" fmla="*/ 1833548 h 2344739"/>
              <a:gd name="connsiteX224" fmla="*/ 292435 w 12192001"/>
              <a:gd name="connsiteY224" fmla="*/ 1812852 h 2344739"/>
              <a:gd name="connsiteX225" fmla="*/ 118381 w 12192001"/>
              <a:gd name="connsiteY225" fmla="*/ 1761047 h 2344739"/>
              <a:gd name="connsiteX226" fmla="*/ 15526 w 12192001"/>
              <a:gd name="connsiteY226" fmla="*/ 1758191 h 2344739"/>
              <a:gd name="connsiteX227" fmla="*/ 2 w 12192001"/>
              <a:gd name="connsiteY227" fmla="*/ 1752722 h 2344739"/>
              <a:gd name="connsiteX228" fmla="*/ 1 w 12192001"/>
              <a:gd name="connsiteY228" fmla="*/ 762497 h 2344739"/>
              <a:gd name="connsiteX229" fmla="*/ 0 w 12192001"/>
              <a:gd name="connsiteY229" fmla="*/ 762497 h 2344739"/>
              <a:gd name="connsiteX230" fmla="*/ 0 w 12192001"/>
              <a:gd name="connsiteY230" fmla="*/ 222213 h 2344739"/>
              <a:gd name="connsiteX231" fmla="*/ 0 w 12192001"/>
              <a:gd name="connsiteY231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312180 w 12192001"/>
              <a:gd name="connsiteY110" fmla="*/ 2132873 h 2344739"/>
              <a:gd name="connsiteX111" fmla="*/ 7218559 w 12192001"/>
              <a:gd name="connsiteY111" fmla="*/ 2156680 h 2344739"/>
              <a:gd name="connsiteX112" fmla="*/ 7201101 w 12192001"/>
              <a:gd name="connsiteY112" fmla="*/ 2161230 h 2344739"/>
              <a:gd name="connsiteX113" fmla="*/ 7197004 w 12192001"/>
              <a:gd name="connsiteY113" fmla="*/ 2166588 h 2344739"/>
              <a:gd name="connsiteX114" fmla="*/ 7170808 w 12192001"/>
              <a:gd name="connsiteY114" fmla="*/ 2171236 h 2344739"/>
              <a:gd name="connsiteX115" fmla="*/ 7096988 w 12192001"/>
              <a:gd name="connsiteY115" fmla="*/ 2183464 h 2344739"/>
              <a:gd name="connsiteX116" fmla="*/ 7018496 w 12192001"/>
              <a:gd name="connsiteY116" fmla="*/ 2183090 h 2344739"/>
              <a:gd name="connsiteX117" fmla="*/ 6904146 w 12192001"/>
              <a:gd name="connsiteY117" fmla="*/ 2212596 h 2344739"/>
              <a:gd name="connsiteX118" fmla="*/ 6708222 w 12192001"/>
              <a:gd name="connsiteY118" fmla="*/ 2240551 h 2344739"/>
              <a:gd name="connsiteX119" fmla="*/ 6549454 w 12192001"/>
              <a:gd name="connsiteY119" fmla="*/ 2269327 h 2344739"/>
              <a:gd name="connsiteX120" fmla="*/ 6317560 w 12192001"/>
              <a:gd name="connsiteY120" fmla="*/ 2316127 h 2344739"/>
              <a:gd name="connsiteX121" fmla="*/ 6168674 w 12192001"/>
              <a:gd name="connsiteY121" fmla="*/ 2318214 h 2344739"/>
              <a:gd name="connsiteX122" fmla="*/ 6073848 w 12192001"/>
              <a:gd name="connsiteY122" fmla="*/ 2338676 h 2344739"/>
              <a:gd name="connsiteX123" fmla="*/ 6068529 w 12192001"/>
              <a:gd name="connsiteY123" fmla="*/ 2337139 h 2344739"/>
              <a:gd name="connsiteX124" fmla="*/ 6048638 w 12192001"/>
              <a:gd name="connsiteY124" fmla="*/ 2337822 h 2344739"/>
              <a:gd name="connsiteX125" fmla="*/ 6041285 w 12192001"/>
              <a:gd name="connsiteY125" fmla="*/ 2329473 h 2344739"/>
              <a:gd name="connsiteX126" fmla="*/ 6010090 w 12192001"/>
              <a:gd name="connsiteY126" fmla="*/ 2324380 h 2344739"/>
              <a:gd name="connsiteX127" fmla="*/ 5957375 w 12192001"/>
              <a:gd name="connsiteY127" fmla="*/ 2328024 h 2344739"/>
              <a:gd name="connsiteX128" fmla="*/ 5758919 w 12192001"/>
              <a:gd name="connsiteY128" fmla="*/ 2343716 h 2344739"/>
              <a:gd name="connsiteX129" fmla="*/ 5626960 w 12192001"/>
              <a:gd name="connsiteY129" fmla="*/ 2344739 h 2344739"/>
              <a:gd name="connsiteX130" fmla="*/ 5470906 w 12192001"/>
              <a:gd name="connsiteY130" fmla="*/ 2330719 h 2344739"/>
              <a:gd name="connsiteX131" fmla="*/ 5432761 w 12192001"/>
              <a:gd name="connsiteY131" fmla="*/ 2319466 h 2344739"/>
              <a:gd name="connsiteX132" fmla="*/ 5381669 w 12192001"/>
              <a:gd name="connsiteY132" fmla="*/ 2301764 h 2344739"/>
              <a:gd name="connsiteX133" fmla="*/ 5261764 w 12192001"/>
              <a:gd name="connsiteY133" fmla="*/ 2281347 h 2344739"/>
              <a:gd name="connsiteX134" fmla="*/ 5222961 w 12192001"/>
              <a:gd name="connsiteY134" fmla="*/ 2270223 h 2344739"/>
              <a:gd name="connsiteX135" fmla="*/ 5174660 w 12192001"/>
              <a:gd name="connsiteY135" fmla="*/ 2267233 h 2344739"/>
              <a:gd name="connsiteX136" fmla="*/ 5156554 w 12192001"/>
              <a:gd name="connsiteY136" fmla="*/ 2260010 h 2344739"/>
              <a:gd name="connsiteX137" fmla="*/ 5142599 w 12192001"/>
              <a:gd name="connsiteY137" fmla="*/ 2256610 h 2344739"/>
              <a:gd name="connsiteX138" fmla="*/ 5139596 w 12192001"/>
              <a:gd name="connsiteY138" fmla="*/ 2254509 h 2344739"/>
              <a:gd name="connsiteX139" fmla="*/ 5121659 w 12192001"/>
              <a:gd name="connsiteY139" fmla="*/ 2243656 h 2344739"/>
              <a:gd name="connsiteX140" fmla="*/ 5065790 w 12192001"/>
              <a:gd name="connsiteY140" fmla="*/ 2250227 h 2344739"/>
              <a:gd name="connsiteX141" fmla="*/ 5011514 w 12192001"/>
              <a:gd name="connsiteY141" fmla="*/ 2233846 h 2344739"/>
              <a:gd name="connsiteX142" fmla="*/ 4840441 w 12192001"/>
              <a:gd name="connsiteY142" fmla="*/ 2209829 h 2344739"/>
              <a:gd name="connsiteX143" fmla="*/ 4762447 w 12192001"/>
              <a:gd name="connsiteY143" fmla="*/ 2182061 h 2344739"/>
              <a:gd name="connsiteX144" fmla="*/ 4723186 w 12192001"/>
              <a:gd name="connsiteY144" fmla="*/ 2173047 h 2344739"/>
              <a:gd name="connsiteX145" fmla="*/ 4721176 w 12192001"/>
              <a:gd name="connsiteY145" fmla="*/ 2172298 h 2344739"/>
              <a:gd name="connsiteX146" fmla="*/ 4722111 w 12192001"/>
              <a:gd name="connsiteY146" fmla="*/ 2172087 h 2344739"/>
              <a:gd name="connsiteX147" fmla="*/ 4717202 w 12192001"/>
              <a:gd name="connsiteY147" fmla="*/ 2170817 h 2344739"/>
              <a:gd name="connsiteX148" fmla="*/ 4721176 w 12192001"/>
              <a:gd name="connsiteY148" fmla="*/ 2172298 h 2344739"/>
              <a:gd name="connsiteX149" fmla="*/ 4715526 w 12192001"/>
              <a:gd name="connsiteY149" fmla="*/ 2173573 h 2344739"/>
              <a:gd name="connsiteX150" fmla="*/ 4515814 w 12192001"/>
              <a:gd name="connsiteY150" fmla="*/ 2163671 h 2344739"/>
              <a:gd name="connsiteX151" fmla="*/ 4428543 w 12192001"/>
              <a:gd name="connsiteY151" fmla="*/ 2153020 h 2344739"/>
              <a:gd name="connsiteX152" fmla="*/ 4362875 w 12192001"/>
              <a:gd name="connsiteY152" fmla="*/ 2151674 h 2344739"/>
              <a:gd name="connsiteX153" fmla="*/ 4316966 w 12192001"/>
              <a:gd name="connsiteY153" fmla="*/ 2158289 h 2344739"/>
              <a:gd name="connsiteX154" fmla="*/ 4315110 w 12192001"/>
              <a:gd name="connsiteY154" fmla="*/ 2156948 h 2344739"/>
              <a:gd name="connsiteX155" fmla="*/ 4295144 w 12192001"/>
              <a:gd name="connsiteY155" fmla="*/ 2155069 h 2344739"/>
              <a:gd name="connsiteX156" fmla="*/ 4290064 w 12192001"/>
              <a:gd name="connsiteY156" fmla="*/ 2157986 h 2344739"/>
              <a:gd name="connsiteX157" fmla="*/ 4276142 w 12192001"/>
              <a:gd name="connsiteY157" fmla="*/ 2157740 h 2344739"/>
              <a:gd name="connsiteX158" fmla="*/ 4248117 w 12192001"/>
              <a:gd name="connsiteY158" fmla="*/ 2160064 h 2344739"/>
              <a:gd name="connsiteX159" fmla="*/ 4202051 w 12192001"/>
              <a:gd name="connsiteY159" fmla="*/ 2157269 h 2344739"/>
              <a:gd name="connsiteX160" fmla="*/ 4201745 w 12192001"/>
              <a:gd name="connsiteY160" fmla="*/ 2156010 h 2344739"/>
              <a:gd name="connsiteX161" fmla="*/ 4191248 w 12192001"/>
              <a:gd name="connsiteY161" fmla="*/ 2150376 h 2344739"/>
              <a:gd name="connsiteX162" fmla="*/ 4142745 w 12192001"/>
              <a:gd name="connsiteY162" fmla="*/ 2134511 h 2344739"/>
              <a:gd name="connsiteX163" fmla="*/ 4083097 w 12192001"/>
              <a:gd name="connsiteY163" fmla="*/ 2107978 h 2344739"/>
              <a:gd name="connsiteX164" fmla="*/ 4074546 w 12192001"/>
              <a:gd name="connsiteY164" fmla="*/ 2107143 h 2344739"/>
              <a:gd name="connsiteX165" fmla="*/ 4074427 w 12192001"/>
              <a:gd name="connsiteY165" fmla="*/ 2106844 h 2344739"/>
              <a:gd name="connsiteX166" fmla="*/ 4065510 w 12192001"/>
              <a:gd name="connsiteY166" fmla="*/ 2105400 h 2344739"/>
              <a:gd name="connsiteX167" fmla="*/ 4058954 w 12192001"/>
              <a:gd name="connsiteY167" fmla="*/ 2105618 h 2344739"/>
              <a:gd name="connsiteX168" fmla="*/ 4042364 w 12192001"/>
              <a:gd name="connsiteY168" fmla="*/ 2103997 h 2344739"/>
              <a:gd name="connsiteX169" fmla="*/ 4036997 w 12192001"/>
              <a:gd name="connsiteY169" fmla="*/ 2101563 h 2344739"/>
              <a:gd name="connsiteX170" fmla="*/ 4035363 w 12192001"/>
              <a:gd name="connsiteY170" fmla="*/ 2097896 h 2344739"/>
              <a:gd name="connsiteX171" fmla="*/ 4033778 w 12192001"/>
              <a:gd name="connsiteY171" fmla="*/ 2098131 h 2344739"/>
              <a:gd name="connsiteX172" fmla="*/ 4004538 w 12192001"/>
              <a:gd name="connsiteY172" fmla="*/ 2085563 h 2344739"/>
              <a:gd name="connsiteX173" fmla="*/ 3936846 w 12192001"/>
              <a:gd name="connsiteY173" fmla="*/ 2068106 h 2344739"/>
              <a:gd name="connsiteX174" fmla="*/ 3897275 w 12192001"/>
              <a:gd name="connsiteY174" fmla="*/ 2062451 h 2344739"/>
              <a:gd name="connsiteX175" fmla="*/ 3789760 w 12192001"/>
              <a:gd name="connsiteY175" fmla="*/ 2042213 h 2344739"/>
              <a:gd name="connsiteX176" fmla="*/ 3682513 w 12192001"/>
              <a:gd name="connsiteY176" fmla="*/ 2018290 h 2344739"/>
              <a:gd name="connsiteX177" fmla="*/ 3610035 w 12192001"/>
              <a:gd name="connsiteY177" fmla="*/ 1986019 h 2344739"/>
              <a:gd name="connsiteX178" fmla="*/ 3603855 w 12192001"/>
              <a:gd name="connsiteY178" fmla="*/ 1987381 h 2344739"/>
              <a:gd name="connsiteX179" fmla="*/ 3594736 w 12192001"/>
              <a:gd name="connsiteY179" fmla="*/ 1987545 h 2344739"/>
              <a:gd name="connsiteX180" fmla="*/ 3594501 w 12192001"/>
              <a:gd name="connsiteY180" fmla="*/ 1987276 h 2344739"/>
              <a:gd name="connsiteX181" fmla="*/ 3585978 w 12192001"/>
              <a:gd name="connsiteY181" fmla="*/ 1987966 h 2344739"/>
              <a:gd name="connsiteX182" fmla="*/ 3536135 w 12192001"/>
              <a:gd name="connsiteY182" fmla="*/ 1978267 h 2344739"/>
              <a:gd name="connsiteX183" fmla="*/ 3473223 w 12192001"/>
              <a:gd name="connsiteY183" fmla="*/ 1974606 h 2344739"/>
              <a:gd name="connsiteX184" fmla="*/ 3400728 w 12192001"/>
              <a:gd name="connsiteY184" fmla="*/ 1962558 h 2344739"/>
              <a:gd name="connsiteX185" fmla="*/ 3363888 w 12192001"/>
              <a:gd name="connsiteY185" fmla="*/ 1979510 h 2344739"/>
              <a:gd name="connsiteX186" fmla="*/ 3344026 w 12192001"/>
              <a:gd name="connsiteY186" fmla="*/ 1981192 h 2344739"/>
              <a:gd name="connsiteX187" fmla="*/ 3341698 w 12192001"/>
              <a:gd name="connsiteY187" fmla="*/ 1980217 h 2344739"/>
              <a:gd name="connsiteX188" fmla="*/ 3262356 w 12192001"/>
              <a:gd name="connsiteY188" fmla="*/ 1986094 h 2344739"/>
              <a:gd name="connsiteX189" fmla="*/ 3142556 w 12192001"/>
              <a:gd name="connsiteY189" fmla="*/ 1993869 h 2344739"/>
              <a:gd name="connsiteX190" fmla="*/ 3030291 w 12192001"/>
              <a:gd name="connsiteY190" fmla="*/ 1996512 h 2344739"/>
              <a:gd name="connsiteX191" fmla="*/ 2781569 w 12192001"/>
              <a:gd name="connsiteY191" fmla="*/ 2018333 h 2344739"/>
              <a:gd name="connsiteX192" fmla="*/ 2646527 w 12192001"/>
              <a:gd name="connsiteY192" fmla="*/ 2028869 h 2344739"/>
              <a:gd name="connsiteX193" fmla="*/ 2568028 w 12192001"/>
              <a:gd name="connsiteY193" fmla="*/ 2002628 h 2344739"/>
              <a:gd name="connsiteX194" fmla="*/ 2443255 w 12192001"/>
              <a:gd name="connsiteY194" fmla="*/ 2016529 h 2344739"/>
              <a:gd name="connsiteX195" fmla="*/ 2315112 w 12192001"/>
              <a:gd name="connsiteY195" fmla="*/ 2024996 h 2344739"/>
              <a:gd name="connsiteX196" fmla="*/ 2208578 w 12192001"/>
              <a:gd name="connsiteY196" fmla="*/ 2019763 h 2344739"/>
              <a:gd name="connsiteX197" fmla="*/ 2094665 w 12192001"/>
              <a:gd name="connsiteY197" fmla="*/ 2003052 h 2344739"/>
              <a:gd name="connsiteX198" fmla="*/ 1997356 w 12192001"/>
              <a:gd name="connsiteY198" fmla="*/ 1995032 h 2344739"/>
              <a:gd name="connsiteX199" fmla="*/ 1928172 w 12192001"/>
              <a:gd name="connsiteY199" fmla="*/ 2016977 h 2344739"/>
              <a:gd name="connsiteX200" fmla="*/ 1921650 w 12192001"/>
              <a:gd name="connsiteY200" fmla="*/ 2012146 h 2344739"/>
              <a:gd name="connsiteX201" fmla="*/ 1873080 w 12192001"/>
              <a:gd name="connsiteY201" fmla="*/ 2013741 h 2344739"/>
              <a:gd name="connsiteX202" fmla="*/ 1786655 w 12192001"/>
              <a:gd name="connsiteY202" fmla="*/ 2041363 h 2344739"/>
              <a:gd name="connsiteX203" fmla="*/ 1738204 w 12192001"/>
              <a:gd name="connsiteY203" fmla="*/ 2036312 h 2344739"/>
              <a:gd name="connsiteX204" fmla="*/ 1675071 w 12192001"/>
              <a:gd name="connsiteY204" fmla="*/ 2019963 h 2344739"/>
              <a:gd name="connsiteX205" fmla="*/ 1608669 w 12192001"/>
              <a:gd name="connsiteY205" fmla="*/ 2013066 h 2344739"/>
              <a:gd name="connsiteX206" fmla="*/ 1496110 w 12192001"/>
              <a:gd name="connsiteY206" fmla="*/ 1987476 h 2344739"/>
              <a:gd name="connsiteX207" fmla="*/ 1149979 w 12192001"/>
              <a:gd name="connsiteY207" fmla="*/ 1938041 h 2344739"/>
              <a:gd name="connsiteX208" fmla="*/ 858269 w 12192001"/>
              <a:gd name="connsiteY208" fmla="*/ 1928608 h 2344739"/>
              <a:gd name="connsiteX209" fmla="*/ 837540 w 12192001"/>
              <a:gd name="connsiteY209" fmla="*/ 1929821 h 2344739"/>
              <a:gd name="connsiteX210" fmla="*/ 816809 w 12192001"/>
              <a:gd name="connsiteY210" fmla="*/ 1927857 h 2344739"/>
              <a:gd name="connsiteX211" fmla="*/ 811506 w 12192001"/>
              <a:gd name="connsiteY211" fmla="*/ 1930751 h 2344739"/>
              <a:gd name="connsiteX212" fmla="*/ 797041 w 12192001"/>
              <a:gd name="connsiteY212" fmla="*/ 1930446 h 2344739"/>
              <a:gd name="connsiteX213" fmla="*/ 767901 w 12192001"/>
              <a:gd name="connsiteY213" fmla="*/ 1932653 h 2344739"/>
              <a:gd name="connsiteX214" fmla="*/ 763053 w 12192001"/>
              <a:gd name="connsiteY214" fmla="*/ 1930432 h 2344739"/>
              <a:gd name="connsiteX215" fmla="*/ 720047 w 12192001"/>
              <a:gd name="connsiteY215" fmla="*/ 1929661 h 2344739"/>
              <a:gd name="connsiteX216" fmla="*/ 719742 w 12192001"/>
              <a:gd name="connsiteY216" fmla="*/ 1928399 h 2344739"/>
              <a:gd name="connsiteX217" fmla="*/ 708875 w 12192001"/>
              <a:gd name="connsiteY217" fmla="*/ 1922722 h 2344739"/>
              <a:gd name="connsiteX218" fmla="*/ 596792 w 12192001"/>
              <a:gd name="connsiteY218" fmla="*/ 1879864 h 2344739"/>
              <a:gd name="connsiteX219" fmla="*/ 578535 w 12192001"/>
              <a:gd name="connsiteY219" fmla="*/ 1877212 h 2344739"/>
              <a:gd name="connsiteX220" fmla="*/ 571717 w 12192001"/>
              <a:gd name="connsiteY220" fmla="*/ 1877401 h 2344739"/>
              <a:gd name="connsiteX221" fmla="*/ 445099 w 12192001"/>
              <a:gd name="connsiteY221" fmla="*/ 1839371 h 2344739"/>
              <a:gd name="connsiteX222" fmla="*/ 404015 w 12192001"/>
              <a:gd name="connsiteY222" fmla="*/ 1833548 h 2344739"/>
              <a:gd name="connsiteX223" fmla="*/ 292435 w 12192001"/>
              <a:gd name="connsiteY223" fmla="*/ 1812852 h 2344739"/>
              <a:gd name="connsiteX224" fmla="*/ 118381 w 12192001"/>
              <a:gd name="connsiteY224" fmla="*/ 1761047 h 2344739"/>
              <a:gd name="connsiteX225" fmla="*/ 15526 w 12192001"/>
              <a:gd name="connsiteY225" fmla="*/ 1758191 h 2344739"/>
              <a:gd name="connsiteX226" fmla="*/ 2 w 12192001"/>
              <a:gd name="connsiteY226" fmla="*/ 1752722 h 2344739"/>
              <a:gd name="connsiteX227" fmla="*/ 1 w 12192001"/>
              <a:gd name="connsiteY227" fmla="*/ 762497 h 2344739"/>
              <a:gd name="connsiteX228" fmla="*/ 0 w 12192001"/>
              <a:gd name="connsiteY228" fmla="*/ 762497 h 2344739"/>
              <a:gd name="connsiteX229" fmla="*/ 0 w 12192001"/>
              <a:gd name="connsiteY229" fmla="*/ 222213 h 2344739"/>
              <a:gd name="connsiteX230" fmla="*/ 0 w 12192001"/>
              <a:gd name="connsiteY230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63053 w 12192001"/>
              <a:gd name="connsiteY213" fmla="*/ 1930432 h 2344739"/>
              <a:gd name="connsiteX214" fmla="*/ 720047 w 12192001"/>
              <a:gd name="connsiteY214" fmla="*/ 1929661 h 2344739"/>
              <a:gd name="connsiteX215" fmla="*/ 719742 w 12192001"/>
              <a:gd name="connsiteY215" fmla="*/ 1928399 h 2344739"/>
              <a:gd name="connsiteX216" fmla="*/ 708875 w 12192001"/>
              <a:gd name="connsiteY216" fmla="*/ 1922722 h 2344739"/>
              <a:gd name="connsiteX217" fmla="*/ 596792 w 12192001"/>
              <a:gd name="connsiteY217" fmla="*/ 1879864 h 2344739"/>
              <a:gd name="connsiteX218" fmla="*/ 578535 w 12192001"/>
              <a:gd name="connsiteY218" fmla="*/ 1877212 h 2344739"/>
              <a:gd name="connsiteX219" fmla="*/ 571717 w 12192001"/>
              <a:gd name="connsiteY219" fmla="*/ 1877401 h 2344739"/>
              <a:gd name="connsiteX220" fmla="*/ 445099 w 12192001"/>
              <a:gd name="connsiteY220" fmla="*/ 1839371 h 2344739"/>
              <a:gd name="connsiteX221" fmla="*/ 404015 w 12192001"/>
              <a:gd name="connsiteY221" fmla="*/ 1833548 h 2344739"/>
              <a:gd name="connsiteX222" fmla="*/ 292435 w 12192001"/>
              <a:gd name="connsiteY222" fmla="*/ 1812852 h 2344739"/>
              <a:gd name="connsiteX223" fmla="*/ 118381 w 12192001"/>
              <a:gd name="connsiteY223" fmla="*/ 1761047 h 2344739"/>
              <a:gd name="connsiteX224" fmla="*/ 15526 w 12192001"/>
              <a:gd name="connsiteY224" fmla="*/ 1758191 h 2344739"/>
              <a:gd name="connsiteX225" fmla="*/ 2 w 12192001"/>
              <a:gd name="connsiteY225" fmla="*/ 1752722 h 2344739"/>
              <a:gd name="connsiteX226" fmla="*/ 1 w 12192001"/>
              <a:gd name="connsiteY226" fmla="*/ 762497 h 2344739"/>
              <a:gd name="connsiteX227" fmla="*/ 0 w 12192001"/>
              <a:gd name="connsiteY227" fmla="*/ 762497 h 2344739"/>
              <a:gd name="connsiteX228" fmla="*/ 0 w 12192001"/>
              <a:gd name="connsiteY228" fmla="*/ 222213 h 2344739"/>
              <a:gd name="connsiteX229" fmla="*/ 0 w 12192001"/>
              <a:gd name="connsiteY229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63053 w 12192001"/>
              <a:gd name="connsiteY213" fmla="*/ 1930432 h 2344739"/>
              <a:gd name="connsiteX214" fmla="*/ 720047 w 12192001"/>
              <a:gd name="connsiteY214" fmla="*/ 1929661 h 2344739"/>
              <a:gd name="connsiteX215" fmla="*/ 719742 w 12192001"/>
              <a:gd name="connsiteY215" fmla="*/ 1928399 h 2344739"/>
              <a:gd name="connsiteX216" fmla="*/ 708875 w 12192001"/>
              <a:gd name="connsiteY216" fmla="*/ 1922722 h 2344739"/>
              <a:gd name="connsiteX217" fmla="*/ 596792 w 12192001"/>
              <a:gd name="connsiteY217" fmla="*/ 1879864 h 2344739"/>
              <a:gd name="connsiteX218" fmla="*/ 578535 w 12192001"/>
              <a:gd name="connsiteY218" fmla="*/ 1877212 h 2344739"/>
              <a:gd name="connsiteX219" fmla="*/ 571717 w 12192001"/>
              <a:gd name="connsiteY219" fmla="*/ 1877401 h 2344739"/>
              <a:gd name="connsiteX220" fmla="*/ 445099 w 12192001"/>
              <a:gd name="connsiteY220" fmla="*/ 1839371 h 2344739"/>
              <a:gd name="connsiteX221" fmla="*/ 404015 w 12192001"/>
              <a:gd name="connsiteY221" fmla="*/ 1833548 h 2344739"/>
              <a:gd name="connsiteX222" fmla="*/ 292435 w 12192001"/>
              <a:gd name="connsiteY222" fmla="*/ 1812852 h 2344739"/>
              <a:gd name="connsiteX223" fmla="*/ 118381 w 12192001"/>
              <a:gd name="connsiteY223" fmla="*/ 1761047 h 2344739"/>
              <a:gd name="connsiteX224" fmla="*/ 15526 w 12192001"/>
              <a:gd name="connsiteY224" fmla="*/ 1758191 h 2344739"/>
              <a:gd name="connsiteX225" fmla="*/ 2 w 12192001"/>
              <a:gd name="connsiteY225" fmla="*/ 1752722 h 2344739"/>
              <a:gd name="connsiteX226" fmla="*/ 1 w 12192001"/>
              <a:gd name="connsiteY226" fmla="*/ 762497 h 2344739"/>
              <a:gd name="connsiteX227" fmla="*/ 0 w 12192001"/>
              <a:gd name="connsiteY227" fmla="*/ 762497 h 2344739"/>
              <a:gd name="connsiteX228" fmla="*/ 0 w 12192001"/>
              <a:gd name="connsiteY228" fmla="*/ 222213 h 2344739"/>
              <a:gd name="connsiteX229" fmla="*/ 0 w 12192001"/>
              <a:gd name="connsiteY229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63053 w 12192001"/>
              <a:gd name="connsiteY213" fmla="*/ 1930432 h 2344739"/>
              <a:gd name="connsiteX214" fmla="*/ 720047 w 12192001"/>
              <a:gd name="connsiteY214" fmla="*/ 1929661 h 2344739"/>
              <a:gd name="connsiteX215" fmla="*/ 719742 w 12192001"/>
              <a:gd name="connsiteY215" fmla="*/ 1928399 h 2344739"/>
              <a:gd name="connsiteX216" fmla="*/ 708875 w 12192001"/>
              <a:gd name="connsiteY216" fmla="*/ 1922722 h 2344739"/>
              <a:gd name="connsiteX217" fmla="*/ 596792 w 12192001"/>
              <a:gd name="connsiteY217" fmla="*/ 1879864 h 2344739"/>
              <a:gd name="connsiteX218" fmla="*/ 578535 w 12192001"/>
              <a:gd name="connsiteY218" fmla="*/ 1877212 h 2344739"/>
              <a:gd name="connsiteX219" fmla="*/ 571717 w 12192001"/>
              <a:gd name="connsiteY219" fmla="*/ 1877401 h 2344739"/>
              <a:gd name="connsiteX220" fmla="*/ 445099 w 12192001"/>
              <a:gd name="connsiteY220" fmla="*/ 1839371 h 2344739"/>
              <a:gd name="connsiteX221" fmla="*/ 404015 w 12192001"/>
              <a:gd name="connsiteY221" fmla="*/ 1833548 h 2344739"/>
              <a:gd name="connsiteX222" fmla="*/ 292435 w 12192001"/>
              <a:gd name="connsiteY222" fmla="*/ 1812852 h 2344739"/>
              <a:gd name="connsiteX223" fmla="*/ 118381 w 12192001"/>
              <a:gd name="connsiteY223" fmla="*/ 1761047 h 2344739"/>
              <a:gd name="connsiteX224" fmla="*/ 15526 w 12192001"/>
              <a:gd name="connsiteY224" fmla="*/ 1758191 h 2344739"/>
              <a:gd name="connsiteX225" fmla="*/ 2 w 12192001"/>
              <a:gd name="connsiteY225" fmla="*/ 1752722 h 2344739"/>
              <a:gd name="connsiteX226" fmla="*/ 1 w 12192001"/>
              <a:gd name="connsiteY226" fmla="*/ 762497 h 2344739"/>
              <a:gd name="connsiteX227" fmla="*/ 0 w 12192001"/>
              <a:gd name="connsiteY227" fmla="*/ 762497 h 2344739"/>
              <a:gd name="connsiteX228" fmla="*/ 0 w 12192001"/>
              <a:gd name="connsiteY228" fmla="*/ 222213 h 2344739"/>
              <a:gd name="connsiteX229" fmla="*/ 0 w 12192001"/>
              <a:gd name="connsiteY229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20047 w 12192001"/>
              <a:gd name="connsiteY213" fmla="*/ 1929661 h 2344739"/>
              <a:gd name="connsiteX214" fmla="*/ 719742 w 12192001"/>
              <a:gd name="connsiteY214" fmla="*/ 1928399 h 2344739"/>
              <a:gd name="connsiteX215" fmla="*/ 708875 w 12192001"/>
              <a:gd name="connsiteY215" fmla="*/ 1922722 h 2344739"/>
              <a:gd name="connsiteX216" fmla="*/ 596792 w 12192001"/>
              <a:gd name="connsiteY216" fmla="*/ 1879864 h 2344739"/>
              <a:gd name="connsiteX217" fmla="*/ 578535 w 12192001"/>
              <a:gd name="connsiteY217" fmla="*/ 1877212 h 2344739"/>
              <a:gd name="connsiteX218" fmla="*/ 571717 w 12192001"/>
              <a:gd name="connsiteY218" fmla="*/ 1877401 h 2344739"/>
              <a:gd name="connsiteX219" fmla="*/ 445099 w 12192001"/>
              <a:gd name="connsiteY219" fmla="*/ 1839371 h 2344739"/>
              <a:gd name="connsiteX220" fmla="*/ 404015 w 12192001"/>
              <a:gd name="connsiteY220" fmla="*/ 1833548 h 2344739"/>
              <a:gd name="connsiteX221" fmla="*/ 292435 w 12192001"/>
              <a:gd name="connsiteY221" fmla="*/ 1812852 h 2344739"/>
              <a:gd name="connsiteX222" fmla="*/ 118381 w 12192001"/>
              <a:gd name="connsiteY222" fmla="*/ 1761047 h 2344739"/>
              <a:gd name="connsiteX223" fmla="*/ 15526 w 12192001"/>
              <a:gd name="connsiteY223" fmla="*/ 1758191 h 2344739"/>
              <a:gd name="connsiteX224" fmla="*/ 2 w 12192001"/>
              <a:gd name="connsiteY224" fmla="*/ 1752722 h 2344739"/>
              <a:gd name="connsiteX225" fmla="*/ 1 w 12192001"/>
              <a:gd name="connsiteY225" fmla="*/ 762497 h 2344739"/>
              <a:gd name="connsiteX226" fmla="*/ 0 w 12192001"/>
              <a:gd name="connsiteY226" fmla="*/ 762497 h 2344739"/>
              <a:gd name="connsiteX227" fmla="*/ 0 w 12192001"/>
              <a:gd name="connsiteY227" fmla="*/ 222213 h 2344739"/>
              <a:gd name="connsiteX228" fmla="*/ 0 w 12192001"/>
              <a:gd name="connsiteY228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67901 w 12192001"/>
              <a:gd name="connsiteY211" fmla="*/ 1932653 h 2344739"/>
              <a:gd name="connsiteX212" fmla="*/ 720047 w 12192001"/>
              <a:gd name="connsiteY212" fmla="*/ 1929661 h 2344739"/>
              <a:gd name="connsiteX213" fmla="*/ 719742 w 12192001"/>
              <a:gd name="connsiteY213" fmla="*/ 1928399 h 2344739"/>
              <a:gd name="connsiteX214" fmla="*/ 708875 w 12192001"/>
              <a:gd name="connsiteY214" fmla="*/ 1922722 h 2344739"/>
              <a:gd name="connsiteX215" fmla="*/ 596792 w 12192001"/>
              <a:gd name="connsiteY215" fmla="*/ 1879864 h 2344739"/>
              <a:gd name="connsiteX216" fmla="*/ 578535 w 12192001"/>
              <a:gd name="connsiteY216" fmla="*/ 1877212 h 2344739"/>
              <a:gd name="connsiteX217" fmla="*/ 571717 w 12192001"/>
              <a:gd name="connsiteY217" fmla="*/ 1877401 h 2344739"/>
              <a:gd name="connsiteX218" fmla="*/ 445099 w 12192001"/>
              <a:gd name="connsiteY218" fmla="*/ 1839371 h 2344739"/>
              <a:gd name="connsiteX219" fmla="*/ 404015 w 12192001"/>
              <a:gd name="connsiteY219" fmla="*/ 1833548 h 2344739"/>
              <a:gd name="connsiteX220" fmla="*/ 292435 w 12192001"/>
              <a:gd name="connsiteY220" fmla="*/ 1812852 h 2344739"/>
              <a:gd name="connsiteX221" fmla="*/ 118381 w 12192001"/>
              <a:gd name="connsiteY221" fmla="*/ 1761047 h 2344739"/>
              <a:gd name="connsiteX222" fmla="*/ 15526 w 12192001"/>
              <a:gd name="connsiteY222" fmla="*/ 1758191 h 2344739"/>
              <a:gd name="connsiteX223" fmla="*/ 2 w 12192001"/>
              <a:gd name="connsiteY223" fmla="*/ 1752722 h 2344739"/>
              <a:gd name="connsiteX224" fmla="*/ 1 w 12192001"/>
              <a:gd name="connsiteY224" fmla="*/ 762497 h 2344739"/>
              <a:gd name="connsiteX225" fmla="*/ 0 w 12192001"/>
              <a:gd name="connsiteY225" fmla="*/ 762497 h 2344739"/>
              <a:gd name="connsiteX226" fmla="*/ 0 w 12192001"/>
              <a:gd name="connsiteY226" fmla="*/ 222213 h 2344739"/>
              <a:gd name="connsiteX227" fmla="*/ 0 w 12192001"/>
              <a:gd name="connsiteY227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20047 w 12192001"/>
              <a:gd name="connsiteY211" fmla="*/ 1929661 h 2344739"/>
              <a:gd name="connsiteX212" fmla="*/ 719742 w 12192001"/>
              <a:gd name="connsiteY212" fmla="*/ 1928399 h 2344739"/>
              <a:gd name="connsiteX213" fmla="*/ 708875 w 12192001"/>
              <a:gd name="connsiteY213" fmla="*/ 1922722 h 2344739"/>
              <a:gd name="connsiteX214" fmla="*/ 596792 w 12192001"/>
              <a:gd name="connsiteY214" fmla="*/ 1879864 h 2344739"/>
              <a:gd name="connsiteX215" fmla="*/ 578535 w 12192001"/>
              <a:gd name="connsiteY215" fmla="*/ 1877212 h 2344739"/>
              <a:gd name="connsiteX216" fmla="*/ 571717 w 12192001"/>
              <a:gd name="connsiteY216" fmla="*/ 1877401 h 2344739"/>
              <a:gd name="connsiteX217" fmla="*/ 445099 w 12192001"/>
              <a:gd name="connsiteY217" fmla="*/ 1839371 h 2344739"/>
              <a:gd name="connsiteX218" fmla="*/ 404015 w 12192001"/>
              <a:gd name="connsiteY218" fmla="*/ 1833548 h 2344739"/>
              <a:gd name="connsiteX219" fmla="*/ 292435 w 12192001"/>
              <a:gd name="connsiteY219" fmla="*/ 1812852 h 2344739"/>
              <a:gd name="connsiteX220" fmla="*/ 118381 w 12192001"/>
              <a:gd name="connsiteY220" fmla="*/ 1761047 h 2344739"/>
              <a:gd name="connsiteX221" fmla="*/ 15526 w 12192001"/>
              <a:gd name="connsiteY221" fmla="*/ 1758191 h 2344739"/>
              <a:gd name="connsiteX222" fmla="*/ 2 w 12192001"/>
              <a:gd name="connsiteY222" fmla="*/ 1752722 h 2344739"/>
              <a:gd name="connsiteX223" fmla="*/ 1 w 12192001"/>
              <a:gd name="connsiteY223" fmla="*/ 762497 h 2344739"/>
              <a:gd name="connsiteX224" fmla="*/ 0 w 12192001"/>
              <a:gd name="connsiteY224" fmla="*/ 762497 h 2344739"/>
              <a:gd name="connsiteX225" fmla="*/ 0 w 12192001"/>
              <a:gd name="connsiteY225" fmla="*/ 222213 h 2344739"/>
              <a:gd name="connsiteX226" fmla="*/ 0 w 12192001"/>
              <a:gd name="connsiteY22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20047 w 12192001"/>
              <a:gd name="connsiteY211" fmla="*/ 1929661 h 2344739"/>
              <a:gd name="connsiteX212" fmla="*/ 719742 w 12192001"/>
              <a:gd name="connsiteY212" fmla="*/ 1928399 h 2344739"/>
              <a:gd name="connsiteX213" fmla="*/ 708875 w 12192001"/>
              <a:gd name="connsiteY213" fmla="*/ 1922722 h 2344739"/>
              <a:gd name="connsiteX214" fmla="*/ 596792 w 12192001"/>
              <a:gd name="connsiteY214" fmla="*/ 1879864 h 2344739"/>
              <a:gd name="connsiteX215" fmla="*/ 578535 w 12192001"/>
              <a:gd name="connsiteY215" fmla="*/ 1877212 h 2344739"/>
              <a:gd name="connsiteX216" fmla="*/ 571717 w 12192001"/>
              <a:gd name="connsiteY216" fmla="*/ 1877401 h 2344739"/>
              <a:gd name="connsiteX217" fmla="*/ 445099 w 12192001"/>
              <a:gd name="connsiteY217" fmla="*/ 1839371 h 2344739"/>
              <a:gd name="connsiteX218" fmla="*/ 404015 w 12192001"/>
              <a:gd name="connsiteY218" fmla="*/ 1833548 h 2344739"/>
              <a:gd name="connsiteX219" fmla="*/ 292435 w 12192001"/>
              <a:gd name="connsiteY219" fmla="*/ 1812852 h 2344739"/>
              <a:gd name="connsiteX220" fmla="*/ 118381 w 12192001"/>
              <a:gd name="connsiteY220" fmla="*/ 1761047 h 2344739"/>
              <a:gd name="connsiteX221" fmla="*/ 15526 w 12192001"/>
              <a:gd name="connsiteY221" fmla="*/ 1758191 h 2344739"/>
              <a:gd name="connsiteX222" fmla="*/ 2 w 12192001"/>
              <a:gd name="connsiteY222" fmla="*/ 1752722 h 2344739"/>
              <a:gd name="connsiteX223" fmla="*/ 1 w 12192001"/>
              <a:gd name="connsiteY223" fmla="*/ 762497 h 2344739"/>
              <a:gd name="connsiteX224" fmla="*/ 0 w 12192001"/>
              <a:gd name="connsiteY224" fmla="*/ 222213 h 2344739"/>
              <a:gd name="connsiteX225" fmla="*/ 0 w 12192001"/>
              <a:gd name="connsiteY225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190394 w 12193149"/>
              <a:gd name="connsiteY68" fmla="*/ 1912467 h 2344739"/>
              <a:gd name="connsiteX69" fmla="*/ 9114960 w 12193149"/>
              <a:gd name="connsiteY69" fmla="*/ 1919069 h 2344739"/>
              <a:gd name="connsiteX70" fmla="*/ 9054601 w 12193149"/>
              <a:gd name="connsiteY70" fmla="*/ 1910755 h 2344739"/>
              <a:gd name="connsiteX71" fmla="*/ 9006634 w 12193149"/>
              <a:gd name="connsiteY71" fmla="*/ 1914040 h 2344739"/>
              <a:gd name="connsiteX72" fmla="*/ 9006349 w 12193149"/>
              <a:gd name="connsiteY72" fmla="*/ 1913800 h 2344739"/>
              <a:gd name="connsiteX73" fmla="*/ 8997380 w 12193149"/>
              <a:gd name="connsiteY73" fmla="*/ 1915011 h 2344739"/>
              <a:gd name="connsiteX74" fmla="*/ 8991542 w 12193149"/>
              <a:gd name="connsiteY74" fmla="*/ 1917072 h 2344739"/>
              <a:gd name="connsiteX75" fmla="*/ 8975485 w 12193149"/>
              <a:gd name="connsiteY75" fmla="*/ 1920298 h 2344739"/>
              <a:gd name="connsiteX76" fmla="*/ 8969159 w 12193149"/>
              <a:gd name="connsiteY76" fmla="*/ 1919598 h 2344739"/>
              <a:gd name="connsiteX77" fmla="*/ 8964196 w 12193149"/>
              <a:gd name="connsiteY77" fmla="*/ 1917373 h 2344739"/>
              <a:gd name="connsiteX78" fmla="*/ 8930136 w 12193149"/>
              <a:gd name="connsiteY78" fmla="*/ 1914185 h 2344739"/>
              <a:gd name="connsiteX79" fmla="*/ 8753592 w 12193149"/>
              <a:gd name="connsiteY79" fmla="*/ 1933417 h 2344739"/>
              <a:gd name="connsiteX80" fmla="*/ 8708995 w 12193149"/>
              <a:gd name="connsiteY80" fmla="*/ 1935518 h 2344739"/>
              <a:gd name="connsiteX81" fmla="*/ 8597219 w 12193149"/>
              <a:gd name="connsiteY81" fmla="*/ 1944090 h 2344739"/>
              <a:gd name="connsiteX82" fmla="*/ 8526378 w 12193149"/>
              <a:gd name="connsiteY82" fmla="*/ 1929248 h 2344739"/>
              <a:gd name="connsiteX83" fmla="*/ 8512131 w 12193149"/>
              <a:gd name="connsiteY83" fmla="*/ 1935163 h 2344739"/>
              <a:gd name="connsiteX84" fmla="*/ 8507315 w 12193149"/>
              <a:gd name="connsiteY84" fmla="*/ 1938164 h 2344739"/>
              <a:gd name="connsiteX85" fmla="*/ 8499116 w 12193149"/>
              <a:gd name="connsiteY85" fmla="*/ 1940902 h 2344739"/>
              <a:gd name="connsiteX86" fmla="*/ 8498742 w 12193149"/>
              <a:gd name="connsiteY86" fmla="*/ 1940723 h 2344739"/>
              <a:gd name="connsiteX87" fmla="*/ 8491397 w 12193149"/>
              <a:gd name="connsiteY87" fmla="*/ 1943773 h 2344739"/>
              <a:gd name="connsiteX88" fmla="*/ 8368330 w 12193149"/>
              <a:gd name="connsiteY88" fmla="*/ 1957815 h 2344739"/>
              <a:gd name="connsiteX89" fmla="*/ 8354947 w 12193149"/>
              <a:gd name="connsiteY89" fmla="*/ 1958009 h 2344739"/>
              <a:gd name="connsiteX90" fmla="*/ 8353521 w 12193149"/>
              <a:gd name="connsiteY90" fmla="*/ 1957169 h 2344739"/>
              <a:gd name="connsiteX91" fmla="*/ 8321252 w 12193149"/>
              <a:gd name="connsiteY91" fmla="*/ 1974587 h 2344739"/>
              <a:gd name="connsiteX92" fmla="*/ 8315581 w 12193149"/>
              <a:gd name="connsiteY92" fmla="*/ 1974913 h 2344739"/>
              <a:gd name="connsiteX93" fmla="*/ 8296322 w 12193149"/>
              <a:gd name="connsiteY93" fmla="*/ 1988808 h 2344739"/>
              <a:gd name="connsiteX94" fmla="*/ 8285424 w 12193149"/>
              <a:gd name="connsiteY94" fmla="*/ 1994631 h 2344739"/>
              <a:gd name="connsiteX95" fmla="*/ 8284298 w 12193149"/>
              <a:gd name="connsiteY95" fmla="*/ 1999074 h 2344739"/>
              <a:gd name="connsiteX96" fmla="*/ 8267224 w 12193149"/>
              <a:gd name="connsiteY96" fmla="*/ 2006249 h 2344739"/>
              <a:gd name="connsiteX97" fmla="*/ 8264525 w 12193149"/>
              <a:gd name="connsiteY97" fmla="*/ 2006019 h 2344739"/>
              <a:gd name="connsiteX98" fmla="*/ 8253181 w 12193149"/>
              <a:gd name="connsiteY98" fmla="*/ 2015862 h 2344739"/>
              <a:gd name="connsiteX99" fmla="*/ 8246982 w 12193149"/>
              <a:gd name="connsiteY99" fmla="*/ 2028854 h 2344739"/>
              <a:gd name="connsiteX100" fmla="*/ 8091420 w 12193149"/>
              <a:gd name="connsiteY100" fmla="*/ 2075015 h 2344739"/>
              <a:gd name="connsiteX101" fmla="*/ 7906555 w 12193149"/>
              <a:gd name="connsiteY101" fmla="*/ 2116988 h 2344739"/>
              <a:gd name="connsiteX102" fmla="*/ 7719893 w 12193149"/>
              <a:gd name="connsiteY102" fmla="*/ 2142703 h 2344739"/>
              <a:gd name="connsiteX103" fmla="*/ 7615495 w 12193149"/>
              <a:gd name="connsiteY103" fmla="*/ 2139232 h 2344739"/>
              <a:gd name="connsiteX104" fmla="*/ 7528691 w 12193149"/>
              <a:gd name="connsiteY104" fmla="*/ 2145060 h 2344739"/>
              <a:gd name="connsiteX105" fmla="*/ 7520719 w 12193149"/>
              <a:gd name="connsiteY105" fmla="*/ 2147613 h 2344739"/>
              <a:gd name="connsiteX106" fmla="*/ 7508559 w 12193149"/>
              <a:gd name="connsiteY106" fmla="*/ 2148948 h 2344739"/>
              <a:gd name="connsiteX107" fmla="*/ 7508188 w 12193149"/>
              <a:gd name="connsiteY107" fmla="*/ 2148621 h 2344739"/>
              <a:gd name="connsiteX108" fmla="*/ 7496943 w 12193149"/>
              <a:gd name="connsiteY108" fmla="*/ 2150573 h 2344739"/>
              <a:gd name="connsiteX109" fmla="*/ 7406539 w 12193149"/>
              <a:gd name="connsiteY109" fmla="*/ 2142468 h 2344739"/>
              <a:gd name="connsiteX110" fmla="*/ 7219707 w 12193149"/>
              <a:gd name="connsiteY110" fmla="*/ 2156680 h 2344739"/>
              <a:gd name="connsiteX111" fmla="*/ 7202249 w 12193149"/>
              <a:gd name="connsiteY111" fmla="*/ 2161230 h 2344739"/>
              <a:gd name="connsiteX112" fmla="*/ 7198152 w 12193149"/>
              <a:gd name="connsiteY112" fmla="*/ 2166588 h 2344739"/>
              <a:gd name="connsiteX113" fmla="*/ 7171956 w 12193149"/>
              <a:gd name="connsiteY113" fmla="*/ 2171236 h 2344739"/>
              <a:gd name="connsiteX114" fmla="*/ 7098136 w 12193149"/>
              <a:gd name="connsiteY114" fmla="*/ 2183464 h 2344739"/>
              <a:gd name="connsiteX115" fmla="*/ 7019644 w 12193149"/>
              <a:gd name="connsiteY115" fmla="*/ 2183090 h 2344739"/>
              <a:gd name="connsiteX116" fmla="*/ 6905294 w 12193149"/>
              <a:gd name="connsiteY116" fmla="*/ 2212596 h 2344739"/>
              <a:gd name="connsiteX117" fmla="*/ 6709370 w 12193149"/>
              <a:gd name="connsiteY117" fmla="*/ 2240551 h 2344739"/>
              <a:gd name="connsiteX118" fmla="*/ 6550602 w 12193149"/>
              <a:gd name="connsiteY118" fmla="*/ 2269327 h 2344739"/>
              <a:gd name="connsiteX119" fmla="*/ 6318708 w 12193149"/>
              <a:gd name="connsiteY119" fmla="*/ 2316127 h 2344739"/>
              <a:gd name="connsiteX120" fmla="*/ 6169822 w 12193149"/>
              <a:gd name="connsiteY120" fmla="*/ 2318214 h 2344739"/>
              <a:gd name="connsiteX121" fmla="*/ 6074996 w 12193149"/>
              <a:gd name="connsiteY121" fmla="*/ 2338676 h 2344739"/>
              <a:gd name="connsiteX122" fmla="*/ 6069677 w 12193149"/>
              <a:gd name="connsiteY122" fmla="*/ 2337139 h 2344739"/>
              <a:gd name="connsiteX123" fmla="*/ 6049786 w 12193149"/>
              <a:gd name="connsiteY123" fmla="*/ 2337822 h 2344739"/>
              <a:gd name="connsiteX124" fmla="*/ 6042433 w 12193149"/>
              <a:gd name="connsiteY124" fmla="*/ 2329473 h 2344739"/>
              <a:gd name="connsiteX125" fmla="*/ 6011238 w 12193149"/>
              <a:gd name="connsiteY125" fmla="*/ 2324380 h 2344739"/>
              <a:gd name="connsiteX126" fmla="*/ 5958523 w 12193149"/>
              <a:gd name="connsiteY126" fmla="*/ 2328024 h 2344739"/>
              <a:gd name="connsiteX127" fmla="*/ 5760067 w 12193149"/>
              <a:gd name="connsiteY127" fmla="*/ 2343716 h 2344739"/>
              <a:gd name="connsiteX128" fmla="*/ 5628108 w 12193149"/>
              <a:gd name="connsiteY128" fmla="*/ 2344739 h 2344739"/>
              <a:gd name="connsiteX129" fmla="*/ 5472054 w 12193149"/>
              <a:gd name="connsiteY129" fmla="*/ 2330719 h 2344739"/>
              <a:gd name="connsiteX130" fmla="*/ 5433909 w 12193149"/>
              <a:gd name="connsiteY130" fmla="*/ 2319466 h 2344739"/>
              <a:gd name="connsiteX131" fmla="*/ 5382817 w 12193149"/>
              <a:gd name="connsiteY131" fmla="*/ 2301764 h 2344739"/>
              <a:gd name="connsiteX132" fmla="*/ 5262912 w 12193149"/>
              <a:gd name="connsiteY132" fmla="*/ 2281347 h 2344739"/>
              <a:gd name="connsiteX133" fmla="*/ 5224109 w 12193149"/>
              <a:gd name="connsiteY133" fmla="*/ 2270223 h 2344739"/>
              <a:gd name="connsiteX134" fmla="*/ 5175808 w 12193149"/>
              <a:gd name="connsiteY134" fmla="*/ 2267233 h 2344739"/>
              <a:gd name="connsiteX135" fmla="*/ 5157702 w 12193149"/>
              <a:gd name="connsiteY135" fmla="*/ 2260010 h 2344739"/>
              <a:gd name="connsiteX136" fmla="*/ 5143747 w 12193149"/>
              <a:gd name="connsiteY136" fmla="*/ 2256610 h 2344739"/>
              <a:gd name="connsiteX137" fmla="*/ 5140744 w 12193149"/>
              <a:gd name="connsiteY137" fmla="*/ 2254509 h 2344739"/>
              <a:gd name="connsiteX138" fmla="*/ 5122807 w 12193149"/>
              <a:gd name="connsiteY138" fmla="*/ 2243656 h 2344739"/>
              <a:gd name="connsiteX139" fmla="*/ 5066938 w 12193149"/>
              <a:gd name="connsiteY139" fmla="*/ 2250227 h 2344739"/>
              <a:gd name="connsiteX140" fmla="*/ 5012662 w 12193149"/>
              <a:gd name="connsiteY140" fmla="*/ 2233846 h 2344739"/>
              <a:gd name="connsiteX141" fmla="*/ 4841589 w 12193149"/>
              <a:gd name="connsiteY141" fmla="*/ 2209829 h 2344739"/>
              <a:gd name="connsiteX142" fmla="*/ 4763595 w 12193149"/>
              <a:gd name="connsiteY142" fmla="*/ 2182061 h 2344739"/>
              <a:gd name="connsiteX143" fmla="*/ 4724334 w 12193149"/>
              <a:gd name="connsiteY143" fmla="*/ 2173047 h 2344739"/>
              <a:gd name="connsiteX144" fmla="*/ 4722324 w 12193149"/>
              <a:gd name="connsiteY144" fmla="*/ 2172298 h 2344739"/>
              <a:gd name="connsiteX145" fmla="*/ 4723259 w 12193149"/>
              <a:gd name="connsiteY145" fmla="*/ 2172087 h 2344739"/>
              <a:gd name="connsiteX146" fmla="*/ 4718350 w 12193149"/>
              <a:gd name="connsiteY146" fmla="*/ 2170817 h 2344739"/>
              <a:gd name="connsiteX147" fmla="*/ 4722324 w 12193149"/>
              <a:gd name="connsiteY147" fmla="*/ 2172298 h 2344739"/>
              <a:gd name="connsiteX148" fmla="*/ 4716674 w 12193149"/>
              <a:gd name="connsiteY148" fmla="*/ 2173573 h 2344739"/>
              <a:gd name="connsiteX149" fmla="*/ 4516962 w 12193149"/>
              <a:gd name="connsiteY149" fmla="*/ 2163671 h 2344739"/>
              <a:gd name="connsiteX150" fmla="*/ 4429691 w 12193149"/>
              <a:gd name="connsiteY150" fmla="*/ 2153020 h 2344739"/>
              <a:gd name="connsiteX151" fmla="*/ 4364023 w 12193149"/>
              <a:gd name="connsiteY151" fmla="*/ 2151674 h 2344739"/>
              <a:gd name="connsiteX152" fmla="*/ 4318114 w 12193149"/>
              <a:gd name="connsiteY152" fmla="*/ 2158289 h 2344739"/>
              <a:gd name="connsiteX153" fmla="*/ 4316258 w 12193149"/>
              <a:gd name="connsiteY153" fmla="*/ 2156948 h 2344739"/>
              <a:gd name="connsiteX154" fmla="*/ 4296292 w 12193149"/>
              <a:gd name="connsiteY154" fmla="*/ 2155069 h 2344739"/>
              <a:gd name="connsiteX155" fmla="*/ 4291212 w 12193149"/>
              <a:gd name="connsiteY155" fmla="*/ 2157986 h 2344739"/>
              <a:gd name="connsiteX156" fmla="*/ 4277290 w 12193149"/>
              <a:gd name="connsiteY156" fmla="*/ 2157740 h 2344739"/>
              <a:gd name="connsiteX157" fmla="*/ 4249265 w 12193149"/>
              <a:gd name="connsiteY157" fmla="*/ 2160064 h 2344739"/>
              <a:gd name="connsiteX158" fmla="*/ 4203199 w 12193149"/>
              <a:gd name="connsiteY158" fmla="*/ 2157269 h 2344739"/>
              <a:gd name="connsiteX159" fmla="*/ 4202893 w 12193149"/>
              <a:gd name="connsiteY159" fmla="*/ 2156010 h 2344739"/>
              <a:gd name="connsiteX160" fmla="*/ 4192396 w 12193149"/>
              <a:gd name="connsiteY160" fmla="*/ 2150376 h 2344739"/>
              <a:gd name="connsiteX161" fmla="*/ 4143893 w 12193149"/>
              <a:gd name="connsiteY161" fmla="*/ 2134511 h 2344739"/>
              <a:gd name="connsiteX162" fmla="*/ 4084245 w 12193149"/>
              <a:gd name="connsiteY162" fmla="*/ 2107978 h 2344739"/>
              <a:gd name="connsiteX163" fmla="*/ 4075694 w 12193149"/>
              <a:gd name="connsiteY163" fmla="*/ 2107143 h 2344739"/>
              <a:gd name="connsiteX164" fmla="*/ 4075575 w 12193149"/>
              <a:gd name="connsiteY164" fmla="*/ 2106844 h 2344739"/>
              <a:gd name="connsiteX165" fmla="*/ 4066658 w 12193149"/>
              <a:gd name="connsiteY165" fmla="*/ 2105400 h 2344739"/>
              <a:gd name="connsiteX166" fmla="*/ 4060102 w 12193149"/>
              <a:gd name="connsiteY166" fmla="*/ 2105618 h 2344739"/>
              <a:gd name="connsiteX167" fmla="*/ 4043512 w 12193149"/>
              <a:gd name="connsiteY167" fmla="*/ 2103997 h 2344739"/>
              <a:gd name="connsiteX168" fmla="*/ 4038145 w 12193149"/>
              <a:gd name="connsiteY168" fmla="*/ 2101563 h 2344739"/>
              <a:gd name="connsiteX169" fmla="*/ 4036511 w 12193149"/>
              <a:gd name="connsiteY169" fmla="*/ 2097896 h 2344739"/>
              <a:gd name="connsiteX170" fmla="*/ 4034926 w 12193149"/>
              <a:gd name="connsiteY170" fmla="*/ 2098131 h 2344739"/>
              <a:gd name="connsiteX171" fmla="*/ 4005686 w 12193149"/>
              <a:gd name="connsiteY171" fmla="*/ 2085563 h 2344739"/>
              <a:gd name="connsiteX172" fmla="*/ 3937994 w 12193149"/>
              <a:gd name="connsiteY172" fmla="*/ 2068106 h 2344739"/>
              <a:gd name="connsiteX173" fmla="*/ 3898423 w 12193149"/>
              <a:gd name="connsiteY173" fmla="*/ 2062451 h 2344739"/>
              <a:gd name="connsiteX174" fmla="*/ 3790908 w 12193149"/>
              <a:gd name="connsiteY174" fmla="*/ 2042213 h 2344739"/>
              <a:gd name="connsiteX175" fmla="*/ 3683661 w 12193149"/>
              <a:gd name="connsiteY175" fmla="*/ 2018290 h 2344739"/>
              <a:gd name="connsiteX176" fmla="*/ 3611183 w 12193149"/>
              <a:gd name="connsiteY176" fmla="*/ 1986019 h 2344739"/>
              <a:gd name="connsiteX177" fmla="*/ 3605003 w 12193149"/>
              <a:gd name="connsiteY177" fmla="*/ 1987381 h 2344739"/>
              <a:gd name="connsiteX178" fmla="*/ 3595884 w 12193149"/>
              <a:gd name="connsiteY178" fmla="*/ 1987545 h 2344739"/>
              <a:gd name="connsiteX179" fmla="*/ 3595649 w 12193149"/>
              <a:gd name="connsiteY179" fmla="*/ 1987276 h 2344739"/>
              <a:gd name="connsiteX180" fmla="*/ 3587126 w 12193149"/>
              <a:gd name="connsiteY180" fmla="*/ 1987966 h 2344739"/>
              <a:gd name="connsiteX181" fmla="*/ 3537283 w 12193149"/>
              <a:gd name="connsiteY181" fmla="*/ 1978267 h 2344739"/>
              <a:gd name="connsiteX182" fmla="*/ 3474371 w 12193149"/>
              <a:gd name="connsiteY182" fmla="*/ 1974606 h 2344739"/>
              <a:gd name="connsiteX183" fmla="*/ 3401876 w 12193149"/>
              <a:gd name="connsiteY183" fmla="*/ 1962558 h 2344739"/>
              <a:gd name="connsiteX184" fmla="*/ 3365036 w 12193149"/>
              <a:gd name="connsiteY184" fmla="*/ 1979510 h 2344739"/>
              <a:gd name="connsiteX185" fmla="*/ 3345174 w 12193149"/>
              <a:gd name="connsiteY185" fmla="*/ 1981192 h 2344739"/>
              <a:gd name="connsiteX186" fmla="*/ 3342846 w 12193149"/>
              <a:gd name="connsiteY186" fmla="*/ 1980217 h 2344739"/>
              <a:gd name="connsiteX187" fmla="*/ 3263504 w 12193149"/>
              <a:gd name="connsiteY187" fmla="*/ 1986094 h 2344739"/>
              <a:gd name="connsiteX188" fmla="*/ 3143704 w 12193149"/>
              <a:gd name="connsiteY188" fmla="*/ 1993869 h 2344739"/>
              <a:gd name="connsiteX189" fmla="*/ 3031439 w 12193149"/>
              <a:gd name="connsiteY189" fmla="*/ 1996512 h 2344739"/>
              <a:gd name="connsiteX190" fmla="*/ 2782717 w 12193149"/>
              <a:gd name="connsiteY190" fmla="*/ 2018333 h 2344739"/>
              <a:gd name="connsiteX191" fmla="*/ 2647675 w 12193149"/>
              <a:gd name="connsiteY191" fmla="*/ 2028869 h 2344739"/>
              <a:gd name="connsiteX192" fmla="*/ 2569176 w 12193149"/>
              <a:gd name="connsiteY192" fmla="*/ 2002628 h 2344739"/>
              <a:gd name="connsiteX193" fmla="*/ 2444403 w 12193149"/>
              <a:gd name="connsiteY193" fmla="*/ 2016529 h 2344739"/>
              <a:gd name="connsiteX194" fmla="*/ 2316260 w 12193149"/>
              <a:gd name="connsiteY194" fmla="*/ 2024996 h 2344739"/>
              <a:gd name="connsiteX195" fmla="*/ 2209726 w 12193149"/>
              <a:gd name="connsiteY195" fmla="*/ 2019763 h 2344739"/>
              <a:gd name="connsiteX196" fmla="*/ 2095813 w 12193149"/>
              <a:gd name="connsiteY196" fmla="*/ 2003052 h 2344739"/>
              <a:gd name="connsiteX197" fmla="*/ 1998504 w 12193149"/>
              <a:gd name="connsiteY197" fmla="*/ 1995032 h 2344739"/>
              <a:gd name="connsiteX198" fmla="*/ 1929320 w 12193149"/>
              <a:gd name="connsiteY198" fmla="*/ 2016977 h 2344739"/>
              <a:gd name="connsiteX199" fmla="*/ 1922798 w 12193149"/>
              <a:gd name="connsiteY199" fmla="*/ 2012146 h 2344739"/>
              <a:gd name="connsiteX200" fmla="*/ 1874228 w 12193149"/>
              <a:gd name="connsiteY200" fmla="*/ 2013741 h 2344739"/>
              <a:gd name="connsiteX201" fmla="*/ 1787803 w 12193149"/>
              <a:gd name="connsiteY201" fmla="*/ 2041363 h 2344739"/>
              <a:gd name="connsiteX202" fmla="*/ 1739352 w 12193149"/>
              <a:gd name="connsiteY202" fmla="*/ 2036312 h 2344739"/>
              <a:gd name="connsiteX203" fmla="*/ 1676219 w 12193149"/>
              <a:gd name="connsiteY203" fmla="*/ 2019963 h 2344739"/>
              <a:gd name="connsiteX204" fmla="*/ 1609817 w 12193149"/>
              <a:gd name="connsiteY204" fmla="*/ 2013066 h 2344739"/>
              <a:gd name="connsiteX205" fmla="*/ 1497258 w 12193149"/>
              <a:gd name="connsiteY205" fmla="*/ 1987476 h 2344739"/>
              <a:gd name="connsiteX206" fmla="*/ 1151127 w 12193149"/>
              <a:gd name="connsiteY206" fmla="*/ 1938041 h 2344739"/>
              <a:gd name="connsiteX207" fmla="*/ 859417 w 12193149"/>
              <a:gd name="connsiteY207" fmla="*/ 1928608 h 2344739"/>
              <a:gd name="connsiteX208" fmla="*/ 838688 w 12193149"/>
              <a:gd name="connsiteY208" fmla="*/ 1929821 h 2344739"/>
              <a:gd name="connsiteX209" fmla="*/ 817957 w 12193149"/>
              <a:gd name="connsiteY209" fmla="*/ 1927857 h 2344739"/>
              <a:gd name="connsiteX210" fmla="*/ 812654 w 12193149"/>
              <a:gd name="connsiteY210" fmla="*/ 1930751 h 2344739"/>
              <a:gd name="connsiteX211" fmla="*/ 721195 w 12193149"/>
              <a:gd name="connsiteY211" fmla="*/ 1929661 h 2344739"/>
              <a:gd name="connsiteX212" fmla="*/ 720890 w 12193149"/>
              <a:gd name="connsiteY212" fmla="*/ 1928399 h 2344739"/>
              <a:gd name="connsiteX213" fmla="*/ 710023 w 12193149"/>
              <a:gd name="connsiteY213" fmla="*/ 1922722 h 2344739"/>
              <a:gd name="connsiteX214" fmla="*/ 597940 w 12193149"/>
              <a:gd name="connsiteY214" fmla="*/ 1879864 h 2344739"/>
              <a:gd name="connsiteX215" fmla="*/ 579683 w 12193149"/>
              <a:gd name="connsiteY215" fmla="*/ 1877212 h 2344739"/>
              <a:gd name="connsiteX216" fmla="*/ 572865 w 12193149"/>
              <a:gd name="connsiteY216" fmla="*/ 1877401 h 2344739"/>
              <a:gd name="connsiteX217" fmla="*/ 446247 w 12193149"/>
              <a:gd name="connsiteY217" fmla="*/ 1839371 h 2344739"/>
              <a:gd name="connsiteX218" fmla="*/ 405163 w 12193149"/>
              <a:gd name="connsiteY218" fmla="*/ 1833548 h 2344739"/>
              <a:gd name="connsiteX219" fmla="*/ 293583 w 12193149"/>
              <a:gd name="connsiteY219" fmla="*/ 1812852 h 2344739"/>
              <a:gd name="connsiteX220" fmla="*/ 119529 w 12193149"/>
              <a:gd name="connsiteY220" fmla="*/ 1761047 h 2344739"/>
              <a:gd name="connsiteX221" fmla="*/ 16674 w 12193149"/>
              <a:gd name="connsiteY221" fmla="*/ 1758191 h 2344739"/>
              <a:gd name="connsiteX222" fmla="*/ 1150 w 12193149"/>
              <a:gd name="connsiteY222" fmla="*/ 1752722 h 2344739"/>
              <a:gd name="connsiteX223" fmla="*/ 1148 w 12193149"/>
              <a:gd name="connsiteY223" fmla="*/ 222213 h 2344739"/>
              <a:gd name="connsiteX224" fmla="*/ 1148 w 12193149"/>
              <a:gd name="connsiteY224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190394 w 12193149"/>
              <a:gd name="connsiteY68" fmla="*/ 1912467 h 2344739"/>
              <a:gd name="connsiteX69" fmla="*/ 9114960 w 12193149"/>
              <a:gd name="connsiteY69" fmla="*/ 1919069 h 2344739"/>
              <a:gd name="connsiteX70" fmla="*/ 9054601 w 12193149"/>
              <a:gd name="connsiteY70" fmla="*/ 1910755 h 2344739"/>
              <a:gd name="connsiteX71" fmla="*/ 9006634 w 12193149"/>
              <a:gd name="connsiteY71" fmla="*/ 1914040 h 2344739"/>
              <a:gd name="connsiteX72" fmla="*/ 9006349 w 12193149"/>
              <a:gd name="connsiteY72" fmla="*/ 1913800 h 2344739"/>
              <a:gd name="connsiteX73" fmla="*/ 8997380 w 12193149"/>
              <a:gd name="connsiteY73" fmla="*/ 1915011 h 2344739"/>
              <a:gd name="connsiteX74" fmla="*/ 8991542 w 12193149"/>
              <a:gd name="connsiteY74" fmla="*/ 1917072 h 2344739"/>
              <a:gd name="connsiteX75" fmla="*/ 8975485 w 12193149"/>
              <a:gd name="connsiteY75" fmla="*/ 1920298 h 2344739"/>
              <a:gd name="connsiteX76" fmla="*/ 8969159 w 12193149"/>
              <a:gd name="connsiteY76" fmla="*/ 1919598 h 2344739"/>
              <a:gd name="connsiteX77" fmla="*/ 8964196 w 12193149"/>
              <a:gd name="connsiteY77" fmla="*/ 1917373 h 2344739"/>
              <a:gd name="connsiteX78" fmla="*/ 8930136 w 12193149"/>
              <a:gd name="connsiteY78" fmla="*/ 1914185 h 2344739"/>
              <a:gd name="connsiteX79" fmla="*/ 8753592 w 12193149"/>
              <a:gd name="connsiteY79" fmla="*/ 1933417 h 2344739"/>
              <a:gd name="connsiteX80" fmla="*/ 8708995 w 12193149"/>
              <a:gd name="connsiteY80" fmla="*/ 1935518 h 2344739"/>
              <a:gd name="connsiteX81" fmla="*/ 8597219 w 12193149"/>
              <a:gd name="connsiteY81" fmla="*/ 1944090 h 2344739"/>
              <a:gd name="connsiteX82" fmla="*/ 8526378 w 12193149"/>
              <a:gd name="connsiteY82" fmla="*/ 1929248 h 2344739"/>
              <a:gd name="connsiteX83" fmla="*/ 8512131 w 12193149"/>
              <a:gd name="connsiteY83" fmla="*/ 1935163 h 2344739"/>
              <a:gd name="connsiteX84" fmla="*/ 8507315 w 12193149"/>
              <a:gd name="connsiteY84" fmla="*/ 1938164 h 2344739"/>
              <a:gd name="connsiteX85" fmla="*/ 8499116 w 12193149"/>
              <a:gd name="connsiteY85" fmla="*/ 1940902 h 2344739"/>
              <a:gd name="connsiteX86" fmla="*/ 8498742 w 12193149"/>
              <a:gd name="connsiteY86" fmla="*/ 1940723 h 2344739"/>
              <a:gd name="connsiteX87" fmla="*/ 8491397 w 12193149"/>
              <a:gd name="connsiteY87" fmla="*/ 1943773 h 2344739"/>
              <a:gd name="connsiteX88" fmla="*/ 8368330 w 12193149"/>
              <a:gd name="connsiteY88" fmla="*/ 1957815 h 2344739"/>
              <a:gd name="connsiteX89" fmla="*/ 8354947 w 12193149"/>
              <a:gd name="connsiteY89" fmla="*/ 1958009 h 2344739"/>
              <a:gd name="connsiteX90" fmla="*/ 8321252 w 12193149"/>
              <a:gd name="connsiteY90" fmla="*/ 1974587 h 2344739"/>
              <a:gd name="connsiteX91" fmla="*/ 8315581 w 12193149"/>
              <a:gd name="connsiteY91" fmla="*/ 1974913 h 2344739"/>
              <a:gd name="connsiteX92" fmla="*/ 8296322 w 12193149"/>
              <a:gd name="connsiteY92" fmla="*/ 1988808 h 2344739"/>
              <a:gd name="connsiteX93" fmla="*/ 8285424 w 12193149"/>
              <a:gd name="connsiteY93" fmla="*/ 1994631 h 2344739"/>
              <a:gd name="connsiteX94" fmla="*/ 8284298 w 12193149"/>
              <a:gd name="connsiteY94" fmla="*/ 1999074 h 2344739"/>
              <a:gd name="connsiteX95" fmla="*/ 8267224 w 12193149"/>
              <a:gd name="connsiteY95" fmla="*/ 2006249 h 2344739"/>
              <a:gd name="connsiteX96" fmla="*/ 8264525 w 12193149"/>
              <a:gd name="connsiteY96" fmla="*/ 2006019 h 2344739"/>
              <a:gd name="connsiteX97" fmla="*/ 8253181 w 12193149"/>
              <a:gd name="connsiteY97" fmla="*/ 2015862 h 2344739"/>
              <a:gd name="connsiteX98" fmla="*/ 8246982 w 12193149"/>
              <a:gd name="connsiteY98" fmla="*/ 2028854 h 2344739"/>
              <a:gd name="connsiteX99" fmla="*/ 8091420 w 12193149"/>
              <a:gd name="connsiteY99" fmla="*/ 2075015 h 2344739"/>
              <a:gd name="connsiteX100" fmla="*/ 7906555 w 12193149"/>
              <a:gd name="connsiteY100" fmla="*/ 2116988 h 2344739"/>
              <a:gd name="connsiteX101" fmla="*/ 7719893 w 12193149"/>
              <a:gd name="connsiteY101" fmla="*/ 2142703 h 2344739"/>
              <a:gd name="connsiteX102" fmla="*/ 7615495 w 12193149"/>
              <a:gd name="connsiteY102" fmla="*/ 2139232 h 2344739"/>
              <a:gd name="connsiteX103" fmla="*/ 7528691 w 12193149"/>
              <a:gd name="connsiteY103" fmla="*/ 2145060 h 2344739"/>
              <a:gd name="connsiteX104" fmla="*/ 7520719 w 12193149"/>
              <a:gd name="connsiteY104" fmla="*/ 2147613 h 2344739"/>
              <a:gd name="connsiteX105" fmla="*/ 7508559 w 12193149"/>
              <a:gd name="connsiteY105" fmla="*/ 2148948 h 2344739"/>
              <a:gd name="connsiteX106" fmla="*/ 7508188 w 12193149"/>
              <a:gd name="connsiteY106" fmla="*/ 2148621 h 2344739"/>
              <a:gd name="connsiteX107" fmla="*/ 7496943 w 12193149"/>
              <a:gd name="connsiteY107" fmla="*/ 2150573 h 2344739"/>
              <a:gd name="connsiteX108" fmla="*/ 7406539 w 12193149"/>
              <a:gd name="connsiteY108" fmla="*/ 2142468 h 2344739"/>
              <a:gd name="connsiteX109" fmla="*/ 7219707 w 12193149"/>
              <a:gd name="connsiteY109" fmla="*/ 2156680 h 2344739"/>
              <a:gd name="connsiteX110" fmla="*/ 7202249 w 12193149"/>
              <a:gd name="connsiteY110" fmla="*/ 2161230 h 2344739"/>
              <a:gd name="connsiteX111" fmla="*/ 7198152 w 12193149"/>
              <a:gd name="connsiteY111" fmla="*/ 2166588 h 2344739"/>
              <a:gd name="connsiteX112" fmla="*/ 7171956 w 12193149"/>
              <a:gd name="connsiteY112" fmla="*/ 2171236 h 2344739"/>
              <a:gd name="connsiteX113" fmla="*/ 7098136 w 12193149"/>
              <a:gd name="connsiteY113" fmla="*/ 2183464 h 2344739"/>
              <a:gd name="connsiteX114" fmla="*/ 7019644 w 12193149"/>
              <a:gd name="connsiteY114" fmla="*/ 2183090 h 2344739"/>
              <a:gd name="connsiteX115" fmla="*/ 6905294 w 12193149"/>
              <a:gd name="connsiteY115" fmla="*/ 2212596 h 2344739"/>
              <a:gd name="connsiteX116" fmla="*/ 6709370 w 12193149"/>
              <a:gd name="connsiteY116" fmla="*/ 2240551 h 2344739"/>
              <a:gd name="connsiteX117" fmla="*/ 6550602 w 12193149"/>
              <a:gd name="connsiteY117" fmla="*/ 2269327 h 2344739"/>
              <a:gd name="connsiteX118" fmla="*/ 6318708 w 12193149"/>
              <a:gd name="connsiteY118" fmla="*/ 2316127 h 2344739"/>
              <a:gd name="connsiteX119" fmla="*/ 6169822 w 12193149"/>
              <a:gd name="connsiteY119" fmla="*/ 2318214 h 2344739"/>
              <a:gd name="connsiteX120" fmla="*/ 6074996 w 12193149"/>
              <a:gd name="connsiteY120" fmla="*/ 2338676 h 2344739"/>
              <a:gd name="connsiteX121" fmla="*/ 6069677 w 12193149"/>
              <a:gd name="connsiteY121" fmla="*/ 2337139 h 2344739"/>
              <a:gd name="connsiteX122" fmla="*/ 6049786 w 12193149"/>
              <a:gd name="connsiteY122" fmla="*/ 2337822 h 2344739"/>
              <a:gd name="connsiteX123" fmla="*/ 6042433 w 12193149"/>
              <a:gd name="connsiteY123" fmla="*/ 2329473 h 2344739"/>
              <a:gd name="connsiteX124" fmla="*/ 6011238 w 12193149"/>
              <a:gd name="connsiteY124" fmla="*/ 2324380 h 2344739"/>
              <a:gd name="connsiteX125" fmla="*/ 5958523 w 12193149"/>
              <a:gd name="connsiteY125" fmla="*/ 2328024 h 2344739"/>
              <a:gd name="connsiteX126" fmla="*/ 5760067 w 12193149"/>
              <a:gd name="connsiteY126" fmla="*/ 2343716 h 2344739"/>
              <a:gd name="connsiteX127" fmla="*/ 5628108 w 12193149"/>
              <a:gd name="connsiteY127" fmla="*/ 2344739 h 2344739"/>
              <a:gd name="connsiteX128" fmla="*/ 5472054 w 12193149"/>
              <a:gd name="connsiteY128" fmla="*/ 2330719 h 2344739"/>
              <a:gd name="connsiteX129" fmla="*/ 5433909 w 12193149"/>
              <a:gd name="connsiteY129" fmla="*/ 2319466 h 2344739"/>
              <a:gd name="connsiteX130" fmla="*/ 5382817 w 12193149"/>
              <a:gd name="connsiteY130" fmla="*/ 2301764 h 2344739"/>
              <a:gd name="connsiteX131" fmla="*/ 5262912 w 12193149"/>
              <a:gd name="connsiteY131" fmla="*/ 2281347 h 2344739"/>
              <a:gd name="connsiteX132" fmla="*/ 5224109 w 12193149"/>
              <a:gd name="connsiteY132" fmla="*/ 2270223 h 2344739"/>
              <a:gd name="connsiteX133" fmla="*/ 5175808 w 12193149"/>
              <a:gd name="connsiteY133" fmla="*/ 2267233 h 2344739"/>
              <a:gd name="connsiteX134" fmla="*/ 5157702 w 12193149"/>
              <a:gd name="connsiteY134" fmla="*/ 2260010 h 2344739"/>
              <a:gd name="connsiteX135" fmla="*/ 5143747 w 12193149"/>
              <a:gd name="connsiteY135" fmla="*/ 2256610 h 2344739"/>
              <a:gd name="connsiteX136" fmla="*/ 5140744 w 12193149"/>
              <a:gd name="connsiteY136" fmla="*/ 2254509 h 2344739"/>
              <a:gd name="connsiteX137" fmla="*/ 5122807 w 12193149"/>
              <a:gd name="connsiteY137" fmla="*/ 2243656 h 2344739"/>
              <a:gd name="connsiteX138" fmla="*/ 5066938 w 12193149"/>
              <a:gd name="connsiteY138" fmla="*/ 2250227 h 2344739"/>
              <a:gd name="connsiteX139" fmla="*/ 5012662 w 12193149"/>
              <a:gd name="connsiteY139" fmla="*/ 2233846 h 2344739"/>
              <a:gd name="connsiteX140" fmla="*/ 4841589 w 12193149"/>
              <a:gd name="connsiteY140" fmla="*/ 2209829 h 2344739"/>
              <a:gd name="connsiteX141" fmla="*/ 4763595 w 12193149"/>
              <a:gd name="connsiteY141" fmla="*/ 2182061 h 2344739"/>
              <a:gd name="connsiteX142" fmla="*/ 4724334 w 12193149"/>
              <a:gd name="connsiteY142" fmla="*/ 2173047 h 2344739"/>
              <a:gd name="connsiteX143" fmla="*/ 4722324 w 12193149"/>
              <a:gd name="connsiteY143" fmla="*/ 2172298 h 2344739"/>
              <a:gd name="connsiteX144" fmla="*/ 4723259 w 12193149"/>
              <a:gd name="connsiteY144" fmla="*/ 2172087 h 2344739"/>
              <a:gd name="connsiteX145" fmla="*/ 4718350 w 12193149"/>
              <a:gd name="connsiteY145" fmla="*/ 2170817 h 2344739"/>
              <a:gd name="connsiteX146" fmla="*/ 4722324 w 12193149"/>
              <a:gd name="connsiteY146" fmla="*/ 2172298 h 2344739"/>
              <a:gd name="connsiteX147" fmla="*/ 4716674 w 12193149"/>
              <a:gd name="connsiteY147" fmla="*/ 2173573 h 2344739"/>
              <a:gd name="connsiteX148" fmla="*/ 4516962 w 12193149"/>
              <a:gd name="connsiteY148" fmla="*/ 2163671 h 2344739"/>
              <a:gd name="connsiteX149" fmla="*/ 4429691 w 12193149"/>
              <a:gd name="connsiteY149" fmla="*/ 2153020 h 2344739"/>
              <a:gd name="connsiteX150" fmla="*/ 4364023 w 12193149"/>
              <a:gd name="connsiteY150" fmla="*/ 2151674 h 2344739"/>
              <a:gd name="connsiteX151" fmla="*/ 4318114 w 12193149"/>
              <a:gd name="connsiteY151" fmla="*/ 2158289 h 2344739"/>
              <a:gd name="connsiteX152" fmla="*/ 4316258 w 12193149"/>
              <a:gd name="connsiteY152" fmla="*/ 2156948 h 2344739"/>
              <a:gd name="connsiteX153" fmla="*/ 4296292 w 12193149"/>
              <a:gd name="connsiteY153" fmla="*/ 2155069 h 2344739"/>
              <a:gd name="connsiteX154" fmla="*/ 4291212 w 12193149"/>
              <a:gd name="connsiteY154" fmla="*/ 2157986 h 2344739"/>
              <a:gd name="connsiteX155" fmla="*/ 4277290 w 12193149"/>
              <a:gd name="connsiteY155" fmla="*/ 2157740 h 2344739"/>
              <a:gd name="connsiteX156" fmla="*/ 4249265 w 12193149"/>
              <a:gd name="connsiteY156" fmla="*/ 2160064 h 2344739"/>
              <a:gd name="connsiteX157" fmla="*/ 4203199 w 12193149"/>
              <a:gd name="connsiteY157" fmla="*/ 2157269 h 2344739"/>
              <a:gd name="connsiteX158" fmla="*/ 4202893 w 12193149"/>
              <a:gd name="connsiteY158" fmla="*/ 2156010 h 2344739"/>
              <a:gd name="connsiteX159" fmla="*/ 4192396 w 12193149"/>
              <a:gd name="connsiteY159" fmla="*/ 2150376 h 2344739"/>
              <a:gd name="connsiteX160" fmla="*/ 4143893 w 12193149"/>
              <a:gd name="connsiteY160" fmla="*/ 2134511 h 2344739"/>
              <a:gd name="connsiteX161" fmla="*/ 4084245 w 12193149"/>
              <a:gd name="connsiteY161" fmla="*/ 2107978 h 2344739"/>
              <a:gd name="connsiteX162" fmla="*/ 4075694 w 12193149"/>
              <a:gd name="connsiteY162" fmla="*/ 2107143 h 2344739"/>
              <a:gd name="connsiteX163" fmla="*/ 4075575 w 12193149"/>
              <a:gd name="connsiteY163" fmla="*/ 2106844 h 2344739"/>
              <a:gd name="connsiteX164" fmla="*/ 4066658 w 12193149"/>
              <a:gd name="connsiteY164" fmla="*/ 2105400 h 2344739"/>
              <a:gd name="connsiteX165" fmla="*/ 4060102 w 12193149"/>
              <a:gd name="connsiteY165" fmla="*/ 2105618 h 2344739"/>
              <a:gd name="connsiteX166" fmla="*/ 4043512 w 12193149"/>
              <a:gd name="connsiteY166" fmla="*/ 2103997 h 2344739"/>
              <a:gd name="connsiteX167" fmla="*/ 4038145 w 12193149"/>
              <a:gd name="connsiteY167" fmla="*/ 2101563 h 2344739"/>
              <a:gd name="connsiteX168" fmla="*/ 4036511 w 12193149"/>
              <a:gd name="connsiteY168" fmla="*/ 2097896 h 2344739"/>
              <a:gd name="connsiteX169" fmla="*/ 4034926 w 12193149"/>
              <a:gd name="connsiteY169" fmla="*/ 2098131 h 2344739"/>
              <a:gd name="connsiteX170" fmla="*/ 4005686 w 12193149"/>
              <a:gd name="connsiteY170" fmla="*/ 2085563 h 2344739"/>
              <a:gd name="connsiteX171" fmla="*/ 3937994 w 12193149"/>
              <a:gd name="connsiteY171" fmla="*/ 2068106 h 2344739"/>
              <a:gd name="connsiteX172" fmla="*/ 3898423 w 12193149"/>
              <a:gd name="connsiteY172" fmla="*/ 2062451 h 2344739"/>
              <a:gd name="connsiteX173" fmla="*/ 3790908 w 12193149"/>
              <a:gd name="connsiteY173" fmla="*/ 2042213 h 2344739"/>
              <a:gd name="connsiteX174" fmla="*/ 3683661 w 12193149"/>
              <a:gd name="connsiteY174" fmla="*/ 2018290 h 2344739"/>
              <a:gd name="connsiteX175" fmla="*/ 3611183 w 12193149"/>
              <a:gd name="connsiteY175" fmla="*/ 1986019 h 2344739"/>
              <a:gd name="connsiteX176" fmla="*/ 3605003 w 12193149"/>
              <a:gd name="connsiteY176" fmla="*/ 1987381 h 2344739"/>
              <a:gd name="connsiteX177" fmla="*/ 3595884 w 12193149"/>
              <a:gd name="connsiteY177" fmla="*/ 1987545 h 2344739"/>
              <a:gd name="connsiteX178" fmla="*/ 3595649 w 12193149"/>
              <a:gd name="connsiteY178" fmla="*/ 1987276 h 2344739"/>
              <a:gd name="connsiteX179" fmla="*/ 3587126 w 12193149"/>
              <a:gd name="connsiteY179" fmla="*/ 1987966 h 2344739"/>
              <a:gd name="connsiteX180" fmla="*/ 3537283 w 12193149"/>
              <a:gd name="connsiteY180" fmla="*/ 1978267 h 2344739"/>
              <a:gd name="connsiteX181" fmla="*/ 3474371 w 12193149"/>
              <a:gd name="connsiteY181" fmla="*/ 1974606 h 2344739"/>
              <a:gd name="connsiteX182" fmla="*/ 3401876 w 12193149"/>
              <a:gd name="connsiteY182" fmla="*/ 1962558 h 2344739"/>
              <a:gd name="connsiteX183" fmla="*/ 3365036 w 12193149"/>
              <a:gd name="connsiteY183" fmla="*/ 1979510 h 2344739"/>
              <a:gd name="connsiteX184" fmla="*/ 3345174 w 12193149"/>
              <a:gd name="connsiteY184" fmla="*/ 1981192 h 2344739"/>
              <a:gd name="connsiteX185" fmla="*/ 3342846 w 12193149"/>
              <a:gd name="connsiteY185" fmla="*/ 1980217 h 2344739"/>
              <a:gd name="connsiteX186" fmla="*/ 3263504 w 12193149"/>
              <a:gd name="connsiteY186" fmla="*/ 1986094 h 2344739"/>
              <a:gd name="connsiteX187" fmla="*/ 3143704 w 12193149"/>
              <a:gd name="connsiteY187" fmla="*/ 1993869 h 2344739"/>
              <a:gd name="connsiteX188" fmla="*/ 3031439 w 12193149"/>
              <a:gd name="connsiteY188" fmla="*/ 1996512 h 2344739"/>
              <a:gd name="connsiteX189" fmla="*/ 2782717 w 12193149"/>
              <a:gd name="connsiteY189" fmla="*/ 2018333 h 2344739"/>
              <a:gd name="connsiteX190" fmla="*/ 2647675 w 12193149"/>
              <a:gd name="connsiteY190" fmla="*/ 2028869 h 2344739"/>
              <a:gd name="connsiteX191" fmla="*/ 2569176 w 12193149"/>
              <a:gd name="connsiteY191" fmla="*/ 2002628 h 2344739"/>
              <a:gd name="connsiteX192" fmla="*/ 2444403 w 12193149"/>
              <a:gd name="connsiteY192" fmla="*/ 2016529 h 2344739"/>
              <a:gd name="connsiteX193" fmla="*/ 2316260 w 12193149"/>
              <a:gd name="connsiteY193" fmla="*/ 2024996 h 2344739"/>
              <a:gd name="connsiteX194" fmla="*/ 2209726 w 12193149"/>
              <a:gd name="connsiteY194" fmla="*/ 2019763 h 2344739"/>
              <a:gd name="connsiteX195" fmla="*/ 2095813 w 12193149"/>
              <a:gd name="connsiteY195" fmla="*/ 2003052 h 2344739"/>
              <a:gd name="connsiteX196" fmla="*/ 1998504 w 12193149"/>
              <a:gd name="connsiteY196" fmla="*/ 1995032 h 2344739"/>
              <a:gd name="connsiteX197" fmla="*/ 1929320 w 12193149"/>
              <a:gd name="connsiteY197" fmla="*/ 2016977 h 2344739"/>
              <a:gd name="connsiteX198" fmla="*/ 1922798 w 12193149"/>
              <a:gd name="connsiteY198" fmla="*/ 2012146 h 2344739"/>
              <a:gd name="connsiteX199" fmla="*/ 1874228 w 12193149"/>
              <a:gd name="connsiteY199" fmla="*/ 2013741 h 2344739"/>
              <a:gd name="connsiteX200" fmla="*/ 1787803 w 12193149"/>
              <a:gd name="connsiteY200" fmla="*/ 2041363 h 2344739"/>
              <a:gd name="connsiteX201" fmla="*/ 1739352 w 12193149"/>
              <a:gd name="connsiteY201" fmla="*/ 2036312 h 2344739"/>
              <a:gd name="connsiteX202" fmla="*/ 1676219 w 12193149"/>
              <a:gd name="connsiteY202" fmla="*/ 2019963 h 2344739"/>
              <a:gd name="connsiteX203" fmla="*/ 1609817 w 12193149"/>
              <a:gd name="connsiteY203" fmla="*/ 2013066 h 2344739"/>
              <a:gd name="connsiteX204" fmla="*/ 1497258 w 12193149"/>
              <a:gd name="connsiteY204" fmla="*/ 1987476 h 2344739"/>
              <a:gd name="connsiteX205" fmla="*/ 1151127 w 12193149"/>
              <a:gd name="connsiteY205" fmla="*/ 1938041 h 2344739"/>
              <a:gd name="connsiteX206" fmla="*/ 859417 w 12193149"/>
              <a:gd name="connsiteY206" fmla="*/ 1928608 h 2344739"/>
              <a:gd name="connsiteX207" fmla="*/ 838688 w 12193149"/>
              <a:gd name="connsiteY207" fmla="*/ 1929821 h 2344739"/>
              <a:gd name="connsiteX208" fmla="*/ 817957 w 12193149"/>
              <a:gd name="connsiteY208" fmla="*/ 1927857 h 2344739"/>
              <a:gd name="connsiteX209" fmla="*/ 812654 w 12193149"/>
              <a:gd name="connsiteY209" fmla="*/ 1930751 h 2344739"/>
              <a:gd name="connsiteX210" fmla="*/ 721195 w 12193149"/>
              <a:gd name="connsiteY210" fmla="*/ 1929661 h 2344739"/>
              <a:gd name="connsiteX211" fmla="*/ 720890 w 12193149"/>
              <a:gd name="connsiteY211" fmla="*/ 1928399 h 2344739"/>
              <a:gd name="connsiteX212" fmla="*/ 710023 w 12193149"/>
              <a:gd name="connsiteY212" fmla="*/ 1922722 h 2344739"/>
              <a:gd name="connsiteX213" fmla="*/ 597940 w 12193149"/>
              <a:gd name="connsiteY213" fmla="*/ 1879864 h 2344739"/>
              <a:gd name="connsiteX214" fmla="*/ 579683 w 12193149"/>
              <a:gd name="connsiteY214" fmla="*/ 1877212 h 2344739"/>
              <a:gd name="connsiteX215" fmla="*/ 572865 w 12193149"/>
              <a:gd name="connsiteY215" fmla="*/ 1877401 h 2344739"/>
              <a:gd name="connsiteX216" fmla="*/ 446247 w 12193149"/>
              <a:gd name="connsiteY216" fmla="*/ 1839371 h 2344739"/>
              <a:gd name="connsiteX217" fmla="*/ 405163 w 12193149"/>
              <a:gd name="connsiteY217" fmla="*/ 1833548 h 2344739"/>
              <a:gd name="connsiteX218" fmla="*/ 293583 w 12193149"/>
              <a:gd name="connsiteY218" fmla="*/ 1812852 h 2344739"/>
              <a:gd name="connsiteX219" fmla="*/ 119529 w 12193149"/>
              <a:gd name="connsiteY219" fmla="*/ 1761047 h 2344739"/>
              <a:gd name="connsiteX220" fmla="*/ 16674 w 12193149"/>
              <a:gd name="connsiteY220" fmla="*/ 1758191 h 2344739"/>
              <a:gd name="connsiteX221" fmla="*/ 1150 w 12193149"/>
              <a:gd name="connsiteY221" fmla="*/ 1752722 h 2344739"/>
              <a:gd name="connsiteX222" fmla="*/ 1148 w 12193149"/>
              <a:gd name="connsiteY222" fmla="*/ 222213 h 2344739"/>
              <a:gd name="connsiteX223" fmla="*/ 1148 w 12193149"/>
              <a:gd name="connsiteY223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114960 w 12193149"/>
              <a:gd name="connsiteY68" fmla="*/ 1919069 h 2344739"/>
              <a:gd name="connsiteX69" fmla="*/ 9054601 w 12193149"/>
              <a:gd name="connsiteY69" fmla="*/ 1910755 h 2344739"/>
              <a:gd name="connsiteX70" fmla="*/ 9006634 w 12193149"/>
              <a:gd name="connsiteY70" fmla="*/ 1914040 h 2344739"/>
              <a:gd name="connsiteX71" fmla="*/ 9006349 w 12193149"/>
              <a:gd name="connsiteY71" fmla="*/ 1913800 h 2344739"/>
              <a:gd name="connsiteX72" fmla="*/ 8997380 w 12193149"/>
              <a:gd name="connsiteY72" fmla="*/ 1915011 h 2344739"/>
              <a:gd name="connsiteX73" fmla="*/ 8991542 w 12193149"/>
              <a:gd name="connsiteY73" fmla="*/ 1917072 h 2344739"/>
              <a:gd name="connsiteX74" fmla="*/ 8975485 w 12193149"/>
              <a:gd name="connsiteY74" fmla="*/ 1920298 h 2344739"/>
              <a:gd name="connsiteX75" fmla="*/ 8969159 w 12193149"/>
              <a:gd name="connsiteY75" fmla="*/ 1919598 h 2344739"/>
              <a:gd name="connsiteX76" fmla="*/ 8964196 w 12193149"/>
              <a:gd name="connsiteY76" fmla="*/ 1917373 h 2344739"/>
              <a:gd name="connsiteX77" fmla="*/ 8930136 w 12193149"/>
              <a:gd name="connsiteY77" fmla="*/ 1914185 h 2344739"/>
              <a:gd name="connsiteX78" fmla="*/ 8753592 w 12193149"/>
              <a:gd name="connsiteY78" fmla="*/ 1933417 h 2344739"/>
              <a:gd name="connsiteX79" fmla="*/ 8708995 w 12193149"/>
              <a:gd name="connsiteY79" fmla="*/ 1935518 h 2344739"/>
              <a:gd name="connsiteX80" fmla="*/ 8597219 w 12193149"/>
              <a:gd name="connsiteY80" fmla="*/ 1944090 h 2344739"/>
              <a:gd name="connsiteX81" fmla="*/ 8526378 w 12193149"/>
              <a:gd name="connsiteY81" fmla="*/ 1929248 h 2344739"/>
              <a:gd name="connsiteX82" fmla="*/ 8512131 w 12193149"/>
              <a:gd name="connsiteY82" fmla="*/ 1935163 h 2344739"/>
              <a:gd name="connsiteX83" fmla="*/ 8507315 w 12193149"/>
              <a:gd name="connsiteY83" fmla="*/ 1938164 h 2344739"/>
              <a:gd name="connsiteX84" fmla="*/ 8499116 w 12193149"/>
              <a:gd name="connsiteY84" fmla="*/ 1940902 h 2344739"/>
              <a:gd name="connsiteX85" fmla="*/ 8498742 w 12193149"/>
              <a:gd name="connsiteY85" fmla="*/ 1940723 h 2344739"/>
              <a:gd name="connsiteX86" fmla="*/ 8491397 w 12193149"/>
              <a:gd name="connsiteY86" fmla="*/ 1943773 h 2344739"/>
              <a:gd name="connsiteX87" fmla="*/ 8368330 w 12193149"/>
              <a:gd name="connsiteY87" fmla="*/ 1957815 h 2344739"/>
              <a:gd name="connsiteX88" fmla="*/ 8354947 w 12193149"/>
              <a:gd name="connsiteY88" fmla="*/ 1958009 h 2344739"/>
              <a:gd name="connsiteX89" fmla="*/ 8321252 w 12193149"/>
              <a:gd name="connsiteY89" fmla="*/ 1974587 h 2344739"/>
              <a:gd name="connsiteX90" fmla="*/ 8315581 w 12193149"/>
              <a:gd name="connsiteY90" fmla="*/ 1974913 h 2344739"/>
              <a:gd name="connsiteX91" fmla="*/ 8296322 w 12193149"/>
              <a:gd name="connsiteY91" fmla="*/ 1988808 h 2344739"/>
              <a:gd name="connsiteX92" fmla="*/ 8285424 w 12193149"/>
              <a:gd name="connsiteY92" fmla="*/ 1994631 h 2344739"/>
              <a:gd name="connsiteX93" fmla="*/ 8284298 w 12193149"/>
              <a:gd name="connsiteY93" fmla="*/ 1999074 h 2344739"/>
              <a:gd name="connsiteX94" fmla="*/ 8267224 w 12193149"/>
              <a:gd name="connsiteY94" fmla="*/ 2006249 h 2344739"/>
              <a:gd name="connsiteX95" fmla="*/ 8264525 w 12193149"/>
              <a:gd name="connsiteY95" fmla="*/ 2006019 h 2344739"/>
              <a:gd name="connsiteX96" fmla="*/ 8253181 w 12193149"/>
              <a:gd name="connsiteY96" fmla="*/ 2015862 h 2344739"/>
              <a:gd name="connsiteX97" fmla="*/ 8246982 w 12193149"/>
              <a:gd name="connsiteY97" fmla="*/ 2028854 h 2344739"/>
              <a:gd name="connsiteX98" fmla="*/ 8091420 w 12193149"/>
              <a:gd name="connsiteY98" fmla="*/ 2075015 h 2344739"/>
              <a:gd name="connsiteX99" fmla="*/ 7906555 w 12193149"/>
              <a:gd name="connsiteY99" fmla="*/ 2116988 h 2344739"/>
              <a:gd name="connsiteX100" fmla="*/ 7719893 w 12193149"/>
              <a:gd name="connsiteY100" fmla="*/ 2142703 h 2344739"/>
              <a:gd name="connsiteX101" fmla="*/ 7615495 w 12193149"/>
              <a:gd name="connsiteY101" fmla="*/ 2139232 h 2344739"/>
              <a:gd name="connsiteX102" fmla="*/ 7528691 w 12193149"/>
              <a:gd name="connsiteY102" fmla="*/ 2145060 h 2344739"/>
              <a:gd name="connsiteX103" fmla="*/ 7520719 w 12193149"/>
              <a:gd name="connsiteY103" fmla="*/ 2147613 h 2344739"/>
              <a:gd name="connsiteX104" fmla="*/ 7508559 w 12193149"/>
              <a:gd name="connsiteY104" fmla="*/ 2148948 h 2344739"/>
              <a:gd name="connsiteX105" fmla="*/ 7508188 w 12193149"/>
              <a:gd name="connsiteY105" fmla="*/ 2148621 h 2344739"/>
              <a:gd name="connsiteX106" fmla="*/ 7496943 w 12193149"/>
              <a:gd name="connsiteY106" fmla="*/ 2150573 h 2344739"/>
              <a:gd name="connsiteX107" fmla="*/ 7406539 w 12193149"/>
              <a:gd name="connsiteY107" fmla="*/ 2142468 h 2344739"/>
              <a:gd name="connsiteX108" fmla="*/ 7219707 w 12193149"/>
              <a:gd name="connsiteY108" fmla="*/ 2156680 h 2344739"/>
              <a:gd name="connsiteX109" fmla="*/ 7202249 w 12193149"/>
              <a:gd name="connsiteY109" fmla="*/ 2161230 h 2344739"/>
              <a:gd name="connsiteX110" fmla="*/ 7198152 w 12193149"/>
              <a:gd name="connsiteY110" fmla="*/ 2166588 h 2344739"/>
              <a:gd name="connsiteX111" fmla="*/ 7171956 w 12193149"/>
              <a:gd name="connsiteY111" fmla="*/ 2171236 h 2344739"/>
              <a:gd name="connsiteX112" fmla="*/ 7098136 w 12193149"/>
              <a:gd name="connsiteY112" fmla="*/ 2183464 h 2344739"/>
              <a:gd name="connsiteX113" fmla="*/ 7019644 w 12193149"/>
              <a:gd name="connsiteY113" fmla="*/ 2183090 h 2344739"/>
              <a:gd name="connsiteX114" fmla="*/ 6905294 w 12193149"/>
              <a:gd name="connsiteY114" fmla="*/ 2212596 h 2344739"/>
              <a:gd name="connsiteX115" fmla="*/ 6709370 w 12193149"/>
              <a:gd name="connsiteY115" fmla="*/ 2240551 h 2344739"/>
              <a:gd name="connsiteX116" fmla="*/ 6550602 w 12193149"/>
              <a:gd name="connsiteY116" fmla="*/ 2269327 h 2344739"/>
              <a:gd name="connsiteX117" fmla="*/ 6318708 w 12193149"/>
              <a:gd name="connsiteY117" fmla="*/ 2316127 h 2344739"/>
              <a:gd name="connsiteX118" fmla="*/ 6169822 w 12193149"/>
              <a:gd name="connsiteY118" fmla="*/ 2318214 h 2344739"/>
              <a:gd name="connsiteX119" fmla="*/ 6074996 w 12193149"/>
              <a:gd name="connsiteY119" fmla="*/ 2338676 h 2344739"/>
              <a:gd name="connsiteX120" fmla="*/ 6069677 w 12193149"/>
              <a:gd name="connsiteY120" fmla="*/ 2337139 h 2344739"/>
              <a:gd name="connsiteX121" fmla="*/ 6049786 w 12193149"/>
              <a:gd name="connsiteY121" fmla="*/ 2337822 h 2344739"/>
              <a:gd name="connsiteX122" fmla="*/ 6042433 w 12193149"/>
              <a:gd name="connsiteY122" fmla="*/ 2329473 h 2344739"/>
              <a:gd name="connsiteX123" fmla="*/ 6011238 w 12193149"/>
              <a:gd name="connsiteY123" fmla="*/ 2324380 h 2344739"/>
              <a:gd name="connsiteX124" fmla="*/ 5958523 w 12193149"/>
              <a:gd name="connsiteY124" fmla="*/ 2328024 h 2344739"/>
              <a:gd name="connsiteX125" fmla="*/ 5760067 w 12193149"/>
              <a:gd name="connsiteY125" fmla="*/ 2343716 h 2344739"/>
              <a:gd name="connsiteX126" fmla="*/ 5628108 w 12193149"/>
              <a:gd name="connsiteY126" fmla="*/ 2344739 h 2344739"/>
              <a:gd name="connsiteX127" fmla="*/ 5472054 w 12193149"/>
              <a:gd name="connsiteY127" fmla="*/ 2330719 h 2344739"/>
              <a:gd name="connsiteX128" fmla="*/ 5433909 w 12193149"/>
              <a:gd name="connsiteY128" fmla="*/ 2319466 h 2344739"/>
              <a:gd name="connsiteX129" fmla="*/ 5382817 w 12193149"/>
              <a:gd name="connsiteY129" fmla="*/ 2301764 h 2344739"/>
              <a:gd name="connsiteX130" fmla="*/ 5262912 w 12193149"/>
              <a:gd name="connsiteY130" fmla="*/ 2281347 h 2344739"/>
              <a:gd name="connsiteX131" fmla="*/ 5224109 w 12193149"/>
              <a:gd name="connsiteY131" fmla="*/ 2270223 h 2344739"/>
              <a:gd name="connsiteX132" fmla="*/ 5175808 w 12193149"/>
              <a:gd name="connsiteY132" fmla="*/ 2267233 h 2344739"/>
              <a:gd name="connsiteX133" fmla="*/ 5157702 w 12193149"/>
              <a:gd name="connsiteY133" fmla="*/ 2260010 h 2344739"/>
              <a:gd name="connsiteX134" fmla="*/ 5143747 w 12193149"/>
              <a:gd name="connsiteY134" fmla="*/ 2256610 h 2344739"/>
              <a:gd name="connsiteX135" fmla="*/ 5140744 w 12193149"/>
              <a:gd name="connsiteY135" fmla="*/ 2254509 h 2344739"/>
              <a:gd name="connsiteX136" fmla="*/ 5122807 w 12193149"/>
              <a:gd name="connsiteY136" fmla="*/ 2243656 h 2344739"/>
              <a:gd name="connsiteX137" fmla="*/ 5066938 w 12193149"/>
              <a:gd name="connsiteY137" fmla="*/ 2250227 h 2344739"/>
              <a:gd name="connsiteX138" fmla="*/ 5012662 w 12193149"/>
              <a:gd name="connsiteY138" fmla="*/ 2233846 h 2344739"/>
              <a:gd name="connsiteX139" fmla="*/ 4841589 w 12193149"/>
              <a:gd name="connsiteY139" fmla="*/ 2209829 h 2344739"/>
              <a:gd name="connsiteX140" fmla="*/ 4763595 w 12193149"/>
              <a:gd name="connsiteY140" fmla="*/ 2182061 h 2344739"/>
              <a:gd name="connsiteX141" fmla="*/ 4724334 w 12193149"/>
              <a:gd name="connsiteY141" fmla="*/ 2173047 h 2344739"/>
              <a:gd name="connsiteX142" fmla="*/ 4722324 w 12193149"/>
              <a:gd name="connsiteY142" fmla="*/ 2172298 h 2344739"/>
              <a:gd name="connsiteX143" fmla="*/ 4723259 w 12193149"/>
              <a:gd name="connsiteY143" fmla="*/ 2172087 h 2344739"/>
              <a:gd name="connsiteX144" fmla="*/ 4718350 w 12193149"/>
              <a:gd name="connsiteY144" fmla="*/ 2170817 h 2344739"/>
              <a:gd name="connsiteX145" fmla="*/ 4722324 w 12193149"/>
              <a:gd name="connsiteY145" fmla="*/ 2172298 h 2344739"/>
              <a:gd name="connsiteX146" fmla="*/ 4716674 w 12193149"/>
              <a:gd name="connsiteY146" fmla="*/ 2173573 h 2344739"/>
              <a:gd name="connsiteX147" fmla="*/ 4516962 w 12193149"/>
              <a:gd name="connsiteY147" fmla="*/ 2163671 h 2344739"/>
              <a:gd name="connsiteX148" fmla="*/ 4429691 w 12193149"/>
              <a:gd name="connsiteY148" fmla="*/ 2153020 h 2344739"/>
              <a:gd name="connsiteX149" fmla="*/ 4364023 w 12193149"/>
              <a:gd name="connsiteY149" fmla="*/ 2151674 h 2344739"/>
              <a:gd name="connsiteX150" fmla="*/ 4318114 w 12193149"/>
              <a:gd name="connsiteY150" fmla="*/ 2158289 h 2344739"/>
              <a:gd name="connsiteX151" fmla="*/ 4316258 w 12193149"/>
              <a:gd name="connsiteY151" fmla="*/ 2156948 h 2344739"/>
              <a:gd name="connsiteX152" fmla="*/ 4296292 w 12193149"/>
              <a:gd name="connsiteY152" fmla="*/ 2155069 h 2344739"/>
              <a:gd name="connsiteX153" fmla="*/ 4291212 w 12193149"/>
              <a:gd name="connsiteY153" fmla="*/ 2157986 h 2344739"/>
              <a:gd name="connsiteX154" fmla="*/ 4277290 w 12193149"/>
              <a:gd name="connsiteY154" fmla="*/ 2157740 h 2344739"/>
              <a:gd name="connsiteX155" fmla="*/ 4249265 w 12193149"/>
              <a:gd name="connsiteY155" fmla="*/ 2160064 h 2344739"/>
              <a:gd name="connsiteX156" fmla="*/ 4203199 w 12193149"/>
              <a:gd name="connsiteY156" fmla="*/ 2157269 h 2344739"/>
              <a:gd name="connsiteX157" fmla="*/ 4202893 w 12193149"/>
              <a:gd name="connsiteY157" fmla="*/ 2156010 h 2344739"/>
              <a:gd name="connsiteX158" fmla="*/ 4192396 w 12193149"/>
              <a:gd name="connsiteY158" fmla="*/ 2150376 h 2344739"/>
              <a:gd name="connsiteX159" fmla="*/ 4143893 w 12193149"/>
              <a:gd name="connsiteY159" fmla="*/ 2134511 h 2344739"/>
              <a:gd name="connsiteX160" fmla="*/ 4084245 w 12193149"/>
              <a:gd name="connsiteY160" fmla="*/ 2107978 h 2344739"/>
              <a:gd name="connsiteX161" fmla="*/ 4075694 w 12193149"/>
              <a:gd name="connsiteY161" fmla="*/ 2107143 h 2344739"/>
              <a:gd name="connsiteX162" fmla="*/ 4075575 w 12193149"/>
              <a:gd name="connsiteY162" fmla="*/ 2106844 h 2344739"/>
              <a:gd name="connsiteX163" fmla="*/ 4066658 w 12193149"/>
              <a:gd name="connsiteY163" fmla="*/ 2105400 h 2344739"/>
              <a:gd name="connsiteX164" fmla="*/ 4060102 w 12193149"/>
              <a:gd name="connsiteY164" fmla="*/ 2105618 h 2344739"/>
              <a:gd name="connsiteX165" fmla="*/ 4043512 w 12193149"/>
              <a:gd name="connsiteY165" fmla="*/ 2103997 h 2344739"/>
              <a:gd name="connsiteX166" fmla="*/ 4038145 w 12193149"/>
              <a:gd name="connsiteY166" fmla="*/ 2101563 h 2344739"/>
              <a:gd name="connsiteX167" fmla="*/ 4036511 w 12193149"/>
              <a:gd name="connsiteY167" fmla="*/ 2097896 h 2344739"/>
              <a:gd name="connsiteX168" fmla="*/ 4034926 w 12193149"/>
              <a:gd name="connsiteY168" fmla="*/ 2098131 h 2344739"/>
              <a:gd name="connsiteX169" fmla="*/ 4005686 w 12193149"/>
              <a:gd name="connsiteY169" fmla="*/ 2085563 h 2344739"/>
              <a:gd name="connsiteX170" fmla="*/ 3937994 w 12193149"/>
              <a:gd name="connsiteY170" fmla="*/ 2068106 h 2344739"/>
              <a:gd name="connsiteX171" fmla="*/ 3898423 w 12193149"/>
              <a:gd name="connsiteY171" fmla="*/ 2062451 h 2344739"/>
              <a:gd name="connsiteX172" fmla="*/ 3790908 w 12193149"/>
              <a:gd name="connsiteY172" fmla="*/ 2042213 h 2344739"/>
              <a:gd name="connsiteX173" fmla="*/ 3683661 w 12193149"/>
              <a:gd name="connsiteY173" fmla="*/ 2018290 h 2344739"/>
              <a:gd name="connsiteX174" fmla="*/ 3611183 w 12193149"/>
              <a:gd name="connsiteY174" fmla="*/ 1986019 h 2344739"/>
              <a:gd name="connsiteX175" fmla="*/ 3605003 w 12193149"/>
              <a:gd name="connsiteY175" fmla="*/ 1987381 h 2344739"/>
              <a:gd name="connsiteX176" fmla="*/ 3595884 w 12193149"/>
              <a:gd name="connsiteY176" fmla="*/ 1987545 h 2344739"/>
              <a:gd name="connsiteX177" fmla="*/ 3595649 w 12193149"/>
              <a:gd name="connsiteY177" fmla="*/ 1987276 h 2344739"/>
              <a:gd name="connsiteX178" fmla="*/ 3587126 w 12193149"/>
              <a:gd name="connsiteY178" fmla="*/ 1987966 h 2344739"/>
              <a:gd name="connsiteX179" fmla="*/ 3537283 w 12193149"/>
              <a:gd name="connsiteY179" fmla="*/ 1978267 h 2344739"/>
              <a:gd name="connsiteX180" fmla="*/ 3474371 w 12193149"/>
              <a:gd name="connsiteY180" fmla="*/ 1974606 h 2344739"/>
              <a:gd name="connsiteX181" fmla="*/ 3401876 w 12193149"/>
              <a:gd name="connsiteY181" fmla="*/ 1962558 h 2344739"/>
              <a:gd name="connsiteX182" fmla="*/ 3365036 w 12193149"/>
              <a:gd name="connsiteY182" fmla="*/ 1979510 h 2344739"/>
              <a:gd name="connsiteX183" fmla="*/ 3345174 w 12193149"/>
              <a:gd name="connsiteY183" fmla="*/ 1981192 h 2344739"/>
              <a:gd name="connsiteX184" fmla="*/ 3342846 w 12193149"/>
              <a:gd name="connsiteY184" fmla="*/ 1980217 h 2344739"/>
              <a:gd name="connsiteX185" fmla="*/ 3263504 w 12193149"/>
              <a:gd name="connsiteY185" fmla="*/ 1986094 h 2344739"/>
              <a:gd name="connsiteX186" fmla="*/ 3143704 w 12193149"/>
              <a:gd name="connsiteY186" fmla="*/ 1993869 h 2344739"/>
              <a:gd name="connsiteX187" fmla="*/ 3031439 w 12193149"/>
              <a:gd name="connsiteY187" fmla="*/ 1996512 h 2344739"/>
              <a:gd name="connsiteX188" fmla="*/ 2782717 w 12193149"/>
              <a:gd name="connsiteY188" fmla="*/ 2018333 h 2344739"/>
              <a:gd name="connsiteX189" fmla="*/ 2647675 w 12193149"/>
              <a:gd name="connsiteY189" fmla="*/ 2028869 h 2344739"/>
              <a:gd name="connsiteX190" fmla="*/ 2569176 w 12193149"/>
              <a:gd name="connsiteY190" fmla="*/ 2002628 h 2344739"/>
              <a:gd name="connsiteX191" fmla="*/ 2444403 w 12193149"/>
              <a:gd name="connsiteY191" fmla="*/ 2016529 h 2344739"/>
              <a:gd name="connsiteX192" fmla="*/ 2316260 w 12193149"/>
              <a:gd name="connsiteY192" fmla="*/ 2024996 h 2344739"/>
              <a:gd name="connsiteX193" fmla="*/ 2209726 w 12193149"/>
              <a:gd name="connsiteY193" fmla="*/ 2019763 h 2344739"/>
              <a:gd name="connsiteX194" fmla="*/ 2095813 w 12193149"/>
              <a:gd name="connsiteY194" fmla="*/ 2003052 h 2344739"/>
              <a:gd name="connsiteX195" fmla="*/ 1998504 w 12193149"/>
              <a:gd name="connsiteY195" fmla="*/ 1995032 h 2344739"/>
              <a:gd name="connsiteX196" fmla="*/ 1929320 w 12193149"/>
              <a:gd name="connsiteY196" fmla="*/ 2016977 h 2344739"/>
              <a:gd name="connsiteX197" fmla="*/ 1922798 w 12193149"/>
              <a:gd name="connsiteY197" fmla="*/ 2012146 h 2344739"/>
              <a:gd name="connsiteX198" fmla="*/ 1874228 w 12193149"/>
              <a:gd name="connsiteY198" fmla="*/ 2013741 h 2344739"/>
              <a:gd name="connsiteX199" fmla="*/ 1787803 w 12193149"/>
              <a:gd name="connsiteY199" fmla="*/ 2041363 h 2344739"/>
              <a:gd name="connsiteX200" fmla="*/ 1739352 w 12193149"/>
              <a:gd name="connsiteY200" fmla="*/ 2036312 h 2344739"/>
              <a:gd name="connsiteX201" fmla="*/ 1676219 w 12193149"/>
              <a:gd name="connsiteY201" fmla="*/ 2019963 h 2344739"/>
              <a:gd name="connsiteX202" fmla="*/ 1609817 w 12193149"/>
              <a:gd name="connsiteY202" fmla="*/ 2013066 h 2344739"/>
              <a:gd name="connsiteX203" fmla="*/ 1497258 w 12193149"/>
              <a:gd name="connsiteY203" fmla="*/ 1987476 h 2344739"/>
              <a:gd name="connsiteX204" fmla="*/ 1151127 w 12193149"/>
              <a:gd name="connsiteY204" fmla="*/ 1938041 h 2344739"/>
              <a:gd name="connsiteX205" fmla="*/ 859417 w 12193149"/>
              <a:gd name="connsiteY205" fmla="*/ 1928608 h 2344739"/>
              <a:gd name="connsiteX206" fmla="*/ 838688 w 12193149"/>
              <a:gd name="connsiteY206" fmla="*/ 1929821 h 2344739"/>
              <a:gd name="connsiteX207" fmla="*/ 817957 w 12193149"/>
              <a:gd name="connsiteY207" fmla="*/ 1927857 h 2344739"/>
              <a:gd name="connsiteX208" fmla="*/ 812654 w 12193149"/>
              <a:gd name="connsiteY208" fmla="*/ 1930751 h 2344739"/>
              <a:gd name="connsiteX209" fmla="*/ 721195 w 12193149"/>
              <a:gd name="connsiteY209" fmla="*/ 1929661 h 2344739"/>
              <a:gd name="connsiteX210" fmla="*/ 720890 w 12193149"/>
              <a:gd name="connsiteY210" fmla="*/ 1928399 h 2344739"/>
              <a:gd name="connsiteX211" fmla="*/ 710023 w 12193149"/>
              <a:gd name="connsiteY211" fmla="*/ 1922722 h 2344739"/>
              <a:gd name="connsiteX212" fmla="*/ 597940 w 12193149"/>
              <a:gd name="connsiteY212" fmla="*/ 1879864 h 2344739"/>
              <a:gd name="connsiteX213" fmla="*/ 579683 w 12193149"/>
              <a:gd name="connsiteY213" fmla="*/ 1877212 h 2344739"/>
              <a:gd name="connsiteX214" fmla="*/ 572865 w 12193149"/>
              <a:gd name="connsiteY214" fmla="*/ 1877401 h 2344739"/>
              <a:gd name="connsiteX215" fmla="*/ 446247 w 12193149"/>
              <a:gd name="connsiteY215" fmla="*/ 1839371 h 2344739"/>
              <a:gd name="connsiteX216" fmla="*/ 405163 w 12193149"/>
              <a:gd name="connsiteY216" fmla="*/ 1833548 h 2344739"/>
              <a:gd name="connsiteX217" fmla="*/ 293583 w 12193149"/>
              <a:gd name="connsiteY217" fmla="*/ 1812852 h 2344739"/>
              <a:gd name="connsiteX218" fmla="*/ 119529 w 12193149"/>
              <a:gd name="connsiteY218" fmla="*/ 1761047 h 2344739"/>
              <a:gd name="connsiteX219" fmla="*/ 16674 w 12193149"/>
              <a:gd name="connsiteY219" fmla="*/ 1758191 h 2344739"/>
              <a:gd name="connsiteX220" fmla="*/ 1150 w 12193149"/>
              <a:gd name="connsiteY220" fmla="*/ 1752722 h 2344739"/>
              <a:gd name="connsiteX221" fmla="*/ 1148 w 12193149"/>
              <a:gd name="connsiteY221" fmla="*/ 222213 h 2344739"/>
              <a:gd name="connsiteX222" fmla="*/ 1148 w 12193149"/>
              <a:gd name="connsiteY222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054601 w 12193149"/>
              <a:gd name="connsiteY68" fmla="*/ 1910755 h 2344739"/>
              <a:gd name="connsiteX69" fmla="*/ 9006634 w 12193149"/>
              <a:gd name="connsiteY69" fmla="*/ 1914040 h 2344739"/>
              <a:gd name="connsiteX70" fmla="*/ 9006349 w 12193149"/>
              <a:gd name="connsiteY70" fmla="*/ 1913800 h 2344739"/>
              <a:gd name="connsiteX71" fmla="*/ 8997380 w 12193149"/>
              <a:gd name="connsiteY71" fmla="*/ 1915011 h 2344739"/>
              <a:gd name="connsiteX72" fmla="*/ 8991542 w 12193149"/>
              <a:gd name="connsiteY72" fmla="*/ 1917072 h 2344739"/>
              <a:gd name="connsiteX73" fmla="*/ 8975485 w 12193149"/>
              <a:gd name="connsiteY73" fmla="*/ 1920298 h 2344739"/>
              <a:gd name="connsiteX74" fmla="*/ 8969159 w 12193149"/>
              <a:gd name="connsiteY74" fmla="*/ 1919598 h 2344739"/>
              <a:gd name="connsiteX75" fmla="*/ 8964196 w 12193149"/>
              <a:gd name="connsiteY75" fmla="*/ 1917373 h 2344739"/>
              <a:gd name="connsiteX76" fmla="*/ 8930136 w 12193149"/>
              <a:gd name="connsiteY76" fmla="*/ 1914185 h 2344739"/>
              <a:gd name="connsiteX77" fmla="*/ 8753592 w 12193149"/>
              <a:gd name="connsiteY77" fmla="*/ 1933417 h 2344739"/>
              <a:gd name="connsiteX78" fmla="*/ 8708995 w 12193149"/>
              <a:gd name="connsiteY78" fmla="*/ 1935518 h 2344739"/>
              <a:gd name="connsiteX79" fmla="*/ 8597219 w 12193149"/>
              <a:gd name="connsiteY79" fmla="*/ 1944090 h 2344739"/>
              <a:gd name="connsiteX80" fmla="*/ 8526378 w 12193149"/>
              <a:gd name="connsiteY80" fmla="*/ 1929248 h 2344739"/>
              <a:gd name="connsiteX81" fmla="*/ 8512131 w 12193149"/>
              <a:gd name="connsiteY81" fmla="*/ 1935163 h 2344739"/>
              <a:gd name="connsiteX82" fmla="*/ 8507315 w 12193149"/>
              <a:gd name="connsiteY82" fmla="*/ 1938164 h 2344739"/>
              <a:gd name="connsiteX83" fmla="*/ 8499116 w 12193149"/>
              <a:gd name="connsiteY83" fmla="*/ 1940902 h 2344739"/>
              <a:gd name="connsiteX84" fmla="*/ 8498742 w 12193149"/>
              <a:gd name="connsiteY84" fmla="*/ 1940723 h 2344739"/>
              <a:gd name="connsiteX85" fmla="*/ 8491397 w 12193149"/>
              <a:gd name="connsiteY85" fmla="*/ 1943773 h 2344739"/>
              <a:gd name="connsiteX86" fmla="*/ 8368330 w 12193149"/>
              <a:gd name="connsiteY86" fmla="*/ 1957815 h 2344739"/>
              <a:gd name="connsiteX87" fmla="*/ 8354947 w 12193149"/>
              <a:gd name="connsiteY87" fmla="*/ 1958009 h 2344739"/>
              <a:gd name="connsiteX88" fmla="*/ 8321252 w 12193149"/>
              <a:gd name="connsiteY88" fmla="*/ 1974587 h 2344739"/>
              <a:gd name="connsiteX89" fmla="*/ 8315581 w 12193149"/>
              <a:gd name="connsiteY89" fmla="*/ 1974913 h 2344739"/>
              <a:gd name="connsiteX90" fmla="*/ 8296322 w 12193149"/>
              <a:gd name="connsiteY90" fmla="*/ 1988808 h 2344739"/>
              <a:gd name="connsiteX91" fmla="*/ 8285424 w 12193149"/>
              <a:gd name="connsiteY91" fmla="*/ 1994631 h 2344739"/>
              <a:gd name="connsiteX92" fmla="*/ 8284298 w 12193149"/>
              <a:gd name="connsiteY92" fmla="*/ 1999074 h 2344739"/>
              <a:gd name="connsiteX93" fmla="*/ 8267224 w 12193149"/>
              <a:gd name="connsiteY93" fmla="*/ 2006249 h 2344739"/>
              <a:gd name="connsiteX94" fmla="*/ 8264525 w 12193149"/>
              <a:gd name="connsiteY94" fmla="*/ 2006019 h 2344739"/>
              <a:gd name="connsiteX95" fmla="*/ 8253181 w 12193149"/>
              <a:gd name="connsiteY95" fmla="*/ 2015862 h 2344739"/>
              <a:gd name="connsiteX96" fmla="*/ 8246982 w 12193149"/>
              <a:gd name="connsiteY96" fmla="*/ 2028854 h 2344739"/>
              <a:gd name="connsiteX97" fmla="*/ 8091420 w 12193149"/>
              <a:gd name="connsiteY97" fmla="*/ 2075015 h 2344739"/>
              <a:gd name="connsiteX98" fmla="*/ 7906555 w 12193149"/>
              <a:gd name="connsiteY98" fmla="*/ 2116988 h 2344739"/>
              <a:gd name="connsiteX99" fmla="*/ 7719893 w 12193149"/>
              <a:gd name="connsiteY99" fmla="*/ 2142703 h 2344739"/>
              <a:gd name="connsiteX100" fmla="*/ 7615495 w 12193149"/>
              <a:gd name="connsiteY100" fmla="*/ 2139232 h 2344739"/>
              <a:gd name="connsiteX101" fmla="*/ 7528691 w 12193149"/>
              <a:gd name="connsiteY101" fmla="*/ 2145060 h 2344739"/>
              <a:gd name="connsiteX102" fmla="*/ 7520719 w 12193149"/>
              <a:gd name="connsiteY102" fmla="*/ 2147613 h 2344739"/>
              <a:gd name="connsiteX103" fmla="*/ 7508559 w 12193149"/>
              <a:gd name="connsiteY103" fmla="*/ 2148948 h 2344739"/>
              <a:gd name="connsiteX104" fmla="*/ 7508188 w 12193149"/>
              <a:gd name="connsiteY104" fmla="*/ 2148621 h 2344739"/>
              <a:gd name="connsiteX105" fmla="*/ 7496943 w 12193149"/>
              <a:gd name="connsiteY105" fmla="*/ 2150573 h 2344739"/>
              <a:gd name="connsiteX106" fmla="*/ 7406539 w 12193149"/>
              <a:gd name="connsiteY106" fmla="*/ 2142468 h 2344739"/>
              <a:gd name="connsiteX107" fmla="*/ 7219707 w 12193149"/>
              <a:gd name="connsiteY107" fmla="*/ 2156680 h 2344739"/>
              <a:gd name="connsiteX108" fmla="*/ 7202249 w 12193149"/>
              <a:gd name="connsiteY108" fmla="*/ 2161230 h 2344739"/>
              <a:gd name="connsiteX109" fmla="*/ 7198152 w 12193149"/>
              <a:gd name="connsiteY109" fmla="*/ 2166588 h 2344739"/>
              <a:gd name="connsiteX110" fmla="*/ 7171956 w 12193149"/>
              <a:gd name="connsiteY110" fmla="*/ 2171236 h 2344739"/>
              <a:gd name="connsiteX111" fmla="*/ 7098136 w 12193149"/>
              <a:gd name="connsiteY111" fmla="*/ 2183464 h 2344739"/>
              <a:gd name="connsiteX112" fmla="*/ 7019644 w 12193149"/>
              <a:gd name="connsiteY112" fmla="*/ 2183090 h 2344739"/>
              <a:gd name="connsiteX113" fmla="*/ 6905294 w 12193149"/>
              <a:gd name="connsiteY113" fmla="*/ 2212596 h 2344739"/>
              <a:gd name="connsiteX114" fmla="*/ 6709370 w 12193149"/>
              <a:gd name="connsiteY114" fmla="*/ 2240551 h 2344739"/>
              <a:gd name="connsiteX115" fmla="*/ 6550602 w 12193149"/>
              <a:gd name="connsiteY115" fmla="*/ 2269327 h 2344739"/>
              <a:gd name="connsiteX116" fmla="*/ 6318708 w 12193149"/>
              <a:gd name="connsiteY116" fmla="*/ 2316127 h 2344739"/>
              <a:gd name="connsiteX117" fmla="*/ 6169822 w 12193149"/>
              <a:gd name="connsiteY117" fmla="*/ 2318214 h 2344739"/>
              <a:gd name="connsiteX118" fmla="*/ 6074996 w 12193149"/>
              <a:gd name="connsiteY118" fmla="*/ 2338676 h 2344739"/>
              <a:gd name="connsiteX119" fmla="*/ 6069677 w 12193149"/>
              <a:gd name="connsiteY119" fmla="*/ 2337139 h 2344739"/>
              <a:gd name="connsiteX120" fmla="*/ 6049786 w 12193149"/>
              <a:gd name="connsiteY120" fmla="*/ 2337822 h 2344739"/>
              <a:gd name="connsiteX121" fmla="*/ 6042433 w 12193149"/>
              <a:gd name="connsiteY121" fmla="*/ 2329473 h 2344739"/>
              <a:gd name="connsiteX122" fmla="*/ 6011238 w 12193149"/>
              <a:gd name="connsiteY122" fmla="*/ 2324380 h 2344739"/>
              <a:gd name="connsiteX123" fmla="*/ 5958523 w 12193149"/>
              <a:gd name="connsiteY123" fmla="*/ 2328024 h 2344739"/>
              <a:gd name="connsiteX124" fmla="*/ 5760067 w 12193149"/>
              <a:gd name="connsiteY124" fmla="*/ 2343716 h 2344739"/>
              <a:gd name="connsiteX125" fmla="*/ 5628108 w 12193149"/>
              <a:gd name="connsiteY125" fmla="*/ 2344739 h 2344739"/>
              <a:gd name="connsiteX126" fmla="*/ 5472054 w 12193149"/>
              <a:gd name="connsiteY126" fmla="*/ 2330719 h 2344739"/>
              <a:gd name="connsiteX127" fmla="*/ 5433909 w 12193149"/>
              <a:gd name="connsiteY127" fmla="*/ 2319466 h 2344739"/>
              <a:gd name="connsiteX128" fmla="*/ 5382817 w 12193149"/>
              <a:gd name="connsiteY128" fmla="*/ 2301764 h 2344739"/>
              <a:gd name="connsiteX129" fmla="*/ 5262912 w 12193149"/>
              <a:gd name="connsiteY129" fmla="*/ 2281347 h 2344739"/>
              <a:gd name="connsiteX130" fmla="*/ 5224109 w 12193149"/>
              <a:gd name="connsiteY130" fmla="*/ 2270223 h 2344739"/>
              <a:gd name="connsiteX131" fmla="*/ 5175808 w 12193149"/>
              <a:gd name="connsiteY131" fmla="*/ 2267233 h 2344739"/>
              <a:gd name="connsiteX132" fmla="*/ 5157702 w 12193149"/>
              <a:gd name="connsiteY132" fmla="*/ 2260010 h 2344739"/>
              <a:gd name="connsiteX133" fmla="*/ 5143747 w 12193149"/>
              <a:gd name="connsiteY133" fmla="*/ 2256610 h 2344739"/>
              <a:gd name="connsiteX134" fmla="*/ 5140744 w 12193149"/>
              <a:gd name="connsiteY134" fmla="*/ 2254509 h 2344739"/>
              <a:gd name="connsiteX135" fmla="*/ 5122807 w 12193149"/>
              <a:gd name="connsiteY135" fmla="*/ 2243656 h 2344739"/>
              <a:gd name="connsiteX136" fmla="*/ 5066938 w 12193149"/>
              <a:gd name="connsiteY136" fmla="*/ 2250227 h 2344739"/>
              <a:gd name="connsiteX137" fmla="*/ 5012662 w 12193149"/>
              <a:gd name="connsiteY137" fmla="*/ 2233846 h 2344739"/>
              <a:gd name="connsiteX138" fmla="*/ 4841589 w 12193149"/>
              <a:gd name="connsiteY138" fmla="*/ 2209829 h 2344739"/>
              <a:gd name="connsiteX139" fmla="*/ 4763595 w 12193149"/>
              <a:gd name="connsiteY139" fmla="*/ 2182061 h 2344739"/>
              <a:gd name="connsiteX140" fmla="*/ 4724334 w 12193149"/>
              <a:gd name="connsiteY140" fmla="*/ 2173047 h 2344739"/>
              <a:gd name="connsiteX141" fmla="*/ 4722324 w 12193149"/>
              <a:gd name="connsiteY141" fmla="*/ 2172298 h 2344739"/>
              <a:gd name="connsiteX142" fmla="*/ 4723259 w 12193149"/>
              <a:gd name="connsiteY142" fmla="*/ 2172087 h 2344739"/>
              <a:gd name="connsiteX143" fmla="*/ 4718350 w 12193149"/>
              <a:gd name="connsiteY143" fmla="*/ 2170817 h 2344739"/>
              <a:gd name="connsiteX144" fmla="*/ 4722324 w 12193149"/>
              <a:gd name="connsiteY144" fmla="*/ 2172298 h 2344739"/>
              <a:gd name="connsiteX145" fmla="*/ 4716674 w 12193149"/>
              <a:gd name="connsiteY145" fmla="*/ 2173573 h 2344739"/>
              <a:gd name="connsiteX146" fmla="*/ 4516962 w 12193149"/>
              <a:gd name="connsiteY146" fmla="*/ 2163671 h 2344739"/>
              <a:gd name="connsiteX147" fmla="*/ 4429691 w 12193149"/>
              <a:gd name="connsiteY147" fmla="*/ 2153020 h 2344739"/>
              <a:gd name="connsiteX148" fmla="*/ 4364023 w 12193149"/>
              <a:gd name="connsiteY148" fmla="*/ 2151674 h 2344739"/>
              <a:gd name="connsiteX149" fmla="*/ 4318114 w 12193149"/>
              <a:gd name="connsiteY149" fmla="*/ 2158289 h 2344739"/>
              <a:gd name="connsiteX150" fmla="*/ 4316258 w 12193149"/>
              <a:gd name="connsiteY150" fmla="*/ 2156948 h 2344739"/>
              <a:gd name="connsiteX151" fmla="*/ 4296292 w 12193149"/>
              <a:gd name="connsiteY151" fmla="*/ 2155069 h 2344739"/>
              <a:gd name="connsiteX152" fmla="*/ 4291212 w 12193149"/>
              <a:gd name="connsiteY152" fmla="*/ 2157986 h 2344739"/>
              <a:gd name="connsiteX153" fmla="*/ 4277290 w 12193149"/>
              <a:gd name="connsiteY153" fmla="*/ 2157740 h 2344739"/>
              <a:gd name="connsiteX154" fmla="*/ 4249265 w 12193149"/>
              <a:gd name="connsiteY154" fmla="*/ 2160064 h 2344739"/>
              <a:gd name="connsiteX155" fmla="*/ 4203199 w 12193149"/>
              <a:gd name="connsiteY155" fmla="*/ 2157269 h 2344739"/>
              <a:gd name="connsiteX156" fmla="*/ 4202893 w 12193149"/>
              <a:gd name="connsiteY156" fmla="*/ 2156010 h 2344739"/>
              <a:gd name="connsiteX157" fmla="*/ 4192396 w 12193149"/>
              <a:gd name="connsiteY157" fmla="*/ 2150376 h 2344739"/>
              <a:gd name="connsiteX158" fmla="*/ 4143893 w 12193149"/>
              <a:gd name="connsiteY158" fmla="*/ 2134511 h 2344739"/>
              <a:gd name="connsiteX159" fmla="*/ 4084245 w 12193149"/>
              <a:gd name="connsiteY159" fmla="*/ 2107978 h 2344739"/>
              <a:gd name="connsiteX160" fmla="*/ 4075694 w 12193149"/>
              <a:gd name="connsiteY160" fmla="*/ 2107143 h 2344739"/>
              <a:gd name="connsiteX161" fmla="*/ 4075575 w 12193149"/>
              <a:gd name="connsiteY161" fmla="*/ 2106844 h 2344739"/>
              <a:gd name="connsiteX162" fmla="*/ 4066658 w 12193149"/>
              <a:gd name="connsiteY162" fmla="*/ 2105400 h 2344739"/>
              <a:gd name="connsiteX163" fmla="*/ 4060102 w 12193149"/>
              <a:gd name="connsiteY163" fmla="*/ 2105618 h 2344739"/>
              <a:gd name="connsiteX164" fmla="*/ 4043512 w 12193149"/>
              <a:gd name="connsiteY164" fmla="*/ 2103997 h 2344739"/>
              <a:gd name="connsiteX165" fmla="*/ 4038145 w 12193149"/>
              <a:gd name="connsiteY165" fmla="*/ 2101563 h 2344739"/>
              <a:gd name="connsiteX166" fmla="*/ 4036511 w 12193149"/>
              <a:gd name="connsiteY166" fmla="*/ 2097896 h 2344739"/>
              <a:gd name="connsiteX167" fmla="*/ 4034926 w 12193149"/>
              <a:gd name="connsiteY167" fmla="*/ 2098131 h 2344739"/>
              <a:gd name="connsiteX168" fmla="*/ 4005686 w 12193149"/>
              <a:gd name="connsiteY168" fmla="*/ 2085563 h 2344739"/>
              <a:gd name="connsiteX169" fmla="*/ 3937994 w 12193149"/>
              <a:gd name="connsiteY169" fmla="*/ 2068106 h 2344739"/>
              <a:gd name="connsiteX170" fmla="*/ 3898423 w 12193149"/>
              <a:gd name="connsiteY170" fmla="*/ 2062451 h 2344739"/>
              <a:gd name="connsiteX171" fmla="*/ 3790908 w 12193149"/>
              <a:gd name="connsiteY171" fmla="*/ 2042213 h 2344739"/>
              <a:gd name="connsiteX172" fmla="*/ 3683661 w 12193149"/>
              <a:gd name="connsiteY172" fmla="*/ 2018290 h 2344739"/>
              <a:gd name="connsiteX173" fmla="*/ 3611183 w 12193149"/>
              <a:gd name="connsiteY173" fmla="*/ 1986019 h 2344739"/>
              <a:gd name="connsiteX174" fmla="*/ 3605003 w 12193149"/>
              <a:gd name="connsiteY174" fmla="*/ 1987381 h 2344739"/>
              <a:gd name="connsiteX175" fmla="*/ 3595884 w 12193149"/>
              <a:gd name="connsiteY175" fmla="*/ 1987545 h 2344739"/>
              <a:gd name="connsiteX176" fmla="*/ 3595649 w 12193149"/>
              <a:gd name="connsiteY176" fmla="*/ 1987276 h 2344739"/>
              <a:gd name="connsiteX177" fmla="*/ 3587126 w 12193149"/>
              <a:gd name="connsiteY177" fmla="*/ 1987966 h 2344739"/>
              <a:gd name="connsiteX178" fmla="*/ 3537283 w 12193149"/>
              <a:gd name="connsiteY178" fmla="*/ 1978267 h 2344739"/>
              <a:gd name="connsiteX179" fmla="*/ 3474371 w 12193149"/>
              <a:gd name="connsiteY179" fmla="*/ 1974606 h 2344739"/>
              <a:gd name="connsiteX180" fmla="*/ 3401876 w 12193149"/>
              <a:gd name="connsiteY180" fmla="*/ 1962558 h 2344739"/>
              <a:gd name="connsiteX181" fmla="*/ 3365036 w 12193149"/>
              <a:gd name="connsiteY181" fmla="*/ 1979510 h 2344739"/>
              <a:gd name="connsiteX182" fmla="*/ 3345174 w 12193149"/>
              <a:gd name="connsiteY182" fmla="*/ 1981192 h 2344739"/>
              <a:gd name="connsiteX183" fmla="*/ 3342846 w 12193149"/>
              <a:gd name="connsiteY183" fmla="*/ 1980217 h 2344739"/>
              <a:gd name="connsiteX184" fmla="*/ 3263504 w 12193149"/>
              <a:gd name="connsiteY184" fmla="*/ 1986094 h 2344739"/>
              <a:gd name="connsiteX185" fmla="*/ 3143704 w 12193149"/>
              <a:gd name="connsiteY185" fmla="*/ 1993869 h 2344739"/>
              <a:gd name="connsiteX186" fmla="*/ 3031439 w 12193149"/>
              <a:gd name="connsiteY186" fmla="*/ 1996512 h 2344739"/>
              <a:gd name="connsiteX187" fmla="*/ 2782717 w 12193149"/>
              <a:gd name="connsiteY187" fmla="*/ 2018333 h 2344739"/>
              <a:gd name="connsiteX188" fmla="*/ 2647675 w 12193149"/>
              <a:gd name="connsiteY188" fmla="*/ 2028869 h 2344739"/>
              <a:gd name="connsiteX189" fmla="*/ 2569176 w 12193149"/>
              <a:gd name="connsiteY189" fmla="*/ 2002628 h 2344739"/>
              <a:gd name="connsiteX190" fmla="*/ 2444403 w 12193149"/>
              <a:gd name="connsiteY190" fmla="*/ 2016529 h 2344739"/>
              <a:gd name="connsiteX191" fmla="*/ 2316260 w 12193149"/>
              <a:gd name="connsiteY191" fmla="*/ 2024996 h 2344739"/>
              <a:gd name="connsiteX192" fmla="*/ 2209726 w 12193149"/>
              <a:gd name="connsiteY192" fmla="*/ 2019763 h 2344739"/>
              <a:gd name="connsiteX193" fmla="*/ 2095813 w 12193149"/>
              <a:gd name="connsiteY193" fmla="*/ 2003052 h 2344739"/>
              <a:gd name="connsiteX194" fmla="*/ 1998504 w 12193149"/>
              <a:gd name="connsiteY194" fmla="*/ 1995032 h 2344739"/>
              <a:gd name="connsiteX195" fmla="*/ 1929320 w 12193149"/>
              <a:gd name="connsiteY195" fmla="*/ 2016977 h 2344739"/>
              <a:gd name="connsiteX196" fmla="*/ 1922798 w 12193149"/>
              <a:gd name="connsiteY196" fmla="*/ 2012146 h 2344739"/>
              <a:gd name="connsiteX197" fmla="*/ 1874228 w 12193149"/>
              <a:gd name="connsiteY197" fmla="*/ 2013741 h 2344739"/>
              <a:gd name="connsiteX198" fmla="*/ 1787803 w 12193149"/>
              <a:gd name="connsiteY198" fmla="*/ 2041363 h 2344739"/>
              <a:gd name="connsiteX199" fmla="*/ 1739352 w 12193149"/>
              <a:gd name="connsiteY199" fmla="*/ 2036312 h 2344739"/>
              <a:gd name="connsiteX200" fmla="*/ 1676219 w 12193149"/>
              <a:gd name="connsiteY200" fmla="*/ 2019963 h 2344739"/>
              <a:gd name="connsiteX201" fmla="*/ 1609817 w 12193149"/>
              <a:gd name="connsiteY201" fmla="*/ 2013066 h 2344739"/>
              <a:gd name="connsiteX202" fmla="*/ 1497258 w 12193149"/>
              <a:gd name="connsiteY202" fmla="*/ 1987476 h 2344739"/>
              <a:gd name="connsiteX203" fmla="*/ 1151127 w 12193149"/>
              <a:gd name="connsiteY203" fmla="*/ 1938041 h 2344739"/>
              <a:gd name="connsiteX204" fmla="*/ 859417 w 12193149"/>
              <a:gd name="connsiteY204" fmla="*/ 1928608 h 2344739"/>
              <a:gd name="connsiteX205" fmla="*/ 838688 w 12193149"/>
              <a:gd name="connsiteY205" fmla="*/ 1929821 h 2344739"/>
              <a:gd name="connsiteX206" fmla="*/ 817957 w 12193149"/>
              <a:gd name="connsiteY206" fmla="*/ 1927857 h 2344739"/>
              <a:gd name="connsiteX207" fmla="*/ 812654 w 12193149"/>
              <a:gd name="connsiteY207" fmla="*/ 1930751 h 2344739"/>
              <a:gd name="connsiteX208" fmla="*/ 721195 w 12193149"/>
              <a:gd name="connsiteY208" fmla="*/ 1929661 h 2344739"/>
              <a:gd name="connsiteX209" fmla="*/ 720890 w 12193149"/>
              <a:gd name="connsiteY209" fmla="*/ 1928399 h 2344739"/>
              <a:gd name="connsiteX210" fmla="*/ 710023 w 12193149"/>
              <a:gd name="connsiteY210" fmla="*/ 1922722 h 2344739"/>
              <a:gd name="connsiteX211" fmla="*/ 597940 w 12193149"/>
              <a:gd name="connsiteY211" fmla="*/ 1879864 h 2344739"/>
              <a:gd name="connsiteX212" fmla="*/ 579683 w 12193149"/>
              <a:gd name="connsiteY212" fmla="*/ 1877212 h 2344739"/>
              <a:gd name="connsiteX213" fmla="*/ 572865 w 12193149"/>
              <a:gd name="connsiteY213" fmla="*/ 1877401 h 2344739"/>
              <a:gd name="connsiteX214" fmla="*/ 446247 w 12193149"/>
              <a:gd name="connsiteY214" fmla="*/ 1839371 h 2344739"/>
              <a:gd name="connsiteX215" fmla="*/ 405163 w 12193149"/>
              <a:gd name="connsiteY215" fmla="*/ 1833548 h 2344739"/>
              <a:gd name="connsiteX216" fmla="*/ 293583 w 12193149"/>
              <a:gd name="connsiteY216" fmla="*/ 1812852 h 2344739"/>
              <a:gd name="connsiteX217" fmla="*/ 119529 w 12193149"/>
              <a:gd name="connsiteY217" fmla="*/ 1761047 h 2344739"/>
              <a:gd name="connsiteX218" fmla="*/ 16674 w 12193149"/>
              <a:gd name="connsiteY218" fmla="*/ 1758191 h 2344739"/>
              <a:gd name="connsiteX219" fmla="*/ 1150 w 12193149"/>
              <a:gd name="connsiteY219" fmla="*/ 1752722 h 2344739"/>
              <a:gd name="connsiteX220" fmla="*/ 1148 w 12193149"/>
              <a:gd name="connsiteY220" fmla="*/ 222213 h 2344739"/>
              <a:gd name="connsiteX221" fmla="*/ 1148 w 12193149"/>
              <a:gd name="connsiteY221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56690 w 12193149"/>
              <a:gd name="connsiteY67" fmla="*/ 1903228 h 2344739"/>
              <a:gd name="connsiteX68" fmla="*/ 9054601 w 12193149"/>
              <a:gd name="connsiteY68" fmla="*/ 1910755 h 2344739"/>
              <a:gd name="connsiteX69" fmla="*/ 9006634 w 12193149"/>
              <a:gd name="connsiteY69" fmla="*/ 1914040 h 2344739"/>
              <a:gd name="connsiteX70" fmla="*/ 9006349 w 12193149"/>
              <a:gd name="connsiteY70" fmla="*/ 1913800 h 2344739"/>
              <a:gd name="connsiteX71" fmla="*/ 8997380 w 12193149"/>
              <a:gd name="connsiteY71" fmla="*/ 1915011 h 2344739"/>
              <a:gd name="connsiteX72" fmla="*/ 8991542 w 12193149"/>
              <a:gd name="connsiteY72" fmla="*/ 1917072 h 2344739"/>
              <a:gd name="connsiteX73" fmla="*/ 8975485 w 12193149"/>
              <a:gd name="connsiteY73" fmla="*/ 1920298 h 2344739"/>
              <a:gd name="connsiteX74" fmla="*/ 8969159 w 12193149"/>
              <a:gd name="connsiteY74" fmla="*/ 1919598 h 2344739"/>
              <a:gd name="connsiteX75" fmla="*/ 8964196 w 12193149"/>
              <a:gd name="connsiteY75" fmla="*/ 1917373 h 2344739"/>
              <a:gd name="connsiteX76" fmla="*/ 8930136 w 12193149"/>
              <a:gd name="connsiteY76" fmla="*/ 1914185 h 2344739"/>
              <a:gd name="connsiteX77" fmla="*/ 8753592 w 12193149"/>
              <a:gd name="connsiteY77" fmla="*/ 1933417 h 2344739"/>
              <a:gd name="connsiteX78" fmla="*/ 8708995 w 12193149"/>
              <a:gd name="connsiteY78" fmla="*/ 1935518 h 2344739"/>
              <a:gd name="connsiteX79" fmla="*/ 8597219 w 12193149"/>
              <a:gd name="connsiteY79" fmla="*/ 1944090 h 2344739"/>
              <a:gd name="connsiteX80" fmla="*/ 8526378 w 12193149"/>
              <a:gd name="connsiteY80" fmla="*/ 1929248 h 2344739"/>
              <a:gd name="connsiteX81" fmla="*/ 8512131 w 12193149"/>
              <a:gd name="connsiteY81" fmla="*/ 1935163 h 2344739"/>
              <a:gd name="connsiteX82" fmla="*/ 8507315 w 12193149"/>
              <a:gd name="connsiteY82" fmla="*/ 1938164 h 2344739"/>
              <a:gd name="connsiteX83" fmla="*/ 8499116 w 12193149"/>
              <a:gd name="connsiteY83" fmla="*/ 1940902 h 2344739"/>
              <a:gd name="connsiteX84" fmla="*/ 8498742 w 12193149"/>
              <a:gd name="connsiteY84" fmla="*/ 1940723 h 2344739"/>
              <a:gd name="connsiteX85" fmla="*/ 8491397 w 12193149"/>
              <a:gd name="connsiteY85" fmla="*/ 1943773 h 2344739"/>
              <a:gd name="connsiteX86" fmla="*/ 8368330 w 12193149"/>
              <a:gd name="connsiteY86" fmla="*/ 1957815 h 2344739"/>
              <a:gd name="connsiteX87" fmla="*/ 8354947 w 12193149"/>
              <a:gd name="connsiteY87" fmla="*/ 1958009 h 2344739"/>
              <a:gd name="connsiteX88" fmla="*/ 8321252 w 12193149"/>
              <a:gd name="connsiteY88" fmla="*/ 1974587 h 2344739"/>
              <a:gd name="connsiteX89" fmla="*/ 8315581 w 12193149"/>
              <a:gd name="connsiteY89" fmla="*/ 1974913 h 2344739"/>
              <a:gd name="connsiteX90" fmla="*/ 8296322 w 12193149"/>
              <a:gd name="connsiteY90" fmla="*/ 1988808 h 2344739"/>
              <a:gd name="connsiteX91" fmla="*/ 8285424 w 12193149"/>
              <a:gd name="connsiteY91" fmla="*/ 1994631 h 2344739"/>
              <a:gd name="connsiteX92" fmla="*/ 8284298 w 12193149"/>
              <a:gd name="connsiteY92" fmla="*/ 1999074 h 2344739"/>
              <a:gd name="connsiteX93" fmla="*/ 8267224 w 12193149"/>
              <a:gd name="connsiteY93" fmla="*/ 2006249 h 2344739"/>
              <a:gd name="connsiteX94" fmla="*/ 8264525 w 12193149"/>
              <a:gd name="connsiteY94" fmla="*/ 2006019 h 2344739"/>
              <a:gd name="connsiteX95" fmla="*/ 8253181 w 12193149"/>
              <a:gd name="connsiteY95" fmla="*/ 2015862 h 2344739"/>
              <a:gd name="connsiteX96" fmla="*/ 8246982 w 12193149"/>
              <a:gd name="connsiteY96" fmla="*/ 2028854 h 2344739"/>
              <a:gd name="connsiteX97" fmla="*/ 8091420 w 12193149"/>
              <a:gd name="connsiteY97" fmla="*/ 2075015 h 2344739"/>
              <a:gd name="connsiteX98" fmla="*/ 7906555 w 12193149"/>
              <a:gd name="connsiteY98" fmla="*/ 2116988 h 2344739"/>
              <a:gd name="connsiteX99" fmla="*/ 7719893 w 12193149"/>
              <a:gd name="connsiteY99" fmla="*/ 2142703 h 2344739"/>
              <a:gd name="connsiteX100" fmla="*/ 7615495 w 12193149"/>
              <a:gd name="connsiteY100" fmla="*/ 2139232 h 2344739"/>
              <a:gd name="connsiteX101" fmla="*/ 7528691 w 12193149"/>
              <a:gd name="connsiteY101" fmla="*/ 2145060 h 2344739"/>
              <a:gd name="connsiteX102" fmla="*/ 7520719 w 12193149"/>
              <a:gd name="connsiteY102" fmla="*/ 2147613 h 2344739"/>
              <a:gd name="connsiteX103" fmla="*/ 7508559 w 12193149"/>
              <a:gd name="connsiteY103" fmla="*/ 2148948 h 2344739"/>
              <a:gd name="connsiteX104" fmla="*/ 7508188 w 12193149"/>
              <a:gd name="connsiteY104" fmla="*/ 2148621 h 2344739"/>
              <a:gd name="connsiteX105" fmla="*/ 7496943 w 12193149"/>
              <a:gd name="connsiteY105" fmla="*/ 2150573 h 2344739"/>
              <a:gd name="connsiteX106" fmla="*/ 7406539 w 12193149"/>
              <a:gd name="connsiteY106" fmla="*/ 2142468 h 2344739"/>
              <a:gd name="connsiteX107" fmla="*/ 7219707 w 12193149"/>
              <a:gd name="connsiteY107" fmla="*/ 2156680 h 2344739"/>
              <a:gd name="connsiteX108" fmla="*/ 7202249 w 12193149"/>
              <a:gd name="connsiteY108" fmla="*/ 2161230 h 2344739"/>
              <a:gd name="connsiteX109" fmla="*/ 7198152 w 12193149"/>
              <a:gd name="connsiteY109" fmla="*/ 2166588 h 2344739"/>
              <a:gd name="connsiteX110" fmla="*/ 7171956 w 12193149"/>
              <a:gd name="connsiteY110" fmla="*/ 2171236 h 2344739"/>
              <a:gd name="connsiteX111" fmla="*/ 7098136 w 12193149"/>
              <a:gd name="connsiteY111" fmla="*/ 2183464 h 2344739"/>
              <a:gd name="connsiteX112" fmla="*/ 7019644 w 12193149"/>
              <a:gd name="connsiteY112" fmla="*/ 2183090 h 2344739"/>
              <a:gd name="connsiteX113" fmla="*/ 6905294 w 12193149"/>
              <a:gd name="connsiteY113" fmla="*/ 2212596 h 2344739"/>
              <a:gd name="connsiteX114" fmla="*/ 6709370 w 12193149"/>
              <a:gd name="connsiteY114" fmla="*/ 2240551 h 2344739"/>
              <a:gd name="connsiteX115" fmla="*/ 6550602 w 12193149"/>
              <a:gd name="connsiteY115" fmla="*/ 2269327 h 2344739"/>
              <a:gd name="connsiteX116" fmla="*/ 6318708 w 12193149"/>
              <a:gd name="connsiteY116" fmla="*/ 2316127 h 2344739"/>
              <a:gd name="connsiteX117" fmla="*/ 6169822 w 12193149"/>
              <a:gd name="connsiteY117" fmla="*/ 2318214 h 2344739"/>
              <a:gd name="connsiteX118" fmla="*/ 6074996 w 12193149"/>
              <a:gd name="connsiteY118" fmla="*/ 2338676 h 2344739"/>
              <a:gd name="connsiteX119" fmla="*/ 6069677 w 12193149"/>
              <a:gd name="connsiteY119" fmla="*/ 2337139 h 2344739"/>
              <a:gd name="connsiteX120" fmla="*/ 6049786 w 12193149"/>
              <a:gd name="connsiteY120" fmla="*/ 2337822 h 2344739"/>
              <a:gd name="connsiteX121" fmla="*/ 6042433 w 12193149"/>
              <a:gd name="connsiteY121" fmla="*/ 2329473 h 2344739"/>
              <a:gd name="connsiteX122" fmla="*/ 6011238 w 12193149"/>
              <a:gd name="connsiteY122" fmla="*/ 2324380 h 2344739"/>
              <a:gd name="connsiteX123" fmla="*/ 5958523 w 12193149"/>
              <a:gd name="connsiteY123" fmla="*/ 2328024 h 2344739"/>
              <a:gd name="connsiteX124" fmla="*/ 5760067 w 12193149"/>
              <a:gd name="connsiteY124" fmla="*/ 2343716 h 2344739"/>
              <a:gd name="connsiteX125" fmla="*/ 5628108 w 12193149"/>
              <a:gd name="connsiteY125" fmla="*/ 2344739 h 2344739"/>
              <a:gd name="connsiteX126" fmla="*/ 5472054 w 12193149"/>
              <a:gd name="connsiteY126" fmla="*/ 2330719 h 2344739"/>
              <a:gd name="connsiteX127" fmla="*/ 5433909 w 12193149"/>
              <a:gd name="connsiteY127" fmla="*/ 2319466 h 2344739"/>
              <a:gd name="connsiteX128" fmla="*/ 5382817 w 12193149"/>
              <a:gd name="connsiteY128" fmla="*/ 2301764 h 2344739"/>
              <a:gd name="connsiteX129" fmla="*/ 5262912 w 12193149"/>
              <a:gd name="connsiteY129" fmla="*/ 2281347 h 2344739"/>
              <a:gd name="connsiteX130" fmla="*/ 5224109 w 12193149"/>
              <a:gd name="connsiteY130" fmla="*/ 2270223 h 2344739"/>
              <a:gd name="connsiteX131" fmla="*/ 5175808 w 12193149"/>
              <a:gd name="connsiteY131" fmla="*/ 2267233 h 2344739"/>
              <a:gd name="connsiteX132" fmla="*/ 5157702 w 12193149"/>
              <a:gd name="connsiteY132" fmla="*/ 2260010 h 2344739"/>
              <a:gd name="connsiteX133" fmla="*/ 5143747 w 12193149"/>
              <a:gd name="connsiteY133" fmla="*/ 2256610 h 2344739"/>
              <a:gd name="connsiteX134" fmla="*/ 5140744 w 12193149"/>
              <a:gd name="connsiteY134" fmla="*/ 2254509 h 2344739"/>
              <a:gd name="connsiteX135" fmla="*/ 5122807 w 12193149"/>
              <a:gd name="connsiteY135" fmla="*/ 2243656 h 2344739"/>
              <a:gd name="connsiteX136" fmla="*/ 5066938 w 12193149"/>
              <a:gd name="connsiteY136" fmla="*/ 2250227 h 2344739"/>
              <a:gd name="connsiteX137" fmla="*/ 5012662 w 12193149"/>
              <a:gd name="connsiteY137" fmla="*/ 2233846 h 2344739"/>
              <a:gd name="connsiteX138" fmla="*/ 4841589 w 12193149"/>
              <a:gd name="connsiteY138" fmla="*/ 2209829 h 2344739"/>
              <a:gd name="connsiteX139" fmla="*/ 4763595 w 12193149"/>
              <a:gd name="connsiteY139" fmla="*/ 2182061 h 2344739"/>
              <a:gd name="connsiteX140" fmla="*/ 4724334 w 12193149"/>
              <a:gd name="connsiteY140" fmla="*/ 2173047 h 2344739"/>
              <a:gd name="connsiteX141" fmla="*/ 4722324 w 12193149"/>
              <a:gd name="connsiteY141" fmla="*/ 2172298 h 2344739"/>
              <a:gd name="connsiteX142" fmla="*/ 4723259 w 12193149"/>
              <a:gd name="connsiteY142" fmla="*/ 2172087 h 2344739"/>
              <a:gd name="connsiteX143" fmla="*/ 4718350 w 12193149"/>
              <a:gd name="connsiteY143" fmla="*/ 2170817 h 2344739"/>
              <a:gd name="connsiteX144" fmla="*/ 4722324 w 12193149"/>
              <a:gd name="connsiteY144" fmla="*/ 2172298 h 2344739"/>
              <a:gd name="connsiteX145" fmla="*/ 4716674 w 12193149"/>
              <a:gd name="connsiteY145" fmla="*/ 2173573 h 2344739"/>
              <a:gd name="connsiteX146" fmla="*/ 4516962 w 12193149"/>
              <a:gd name="connsiteY146" fmla="*/ 2163671 h 2344739"/>
              <a:gd name="connsiteX147" fmla="*/ 4429691 w 12193149"/>
              <a:gd name="connsiteY147" fmla="*/ 2153020 h 2344739"/>
              <a:gd name="connsiteX148" fmla="*/ 4364023 w 12193149"/>
              <a:gd name="connsiteY148" fmla="*/ 2151674 h 2344739"/>
              <a:gd name="connsiteX149" fmla="*/ 4318114 w 12193149"/>
              <a:gd name="connsiteY149" fmla="*/ 2158289 h 2344739"/>
              <a:gd name="connsiteX150" fmla="*/ 4316258 w 12193149"/>
              <a:gd name="connsiteY150" fmla="*/ 2156948 h 2344739"/>
              <a:gd name="connsiteX151" fmla="*/ 4296292 w 12193149"/>
              <a:gd name="connsiteY151" fmla="*/ 2155069 h 2344739"/>
              <a:gd name="connsiteX152" fmla="*/ 4291212 w 12193149"/>
              <a:gd name="connsiteY152" fmla="*/ 2157986 h 2344739"/>
              <a:gd name="connsiteX153" fmla="*/ 4277290 w 12193149"/>
              <a:gd name="connsiteY153" fmla="*/ 2157740 h 2344739"/>
              <a:gd name="connsiteX154" fmla="*/ 4249265 w 12193149"/>
              <a:gd name="connsiteY154" fmla="*/ 2160064 h 2344739"/>
              <a:gd name="connsiteX155" fmla="*/ 4203199 w 12193149"/>
              <a:gd name="connsiteY155" fmla="*/ 2157269 h 2344739"/>
              <a:gd name="connsiteX156" fmla="*/ 4202893 w 12193149"/>
              <a:gd name="connsiteY156" fmla="*/ 2156010 h 2344739"/>
              <a:gd name="connsiteX157" fmla="*/ 4192396 w 12193149"/>
              <a:gd name="connsiteY157" fmla="*/ 2150376 h 2344739"/>
              <a:gd name="connsiteX158" fmla="*/ 4143893 w 12193149"/>
              <a:gd name="connsiteY158" fmla="*/ 2134511 h 2344739"/>
              <a:gd name="connsiteX159" fmla="*/ 4084245 w 12193149"/>
              <a:gd name="connsiteY159" fmla="*/ 2107978 h 2344739"/>
              <a:gd name="connsiteX160" fmla="*/ 4075694 w 12193149"/>
              <a:gd name="connsiteY160" fmla="*/ 2107143 h 2344739"/>
              <a:gd name="connsiteX161" fmla="*/ 4075575 w 12193149"/>
              <a:gd name="connsiteY161" fmla="*/ 2106844 h 2344739"/>
              <a:gd name="connsiteX162" fmla="*/ 4066658 w 12193149"/>
              <a:gd name="connsiteY162" fmla="*/ 2105400 h 2344739"/>
              <a:gd name="connsiteX163" fmla="*/ 4060102 w 12193149"/>
              <a:gd name="connsiteY163" fmla="*/ 2105618 h 2344739"/>
              <a:gd name="connsiteX164" fmla="*/ 4043512 w 12193149"/>
              <a:gd name="connsiteY164" fmla="*/ 2103997 h 2344739"/>
              <a:gd name="connsiteX165" fmla="*/ 4038145 w 12193149"/>
              <a:gd name="connsiteY165" fmla="*/ 2101563 h 2344739"/>
              <a:gd name="connsiteX166" fmla="*/ 4036511 w 12193149"/>
              <a:gd name="connsiteY166" fmla="*/ 2097896 h 2344739"/>
              <a:gd name="connsiteX167" fmla="*/ 4034926 w 12193149"/>
              <a:gd name="connsiteY167" fmla="*/ 2098131 h 2344739"/>
              <a:gd name="connsiteX168" fmla="*/ 4005686 w 12193149"/>
              <a:gd name="connsiteY168" fmla="*/ 2085563 h 2344739"/>
              <a:gd name="connsiteX169" fmla="*/ 3937994 w 12193149"/>
              <a:gd name="connsiteY169" fmla="*/ 2068106 h 2344739"/>
              <a:gd name="connsiteX170" fmla="*/ 3898423 w 12193149"/>
              <a:gd name="connsiteY170" fmla="*/ 2062451 h 2344739"/>
              <a:gd name="connsiteX171" fmla="*/ 3790908 w 12193149"/>
              <a:gd name="connsiteY171" fmla="*/ 2042213 h 2344739"/>
              <a:gd name="connsiteX172" fmla="*/ 3683661 w 12193149"/>
              <a:gd name="connsiteY172" fmla="*/ 2018290 h 2344739"/>
              <a:gd name="connsiteX173" fmla="*/ 3611183 w 12193149"/>
              <a:gd name="connsiteY173" fmla="*/ 1986019 h 2344739"/>
              <a:gd name="connsiteX174" fmla="*/ 3605003 w 12193149"/>
              <a:gd name="connsiteY174" fmla="*/ 1987381 h 2344739"/>
              <a:gd name="connsiteX175" fmla="*/ 3595884 w 12193149"/>
              <a:gd name="connsiteY175" fmla="*/ 1987545 h 2344739"/>
              <a:gd name="connsiteX176" fmla="*/ 3595649 w 12193149"/>
              <a:gd name="connsiteY176" fmla="*/ 1987276 h 2344739"/>
              <a:gd name="connsiteX177" fmla="*/ 3587126 w 12193149"/>
              <a:gd name="connsiteY177" fmla="*/ 1987966 h 2344739"/>
              <a:gd name="connsiteX178" fmla="*/ 3537283 w 12193149"/>
              <a:gd name="connsiteY178" fmla="*/ 1978267 h 2344739"/>
              <a:gd name="connsiteX179" fmla="*/ 3474371 w 12193149"/>
              <a:gd name="connsiteY179" fmla="*/ 1974606 h 2344739"/>
              <a:gd name="connsiteX180" fmla="*/ 3401876 w 12193149"/>
              <a:gd name="connsiteY180" fmla="*/ 1962558 h 2344739"/>
              <a:gd name="connsiteX181" fmla="*/ 3365036 w 12193149"/>
              <a:gd name="connsiteY181" fmla="*/ 1979510 h 2344739"/>
              <a:gd name="connsiteX182" fmla="*/ 3345174 w 12193149"/>
              <a:gd name="connsiteY182" fmla="*/ 1981192 h 2344739"/>
              <a:gd name="connsiteX183" fmla="*/ 3342846 w 12193149"/>
              <a:gd name="connsiteY183" fmla="*/ 1980217 h 2344739"/>
              <a:gd name="connsiteX184" fmla="*/ 3263504 w 12193149"/>
              <a:gd name="connsiteY184" fmla="*/ 1986094 h 2344739"/>
              <a:gd name="connsiteX185" fmla="*/ 3143704 w 12193149"/>
              <a:gd name="connsiteY185" fmla="*/ 1993869 h 2344739"/>
              <a:gd name="connsiteX186" fmla="*/ 3031439 w 12193149"/>
              <a:gd name="connsiteY186" fmla="*/ 1996512 h 2344739"/>
              <a:gd name="connsiteX187" fmla="*/ 2782717 w 12193149"/>
              <a:gd name="connsiteY187" fmla="*/ 2018333 h 2344739"/>
              <a:gd name="connsiteX188" fmla="*/ 2647675 w 12193149"/>
              <a:gd name="connsiteY188" fmla="*/ 2028869 h 2344739"/>
              <a:gd name="connsiteX189" fmla="*/ 2569176 w 12193149"/>
              <a:gd name="connsiteY189" fmla="*/ 2002628 h 2344739"/>
              <a:gd name="connsiteX190" fmla="*/ 2444403 w 12193149"/>
              <a:gd name="connsiteY190" fmla="*/ 2016529 h 2344739"/>
              <a:gd name="connsiteX191" fmla="*/ 2316260 w 12193149"/>
              <a:gd name="connsiteY191" fmla="*/ 2024996 h 2344739"/>
              <a:gd name="connsiteX192" fmla="*/ 2209726 w 12193149"/>
              <a:gd name="connsiteY192" fmla="*/ 2019763 h 2344739"/>
              <a:gd name="connsiteX193" fmla="*/ 2095813 w 12193149"/>
              <a:gd name="connsiteY193" fmla="*/ 2003052 h 2344739"/>
              <a:gd name="connsiteX194" fmla="*/ 1998504 w 12193149"/>
              <a:gd name="connsiteY194" fmla="*/ 1995032 h 2344739"/>
              <a:gd name="connsiteX195" fmla="*/ 1929320 w 12193149"/>
              <a:gd name="connsiteY195" fmla="*/ 2016977 h 2344739"/>
              <a:gd name="connsiteX196" fmla="*/ 1922798 w 12193149"/>
              <a:gd name="connsiteY196" fmla="*/ 2012146 h 2344739"/>
              <a:gd name="connsiteX197" fmla="*/ 1874228 w 12193149"/>
              <a:gd name="connsiteY197" fmla="*/ 2013741 h 2344739"/>
              <a:gd name="connsiteX198" fmla="*/ 1787803 w 12193149"/>
              <a:gd name="connsiteY198" fmla="*/ 2041363 h 2344739"/>
              <a:gd name="connsiteX199" fmla="*/ 1739352 w 12193149"/>
              <a:gd name="connsiteY199" fmla="*/ 2036312 h 2344739"/>
              <a:gd name="connsiteX200" fmla="*/ 1676219 w 12193149"/>
              <a:gd name="connsiteY200" fmla="*/ 2019963 h 2344739"/>
              <a:gd name="connsiteX201" fmla="*/ 1609817 w 12193149"/>
              <a:gd name="connsiteY201" fmla="*/ 2013066 h 2344739"/>
              <a:gd name="connsiteX202" fmla="*/ 1497258 w 12193149"/>
              <a:gd name="connsiteY202" fmla="*/ 1987476 h 2344739"/>
              <a:gd name="connsiteX203" fmla="*/ 1151127 w 12193149"/>
              <a:gd name="connsiteY203" fmla="*/ 1938041 h 2344739"/>
              <a:gd name="connsiteX204" fmla="*/ 859417 w 12193149"/>
              <a:gd name="connsiteY204" fmla="*/ 1928608 h 2344739"/>
              <a:gd name="connsiteX205" fmla="*/ 838688 w 12193149"/>
              <a:gd name="connsiteY205" fmla="*/ 1929821 h 2344739"/>
              <a:gd name="connsiteX206" fmla="*/ 817957 w 12193149"/>
              <a:gd name="connsiteY206" fmla="*/ 1927857 h 2344739"/>
              <a:gd name="connsiteX207" fmla="*/ 812654 w 12193149"/>
              <a:gd name="connsiteY207" fmla="*/ 1930751 h 2344739"/>
              <a:gd name="connsiteX208" fmla="*/ 721195 w 12193149"/>
              <a:gd name="connsiteY208" fmla="*/ 1929661 h 2344739"/>
              <a:gd name="connsiteX209" fmla="*/ 720890 w 12193149"/>
              <a:gd name="connsiteY209" fmla="*/ 1928399 h 2344739"/>
              <a:gd name="connsiteX210" fmla="*/ 710023 w 12193149"/>
              <a:gd name="connsiteY210" fmla="*/ 1922722 h 2344739"/>
              <a:gd name="connsiteX211" fmla="*/ 597940 w 12193149"/>
              <a:gd name="connsiteY211" fmla="*/ 1879864 h 2344739"/>
              <a:gd name="connsiteX212" fmla="*/ 579683 w 12193149"/>
              <a:gd name="connsiteY212" fmla="*/ 1877212 h 2344739"/>
              <a:gd name="connsiteX213" fmla="*/ 572865 w 12193149"/>
              <a:gd name="connsiteY213" fmla="*/ 1877401 h 2344739"/>
              <a:gd name="connsiteX214" fmla="*/ 446247 w 12193149"/>
              <a:gd name="connsiteY214" fmla="*/ 1839371 h 2344739"/>
              <a:gd name="connsiteX215" fmla="*/ 405163 w 12193149"/>
              <a:gd name="connsiteY215" fmla="*/ 1833548 h 2344739"/>
              <a:gd name="connsiteX216" fmla="*/ 293583 w 12193149"/>
              <a:gd name="connsiteY216" fmla="*/ 1812852 h 2344739"/>
              <a:gd name="connsiteX217" fmla="*/ 119529 w 12193149"/>
              <a:gd name="connsiteY217" fmla="*/ 1761047 h 2344739"/>
              <a:gd name="connsiteX218" fmla="*/ 16674 w 12193149"/>
              <a:gd name="connsiteY218" fmla="*/ 1758191 h 2344739"/>
              <a:gd name="connsiteX219" fmla="*/ 1150 w 12193149"/>
              <a:gd name="connsiteY219" fmla="*/ 1752722 h 2344739"/>
              <a:gd name="connsiteX220" fmla="*/ 1148 w 12193149"/>
              <a:gd name="connsiteY220" fmla="*/ 222213 h 2344739"/>
              <a:gd name="connsiteX221" fmla="*/ 1148 w 12193149"/>
              <a:gd name="connsiteY221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38590 w 12193149"/>
              <a:gd name="connsiteY65" fmla="*/ 1869293 h 2344739"/>
              <a:gd name="connsiteX66" fmla="*/ 9232518 w 12193149"/>
              <a:gd name="connsiteY66" fmla="*/ 1893149 h 2344739"/>
              <a:gd name="connsiteX67" fmla="*/ 9156690 w 12193149"/>
              <a:gd name="connsiteY67" fmla="*/ 1903228 h 2344739"/>
              <a:gd name="connsiteX68" fmla="*/ 9054601 w 12193149"/>
              <a:gd name="connsiteY68" fmla="*/ 1910755 h 2344739"/>
              <a:gd name="connsiteX69" fmla="*/ 9006634 w 12193149"/>
              <a:gd name="connsiteY69" fmla="*/ 1914040 h 2344739"/>
              <a:gd name="connsiteX70" fmla="*/ 9006349 w 12193149"/>
              <a:gd name="connsiteY70" fmla="*/ 1913800 h 2344739"/>
              <a:gd name="connsiteX71" fmla="*/ 8997380 w 12193149"/>
              <a:gd name="connsiteY71" fmla="*/ 1915011 h 2344739"/>
              <a:gd name="connsiteX72" fmla="*/ 8991542 w 12193149"/>
              <a:gd name="connsiteY72" fmla="*/ 1917072 h 2344739"/>
              <a:gd name="connsiteX73" fmla="*/ 8975485 w 12193149"/>
              <a:gd name="connsiteY73" fmla="*/ 1920298 h 2344739"/>
              <a:gd name="connsiteX74" fmla="*/ 8969159 w 12193149"/>
              <a:gd name="connsiteY74" fmla="*/ 1919598 h 2344739"/>
              <a:gd name="connsiteX75" fmla="*/ 8964196 w 12193149"/>
              <a:gd name="connsiteY75" fmla="*/ 1917373 h 2344739"/>
              <a:gd name="connsiteX76" fmla="*/ 8930136 w 12193149"/>
              <a:gd name="connsiteY76" fmla="*/ 1914185 h 2344739"/>
              <a:gd name="connsiteX77" fmla="*/ 8753592 w 12193149"/>
              <a:gd name="connsiteY77" fmla="*/ 1933417 h 2344739"/>
              <a:gd name="connsiteX78" fmla="*/ 8708995 w 12193149"/>
              <a:gd name="connsiteY78" fmla="*/ 1935518 h 2344739"/>
              <a:gd name="connsiteX79" fmla="*/ 8597219 w 12193149"/>
              <a:gd name="connsiteY79" fmla="*/ 1944090 h 2344739"/>
              <a:gd name="connsiteX80" fmla="*/ 8526378 w 12193149"/>
              <a:gd name="connsiteY80" fmla="*/ 1929248 h 2344739"/>
              <a:gd name="connsiteX81" fmla="*/ 8512131 w 12193149"/>
              <a:gd name="connsiteY81" fmla="*/ 1935163 h 2344739"/>
              <a:gd name="connsiteX82" fmla="*/ 8507315 w 12193149"/>
              <a:gd name="connsiteY82" fmla="*/ 1938164 h 2344739"/>
              <a:gd name="connsiteX83" fmla="*/ 8499116 w 12193149"/>
              <a:gd name="connsiteY83" fmla="*/ 1940902 h 2344739"/>
              <a:gd name="connsiteX84" fmla="*/ 8498742 w 12193149"/>
              <a:gd name="connsiteY84" fmla="*/ 1940723 h 2344739"/>
              <a:gd name="connsiteX85" fmla="*/ 8491397 w 12193149"/>
              <a:gd name="connsiteY85" fmla="*/ 1943773 h 2344739"/>
              <a:gd name="connsiteX86" fmla="*/ 8368330 w 12193149"/>
              <a:gd name="connsiteY86" fmla="*/ 1957815 h 2344739"/>
              <a:gd name="connsiteX87" fmla="*/ 8354947 w 12193149"/>
              <a:gd name="connsiteY87" fmla="*/ 1958009 h 2344739"/>
              <a:gd name="connsiteX88" fmla="*/ 8321252 w 12193149"/>
              <a:gd name="connsiteY88" fmla="*/ 1974587 h 2344739"/>
              <a:gd name="connsiteX89" fmla="*/ 8315581 w 12193149"/>
              <a:gd name="connsiteY89" fmla="*/ 1974913 h 2344739"/>
              <a:gd name="connsiteX90" fmla="*/ 8296322 w 12193149"/>
              <a:gd name="connsiteY90" fmla="*/ 1988808 h 2344739"/>
              <a:gd name="connsiteX91" fmla="*/ 8285424 w 12193149"/>
              <a:gd name="connsiteY91" fmla="*/ 1994631 h 2344739"/>
              <a:gd name="connsiteX92" fmla="*/ 8284298 w 12193149"/>
              <a:gd name="connsiteY92" fmla="*/ 1999074 h 2344739"/>
              <a:gd name="connsiteX93" fmla="*/ 8267224 w 12193149"/>
              <a:gd name="connsiteY93" fmla="*/ 2006249 h 2344739"/>
              <a:gd name="connsiteX94" fmla="*/ 8264525 w 12193149"/>
              <a:gd name="connsiteY94" fmla="*/ 2006019 h 2344739"/>
              <a:gd name="connsiteX95" fmla="*/ 8253181 w 12193149"/>
              <a:gd name="connsiteY95" fmla="*/ 2015862 h 2344739"/>
              <a:gd name="connsiteX96" fmla="*/ 8246982 w 12193149"/>
              <a:gd name="connsiteY96" fmla="*/ 2028854 h 2344739"/>
              <a:gd name="connsiteX97" fmla="*/ 8091420 w 12193149"/>
              <a:gd name="connsiteY97" fmla="*/ 2075015 h 2344739"/>
              <a:gd name="connsiteX98" fmla="*/ 7906555 w 12193149"/>
              <a:gd name="connsiteY98" fmla="*/ 2116988 h 2344739"/>
              <a:gd name="connsiteX99" fmla="*/ 7719893 w 12193149"/>
              <a:gd name="connsiteY99" fmla="*/ 2142703 h 2344739"/>
              <a:gd name="connsiteX100" fmla="*/ 7615495 w 12193149"/>
              <a:gd name="connsiteY100" fmla="*/ 2139232 h 2344739"/>
              <a:gd name="connsiteX101" fmla="*/ 7528691 w 12193149"/>
              <a:gd name="connsiteY101" fmla="*/ 2145060 h 2344739"/>
              <a:gd name="connsiteX102" fmla="*/ 7520719 w 12193149"/>
              <a:gd name="connsiteY102" fmla="*/ 2147613 h 2344739"/>
              <a:gd name="connsiteX103" fmla="*/ 7508559 w 12193149"/>
              <a:gd name="connsiteY103" fmla="*/ 2148948 h 2344739"/>
              <a:gd name="connsiteX104" fmla="*/ 7508188 w 12193149"/>
              <a:gd name="connsiteY104" fmla="*/ 2148621 h 2344739"/>
              <a:gd name="connsiteX105" fmla="*/ 7496943 w 12193149"/>
              <a:gd name="connsiteY105" fmla="*/ 2150573 h 2344739"/>
              <a:gd name="connsiteX106" fmla="*/ 7406539 w 12193149"/>
              <a:gd name="connsiteY106" fmla="*/ 2142468 h 2344739"/>
              <a:gd name="connsiteX107" fmla="*/ 7219707 w 12193149"/>
              <a:gd name="connsiteY107" fmla="*/ 2156680 h 2344739"/>
              <a:gd name="connsiteX108" fmla="*/ 7202249 w 12193149"/>
              <a:gd name="connsiteY108" fmla="*/ 2161230 h 2344739"/>
              <a:gd name="connsiteX109" fmla="*/ 7198152 w 12193149"/>
              <a:gd name="connsiteY109" fmla="*/ 2166588 h 2344739"/>
              <a:gd name="connsiteX110" fmla="*/ 7171956 w 12193149"/>
              <a:gd name="connsiteY110" fmla="*/ 2171236 h 2344739"/>
              <a:gd name="connsiteX111" fmla="*/ 7098136 w 12193149"/>
              <a:gd name="connsiteY111" fmla="*/ 2183464 h 2344739"/>
              <a:gd name="connsiteX112" fmla="*/ 7019644 w 12193149"/>
              <a:gd name="connsiteY112" fmla="*/ 2183090 h 2344739"/>
              <a:gd name="connsiteX113" fmla="*/ 6905294 w 12193149"/>
              <a:gd name="connsiteY113" fmla="*/ 2212596 h 2344739"/>
              <a:gd name="connsiteX114" fmla="*/ 6709370 w 12193149"/>
              <a:gd name="connsiteY114" fmla="*/ 2240551 h 2344739"/>
              <a:gd name="connsiteX115" fmla="*/ 6550602 w 12193149"/>
              <a:gd name="connsiteY115" fmla="*/ 2269327 h 2344739"/>
              <a:gd name="connsiteX116" fmla="*/ 6318708 w 12193149"/>
              <a:gd name="connsiteY116" fmla="*/ 2316127 h 2344739"/>
              <a:gd name="connsiteX117" fmla="*/ 6169822 w 12193149"/>
              <a:gd name="connsiteY117" fmla="*/ 2318214 h 2344739"/>
              <a:gd name="connsiteX118" fmla="*/ 6074996 w 12193149"/>
              <a:gd name="connsiteY118" fmla="*/ 2338676 h 2344739"/>
              <a:gd name="connsiteX119" fmla="*/ 6069677 w 12193149"/>
              <a:gd name="connsiteY119" fmla="*/ 2337139 h 2344739"/>
              <a:gd name="connsiteX120" fmla="*/ 6049786 w 12193149"/>
              <a:gd name="connsiteY120" fmla="*/ 2337822 h 2344739"/>
              <a:gd name="connsiteX121" fmla="*/ 6042433 w 12193149"/>
              <a:gd name="connsiteY121" fmla="*/ 2329473 h 2344739"/>
              <a:gd name="connsiteX122" fmla="*/ 6011238 w 12193149"/>
              <a:gd name="connsiteY122" fmla="*/ 2324380 h 2344739"/>
              <a:gd name="connsiteX123" fmla="*/ 5958523 w 12193149"/>
              <a:gd name="connsiteY123" fmla="*/ 2328024 h 2344739"/>
              <a:gd name="connsiteX124" fmla="*/ 5760067 w 12193149"/>
              <a:gd name="connsiteY124" fmla="*/ 2343716 h 2344739"/>
              <a:gd name="connsiteX125" fmla="*/ 5628108 w 12193149"/>
              <a:gd name="connsiteY125" fmla="*/ 2344739 h 2344739"/>
              <a:gd name="connsiteX126" fmla="*/ 5472054 w 12193149"/>
              <a:gd name="connsiteY126" fmla="*/ 2330719 h 2344739"/>
              <a:gd name="connsiteX127" fmla="*/ 5433909 w 12193149"/>
              <a:gd name="connsiteY127" fmla="*/ 2319466 h 2344739"/>
              <a:gd name="connsiteX128" fmla="*/ 5382817 w 12193149"/>
              <a:gd name="connsiteY128" fmla="*/ 2301764 h 2344739"/>
              <a:gd name="connsiteX129" fmla="*/ 5262912 w 12193149"/>
              <a:gd name="connsiteY129" fmla="*/ 2281347 h 2344739"/>
              <a:gd name="connsiteX130" fmla="*/ 5224109 w 12193149"/>
              <a:gd name="connsiteY130" fmla="*/ 2270223 h 2344739"/>
              <a:gd name="connsiteX131" fmla="*/ 5175808 w 12193149"/>
              <a:gd name="connsiteY131" fmla="*/ 2267233 h 2344739"/>
              <a:gd name="connsiteX132" fmla="*/ 5157702 w 12193149"/>
              <a:gd name="connsiteY132" fmla="*/ 2260010 h 2344739"/>
              <a:gd name="connsiteX133" fmla="*/ 5143747 w 12193149"/>
              <a:gd name="connsiteY133" fmla="*/ 2256610 h 2344739"/>
              <a:gd name="connsiteX134" fmla="*/ 5140744 w 12193149"/>
              <a:gd name="connsiteY134" fmla="*/ 2254509 h 2344739"/>
              <a:gd name="connsiteX135" fmla="*/ 5122807 w 12193149"/>
              <a:gd name="connsiteY135" fmla="*/ 2243656 h 2344739"/>
              <a:gd name="connsiteX136" fmla="*/ 5066938 w 12193149"/>
              <a:gd name="connsiteY136" fmla="*/ 2250227 h 2344739"/>
              <a:gd name="connsiteX137" fmla="*/ 5012662 w 12193149"/>
              <a:gd name="connsiteY137" fmla="*/ 2233846 h 2344739"/>
              <a:gd name="connsiteX138" fmla="*/ 4841589 w 12193149"/>
              <a:gd name="connsiteY138" fmla="*/ 2209829 h 2344739"/>
              <a:gd name="connsiteX139" fmla="*/ 4763595 w 12193149"/>
              <a:gd name="connsiteY139" fmla="*/ 2182061 h 2344739"/>
              <a:gd name="connsiteX140" fmla="*/ 4724334 w 12193149"/>
              <a:gd name="connsiteY140" fmla="*/ 2173047 h 2344739"/>
              <a:gd name="connsiteX141" fmla="*/ 4722324 w 12193149"/>
              <a:gd name="connsiteY141" fmla="*/ 2172298 h 2344739"/>
              <a:gd name="connsiteX142" fmla="*/ 4723259 w 12193149"/>
              <a:gd name="connsiteY142" fmla="*/ 2172087 h 2344739"/>
              <a:gd name="connsiteX143" fmla="*/ 4718350 w 12193149"/>
              <a:gd name="connsiteY143" fmla="*/ 2170817 h 2344739"/>
              <a:gd name="connsiteX144" fmla="*/ 4722324 w 12193149"/>
              <a:gd name="connsiteY144" fmla="*/ 2172298 h 2344739"/>
              <a:gd name="connsiteX145" fmla="*/ 4716674 w 12193149"/>
              <a:gd name="connsiteY145" fmla="*/ 2173573 h 2344739"/>
              <a:gd name="connsiteX146" fmla="*/ 4516962 w 12193149"/>
              <a:gd name="connsiteY146" fmla="*/ 2163671 h 2344739"/>
              <a:gd name="connsiteX147" fmla="*/ 4429691 w 12193149"/>
              <a:gd name="connsiteY147" fmla="*/ 2153020 h 2344739"/>
              <a:gd name="connsiteX148" fmla="*/ 4364023 w 12193149"/>
              <a:gd name="connsiteY148" fmla="*/ 2151674 h 2344739"/>
              <a:gd name="connsiteX149" fmla="*/ 4318114 w 12193149"/>
              <a:gd name="connsiteY149" fmla="*/ 2158289 h 2344739"/>
              <a:gd name="connsiteX150" fmla="*/ 4316258 w 12193149"/>
              <a:gd name="connsiteY150" fmla="*/ 2156948 h 2344739"/>
              <a:gd name="connsiteX151" fmla="*/ 4296292 w 12193149"/>
              <a:gd name="connsiteY151" fmla="*/ 2155069 h 2344739"/>
              <a:gd name="connsiteX152" fmla="*/ 4291212 w 12193149"/>
              <a:gd name="connsiteY152" fmla="*/ 2157986 h 2344739"/>
              <a:gd name="connsiteX153" fmla="*/ 4277290 w 12193149"/>
              <a:gd name="connsiteY153" fmla="*/ 2157740 h 2344739"/>
              <a:gd name="connsiteX154" fmla="*/ 4249265 w 12193149"/>
              <a:gd name="connsiteY154" fmla="*/ 2160064 h 2344739"/>
              <a:gd name="connsiteX155" fmla="*/ 4203199 w 12193149"/>
              <a:gd name="connsiteY155" fmla="*/ 2157269 h 2344739"/>
              <a:gd name="connsiteX156" fmla="*/ 4202893 w 12193149"/>
              <a:gd name="connsiteY156" fmla="*/ 2156010 h 2344739"/>
              <a:gd name="connsiteX157" fmla="*/ 4192396 w 12193149"/>
              <a:gd name="connsiteY157" fmla="*/ 2150376 h 2344739"/>
              <a:gd name="connsiteX158" fmla="*/ 4143893 w 12193149"/>
              <a:gd name="connsiteY158" fmla="*/ 2134511 h 2344739"/>
              <a:gd name="connsiteX159" fmla="*/ 4084245 w 12193149"/>
              <a:gd name="connsiteY159" fmla="*/ 2107978 h 2344739"/>
              <a:gd name="connsiteX160" fmla="*/ 4075694 w 12193149"/>
              <a:gd name="connsiteY160" fmla="*/ 2107143 h 2344739"/>
              <a:gd name="connsiteX161" fmla="*/ 4075575 w 12193149"/>
              <a:gd name="connsiteY161" fmla="*/ 2106844 h 2344739"/>
              <a:gd name="connsiteX162" fmla="*/ 4066658 w 12193149"/>
              <a:gd name="connsiteY162" fmla="*/ 2105400 h 2344739"/>
              <a:gd name="connsiteX163" fmla="*/ 4060102 w 12193149"/>
              <a:gd name="connsiteY163" fmla="*/ 2105618 h 2344739"/>
              <a:gd name="connsiteX164" fmla="*/ 4043512 w 12193149"/>
              <a:gd name="connsiteY164" fmla="*/ 2103997 h 2344739"/>
              <a:gd name="connsiteX165" fmla="*/ 4038145 w 12193149"/>
              <a:gd name="connsiteY165" fmla="*/ 2101563 h 2344739"/>
              <a:gd name="connsiteX166" fmla="*/ 4036511 w 12193149"/>
              <a:gd name="connsiteY166" fmla="*/ 2097896 h 2344739"/>
              <a:gd name="connsiteX167" fmla="*/ 4034926 w 12193149"/>
              <a:gd name="connsiteY167" fmla="*/ 2098131 h 2344739"/>
              <a:gd name="connsiteX168" fmla="*/ 4005686 w 12193149"/>
              <a:gd name="connsiteY168" fmla="*/ 2085563 h 2344739"/>
              <a:gd name="connsiteX169" fmla="*/ 3937994 w 12193149"/>
              <a:gd name="connsiteY169" fmla="*/ 2068106 h 2344739"/>
              <a:gd name="connsiteX170" fmla="*/ 3898423 w 12193149"/>
              <a:gd name="connsiteY170" fmla="*/ 2062451 h 2344739"/>
              <a:gd name="connsiteX171" fmla="*/ 3790908 w 12193149"/>
              <a:gd name="connsiteY171" fmla="*/ 2042213 h 2344739"/>
              <a:gd name="connsiteX172" fmla="*/ 3683661 w 12193149"/>
              <a:gd name="connsiteY172" fmla="*/ 2018290 h 2344739"/>
              <a:gd name="connsiteX173" fmla="*/ 3611183 w 12193149"/>
              <a:gd name="connsiteY173" fmla="*/ 1986019 h 2344739"/>
              <a:gd name="connsiteX174" fmla="*/ 3605003 w 12193149"/>
              <a:gd name="connsiteY174" fmla="*/ 1987381 h 2344739"/>
              <a:gd name="connsiteX175" fmla="*/ 3595884 w 12193149"/>
              <a:gd name="connsiteY175" fmla="*/ 1987545 h 2344739"/>
              <a:gd name="connsiteX176" fmla="*/ 3595649 w 12193149"/>
              <a:gd name="connsiteY176" fmla="*/ 1987276 h 2344739"/>
              <a:gd name="connsiteX177" fmla="*/ 3587126 w 12193149"/>
              <a:gd name="connsiteY177" fmla="*/ 1987966 h 2344739"/>
              <a:gd name="connsiteX178" fmla="*/ 3537283 w 12193149"/>
              <a:gd name="connsiteY178" fmla="*/ 1978267 h 2344739"/>
              <a:gd name="connsiteX179" fmla="*/ 3474371 w 12193149"/>
              <a:gd name="connsiteY179" fmla="*/ 1974606 h 2344739"/>
              <a:gd name="connsiteX180" fmla="*/ 3401876 w 12193149"/>
              <a:gd name="connsiteY180" fmla="*/ 1962558 h 2344739"/>
              <a:gd name="connsiteX181" fmla="*/ 3365036 w 12193149"/>
              <a:gd name="connsiteY181" fmla="*/ 1979510 h 2344739"/>
              <a:gd name="connsiteX182" fmla="*/ 3345174 w 12193149"/>
              <a:gd name="connsiteY182" fmla="*/ 1981192 h 2344739"/>
              <a:gd name="connsiteX183" fmla="*/ 3342846 w 12193149"/>
              <a:gd name="connsiteY183" fmla="*/ 1980217 h 2344739"/>
              <a:gd name="connsiteX184" fmla="*/ 3263504 w 12193149"/>
              <a:gd name="connsiteY184" fmla="*/ 1986094 h 2344739"/>
              <a:gd name="connsiteX185" fmla="*/ 3143704 w 12193149"/>
              <a:gd name="connsiteY185" fmla="*/ 1993869 h 2344739"/>
              <a:gd name="connsiteX186" fmla="*/ 3031439 w 12193149"/>
              <a:gd name="connsiteY186" fmla="*/ 1996512 h 2344739"/>
              <a:gd name="connsiteX187" fmla="*/ 2782717 w 12193149"/>
              <a:gd name="connsiteY187" fmla="*/ 2018333 h 2344739"/>
              <a:gd name="connsiteX188" fmla="*/ 2647675 w 12193149"/>
              <a:gd name="connsiteY188" fmla="*/ 2028869 h 2344739"/>
              <a:gd name="connsiteX189" fmla="*/ 2569176 w 12193149"/>
              <a:gd name="connsiteY189" fmla="*/ 2002628 h 2344739"/>
              <a:gd name="connsiteX190" fmla="*/ 2444403 w 12193149"/>
              <a:gd name="connsiteY190" fmla="*/ 2016529 h 2344739"/>
              <a:gd name="connsiteX191" fmla="*/ 2316260 w 12193149"/>
              <a:gd name="connsiteY191" fmla="*/ 2024996 h 2344739"/>
              <a:gd name="connsiteX192" fmla="*/ 2209726 w 12193149"/>
              <a:gd name="connsiteY192" fmla="*/ 2019763 h 2344739"/>
              <a:gd name="connsiteX193" fmla="*/ 2095813 w 12193149"/>
              <a:gd name="connsiteY193" fmla="*/ 2003052 h 2344739"/>
              <a:gd name="connsiteX194" fmla="*/ 1998504 w 12193149"/>
              <a:gd name="connsiteY194" fmla="*/ 1995032 h 2344739"/>
              <a:gd name="connsiteX195" fmla="*/ 1929320 w 12193149"/>
              <a:gd name="connsiteY195" fmla="*/ 2016977 h 2344739"/>
              <a:gd name="connsiteX196" fmla="*/ 1922798 w 12193149"/>
              <a:gd name="connsiteY196" fmla="*/ 2012146 h 2344739"/>
              <a:gd name="connsiteX197" fmla="*/ 1874228 w 12193149"/>
              <a:gd name="connsiteY197" fmla="*/ 2013741 h 2344739"/>
              <a:gd name="connsiteX198" fmla="*/ 1787803 w 12193149"/>
              <a:gd name="connsiteY198" fmla="*/ 2041363 h 2344739"/>
              <a:gd name="connsiteX199" fmla="*/ 1739352 w 12193149"/>
              <a:gd name="connsiteY199" fmla="*/ 2036312 h 2344739"/>
              <a:gd name="connsiteX200" fmla="*/ 1676219 w 12193149"/>
              <a:gd name="connsiteY200" fmla="*/ 2019963 h 2344739"/>
              <a:gd name="connsiteX201" fmla="*/ 1609817 w 12193149"/>
              <a:gd name="connsiteY201" fmla="*/ 2013066 h 2344739"/>
              <a:gd name="connsiteX202" fmla="*/ 1497258 w 12193149"/>
              <a:gd name="connsiteY202" fmla="*/ 1987476 h 2344739"/>
              <a:gd name="connsiteX203" fmla="*/ 1151127 w 12193149"/>
              <a:gd name="connsiteY203" fmla="*/ 1938041 h 2344739"/>
              <a:gd name="connsiteX204" fmla="*/ 859417 w 12193149"/>
              <a:gd name="connsiteY204" fmla="*/ 1928608 h 2344739"/>
              <a:gd name="connsiteX205" fmla="*/ 838688 w 12193149"/>
              <a:gd name="connsiteY205" fmla="*/ 1929821 h 2344739"/>
              <a:gd name="connsiteX206" fmla="*/ 817957 w 12193149"/>
              <a:gd name="connsiteY206" fmla="*/ 1927857 h 2344739"/>
              <a:gd name="connsiteX207" fmla="*/ 812654 w 12193149"/>
              <a:gd name="connsiteY207" fmla="*/ 1930751 h 2344739"/>
              <a:gd name="connsiteX208" fmla="*/ 721195 w 12193149"/>
              <a:gd name="connsiteY208" fmla="*/ 1929661 h 2344739"/>
              <a:gd name="connsiteX209" fmla="*/ 720890 w 12193149"/>
              <a:gd name="connsiteY209" fmla="*/ 1928399 h 2344739"/>
              <a:gd name="connsiteX210" fmla="*/ 710023 w 12193149"/>
              <a:gd name="connsiteY210" fmla="*/ 1922722 h 2344739"/>
              <a:gd name="connsiteX211" fmla="*/ 597940 w 12193149"/>
              <a:gd name="connsiteY211" fmla="*/ 1879864 h 2344739"/>
              <a:gd name="connsiteX212" fmla="*/ 579683 w 12193149"/>
              <a:gd name="connsiteY212" fmla="*/ 1877212 h 2344739"/>
              <a:gd name="connsiteX213" fmla="*/ 572865 w 12193149"/>
              <a:gd name="connsiteY213" fmla="*/ 1877401 h 2344739"/>
              <a:gd name="connsiteX214" fmla="*/ 446247 w 12193149"/>
              <a:gd name="connsiteY214" fmla="*/ 1839371 h 2344739"/>
              <a:gd name="connsiteX215" fmla="*/ 405163 w 12193149"/>
              <a:gd name="connsiteY215" fmla="*/ 1833548 h 2344739"/>
              <a:gd name="connsiteX216" fmla="*/ 293583 w 12193149"/>
              <a:gd name="connsiteY216" fmla="*/ 1812852 h 2344739"/>
              <a:gd name="connsiteX217" fmla="*/ 119529 w 12193149"/>
              <a:gd name="connsiteY217" fmla="*/ 1761047 h 2344739"/>
              <a:gd name="connsiteX218" fmla="*/ 16674 w 12193149"/>
              <a:gd name="connsiteY218" fmla="*/ 1758191 h 2344739"/>
              <a:gd name="connsiteX219" fmla="*/ 1150 w 12193149"/>
              <a:gd name="connsiteY219" fmla="*/ 1752722 h 2344739"/>
              <a:gd name="connsiteX220" fmla="*/ 1148 w 12193149"/>
              <a:gd name="connsiteY220" fmla="*/ 222213 h 2344739"/>
              <a:gd name="connsiteX221" fmla="*/ 1148 w 12193149"/>
              <a:gd name="connsiteY221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083317 w 12193149"/>
              <a:gd name="connsiteY58" fmla="*/ 1743296 h 2344739"/>
              <a:gd name="connsiteX59" fmla="*/ 10040388 w 12193149"/>
              <a:gd name="connsiteY59" fmla="*/ 1741632 h 2344739"/>
              <a:gd name="connsiteX60" fmla="*/ 9961167 w 12193149"/>
              <a:gd name="connsiteY60" fmla="*/ 1757147 h 2344739"/>
              <a:gd name="connsiteX61" fmla="*/ 9848940 w 12193149"/>
              <a:gd name="connsiteY61" fmla="*/ 1763915 h 2344739"/>
              <a:gd name="connsiteX62" fmla="*/ 9729457 w 12193149"/>
              <a:gd name="connsiteY62" fmla="*/ 1784122 h 2344739"/>
              <a:gd name="connsiteX63" fmla="*/ 9585655 w 12193149"/>
              <a:gd name="connsiteY63" fmla="*/ 1795542 h 2344739"/>
              <a:gd name="connsiteX64" fmla="*/ 9338590 w 12193149"/>
              <a:gd name="connsiteY64" fmla="*/ 1869293 h 2344739"/>
              <a:gd name="connsiteX65" fmla="*/ 9232518 w 12193149"/>
              <a:gd name="connsiteY65" fmla="*/ 1893149 h 2344739"/>
              <a:gd name="connsiteX66" fmla="*/ 9156690 w 12193149"/>
              <a:gd name="connsiteY66" fmla="*/ 1903228 h 2344739"/>
              <a:gd name="connsiteX67" fmla="*/ 9054601 w 12193149"/>
              <a:gd name="connsiteY67" fmla="*/ 1910755 h 2344739"/>
              <a:gd name="connsiteX68" fmla="*/ 9006634 w 12193149"/>
              <a:gd name="connsiteY68" fmla="*/ 1914040 h 2344739"/>
              <a:gd name="connsiteX69" fmla="*/ 9006349 w 12193149"/>
              <a:gd name="connsiteY69" fmla="*/ 1913800 h 2344739"/>
              <a:gd name="connsiteX70" fmla="*/ 8997380 w 12193149"/>
              <a:gd name="connsiteY70" fmla="*/ 1915011 h 2344739"/>
              <a:gd name="connsiteX71" fmla="*/ 8991542 w 12193149"/>
              <a:gd name="connsiteY71" fmla="*/ 1917072 h 2344739"/>
              <a:gd name="connsiteX72" fmla="*/ 8975485 w 12193149"/>
              <a:gd name="connsiteY72" fmla="*/ 1920298 h 2344739"/>
              <a:gd name="connsiteX73" fmla="*/ 8969159 w 12193149"/>
              <a:gd name="connsiteY73" fmla="*/ 1919598 h 2344739"/>
              <a:gd name="connsiteX74" fmla="*/ 8964196 w 12193149"/>
              <a:gd name="connsiteY74" fmla="*/ 1917373 h 2344739"/>
              <a:gd name="connsiteX75" fmla="*/ 8930136 w 12193149"/>
              <a:gd name="connsiteY75" fmla="*/ 1914185 h 2344739"/>
              <a:gd name="connsiteX76" fmla="*/ 8753592 w 12193149"/>
              <a:gd name="connsiteY76" fmla="*/ 1933417 h 2344739"/>
              <a:gd name="connsiteX77" fmla="*/ 8708995 w 12193149"/>
              <a:gd name="connsiteY77" fmla="*/ 1935518 h 2344739"/>
              <a:gd name="connsiteX78" fmla="*/ 8597219 w 12193149"/>
              <a:gd name="connsiteY78" fmla="*/ 1944090 h 2344739"/>
              <a:gd name="connsiteX79" fmla="*/ 8526378 w 12193149"/>
              <a:gd name="connsiteY79" fmla="*/ 1929248 h 2344739"/>
              <a:gd name="connsiteX80" fmla="*/ 8512131 w 12193149"/>
              <a:gd name="connsiteY80" fmla="*/ 1935163 h 2344739"/>
              <a:gd name="connsiteX81" fmla="*/ 8507315 w 12193149"/>
              <a:gd name="connsiteY81" fmla="*/ 1938164 h 2344739"/>
              <a:gd name="connsiteX82" fmla="*/ 8499116 w 12193149"/>
              <a:gd name="connsiteY82" fmla="*/ 1940902 h 2344739"/>
              <a:gd name="connsiteX83" fmla="*/ 8498742 w 12193149"/>
              <a:gd name="connsiteY83" fmla="*/ 1940723 h 2344739"/>
              <a:gd name="connsiteX84" fmla="*/ 8491397 w 12193149"/>
              <a:gd name="connsiteY84" fmla="*/ 1943773 h 2344739"/>
              <a:gd name="connsiteX85" fmla="*/ 8368330 w 12193149"/>
              <a:gd name="connsiteY85" fmla="*/ 1957815 h 2344739"/>
              <a:gd name="connsiteX86" fmla="*/ 8354947 w 12193149"/>
              <a:gd name="connsiteY86" fmla="*/ 1958009 h 2344739"/>
              <a:gd name="connsiteX87" fmla="*/ 8321252 w 12193149"/>
              <a:gd name="connsiteY87" fmla="*/ 1974587 h 2344739"/>
              <a:gd name="connsiteX88" fmla="*/ 8315581 w 12193149"/>
              <a:gd name="connsiteY88" fmla="*/ 1974913 h 2344739"/>
              <a:gd name="connsiteX89" fmla="*/ 8296322 w 12193149"/>
              <a:gd name="connsiteY89" fmla="*/ 1988808 h 2344739"/>
              <a:gd name="connsiteX90" fmla="*/ 8285424 w 12193149"/>
              <a:gd name="connsiteY90" fmla="*/ 1994631 h 2344739"/>
              <a:gd name="connsiteX91" fmla="*/ 8284298 w 12193149"/>
              <a:gd name="connsiteY91" fmla="*/ 1999074 h 2344739"/>
              <a:gd name="connsiteX92" fmla="*/ 8267224 w 12193149"/>
              <a:gd name="connsiteY92" fmla="*/ 2006249 h 2344739"/>
              <a:gd name="connsiteX93" fmla="*/ 8264525 w 12193149"/>
              <a:gd name="connsiteY93" fmla="*/ 2006019 h 2344739"/>
              <a:gd name="connsiteX94" fmla="*/ 8253181 w 12193149"/>
              <a:gd name="connsiteY94" fmla="*/ 2015862 h 2344739"/>
              <a:gd name="connsiteX95" fmla="*/ 8246982 w 12193149"/>
              <a:gd name="connsiteY95" fmla="*/ 2028854 h 2344739"/>
              <a:gd name="connsiteX96" fmla="*/ 8091420 w 12193149"/>
              <a:gd name="connsiteY96" fmla="*/ 2075015 h 2344739"/>
              <a:gd name="connsiteX97" fmla="*/ 7906555 w 12193149"/>
              <a:gd name="connsiteY97" fmla="*/ 2116988 h 2344739"/>
              <a:gd name="connsiteX98" fmla="*/ 7719893 w 12193149"/>
              <a:gd name="connsiteY98" fmla="*/ 2142703 h 2344739"/>
              <a:gd name="connsiteX99" fmla="*/ 7615495 w 12193149"/>
              <a:gd name="connsiteY99" fmla="*/ 2139232 h 2344739"/>
              <a:gd name="connsiteX100" fmla="*/ 7528691 w 12193149"/>
              <a:gd name="connsiteY100" fmla="*/ 2145060 h 2344739"/>
              <a:gd name="connsiteX101" fmla="*/ 7520719 w 12193149"/>
              <a:gd name="connsiteY101" fmla="*/ 2147613 h 2344739"/>
              <a:gd name="connsiteX102" fmla="*/ 7508559 w 12193149"/>
              <a:gd name="connsiteY102" fmla="*/ 2148948 h 2344739"/>
              <a:gd name="connsiteX103" fmla="*/ 7508188 w 12193149"/>
              <a:gd name="connsiteY103" fmla="*/ 2148621 h 2344739"/>
              <a:gd name="connsiteX104" fmla="*/ 7496943 w 12193149"/>
              <a:gd name="connsiteY104" fmla="*/ 2150573 h 2344739"/>
              <a:gd name="connsiteX105" fmla="*/ 7406539 w 12193149"/>
              <a:gd name="connsiteY105" fmla="*/ 2142468 h 2344739"/>
              <a:gd name="connsiteX106" fmla="*/ 7219707 w 12193149"/>
              <a:gd name="connsiteY106" fmla="*/ 2156680 h 2344739"/>
              <a:gd name="connsiteX107" fmla="*/ 7202249 w 12193149"/>
              <a:gd name="connsiteY107" fmla="*/ 2161230 h 2344739"/>
              <a:gd name="connsiteX108" fmla="*/ 7198152 w 12193149"/>
              <a:gd name="connsiteY108" fmla="*/ 2166588 h 2344739"/>
              <a:gd name="connsiteX109" fmla="*/ 7171956 w 12193149"/>
              <a:gd name="connsiteY109" fmla="*/ 2171236 h 2344739"/>
              <a:gd name="connsiteX110" fmla="*/ 7098136 w 12193149"/>
              <a:gd name="connsiteY110" fmla="*/ 2183464 h 2344739"/>
              <a:gd name="connsiteX111" fmla="*/ 7019644 w 12193149"/>
              <a:gd name="connsiteY111" fmla="*/ 2183090 h 2344739"/>
              <a:gd name="connsiteX112" fmla="*/ 6905294 w 12193149"/>
              <a:gd name="connsiteY112" fmla="*/ 2212596 h 2344739"/>
              <a:gd name="connsiteX113" fmla="*/ 6709370 w 12193149"/>
              <a:gd name="connsiteY113" fmla="*/ 2240551 h 2344739"/>
              <a:gd name="connsiteX114" fmla="*/ 6550602 w 12193149"/>
              <a:gd name="connsiteY114" fmla="*/ 2269327 h 2344739"/>
              <a:gd name="connsiteX115" fmla="*/ 6318708 w 12193149"/>
              <a:gd name="connsiteY115" fmla="*/ 2316127 h 2344739"/>
              <a:gd name="connsiteX116" fmla="*/ 6169822 w 12193149"/>
              <a:gd name="connsiteY116" fmla="*/ 2318214 h 2344739"/>
              <a:gd name="connsiteX117" fmla="*/ 6074996 w 12193149"/>
              <a:gd name="connsiteY117" fmla="*/ 2338676 h 2344739"/>
              <a:gd name="connsiteX118" fmla="*/ 6069677 w 12193149"/>
              <a:gd name="connsiteY118" fmla="*/ 2337139 h 2344739"/>
              <a:gd name="connsiteX119" fmla="*/ 6049786 w 12193149"/>
              <a:gd name="connsiteY119" fmla="*/ 2337822 h 2344739"/>
              <a:gd name="connsiteX120" fmla="*/ 6042433 w 12193149"/>
              <a:gd name="connsiteY120" fmla="*/ 2329473 h 2344739"/>
              <a:gd name="connsiteX121" fmla="*/ 6011238 w 12193149"/>
              <a:gd name="connsiteY121" fmla="*/ 2324380 h 2344739"/>
              <a:gd name="connsiteX122" fmla="*/ 5958523 w 12193149"/>
              <a:gd name="connsiteY122" fmla="*/ 2328024 h 2344739"/>
              <a:gd name="connsiteX123" fmla="*/ 5760067 w 12193149"/>
              <a:gd name="connsiteY123" fmla="*/ 2343716 h 2344739"/>
              <a:gd name="connsiteX124" fmla="*/ 5628108 w 12193149"/>
              <a:gd name="connsiteY124" fmla="*/ 2344739 h 2344739"/>
              <a:gd name="connsiteX125" fmla="*/ 5472054 w 12193149"/>
              <a:gd name="connsiteY125" fmla="*/ 2330719 h 2344739"/>
              <a:gd name="connsiteX126" fmla="*/ 5433909 w 12193149"/>
              <a:gd name="connsiteY126" fmla="*/ 2319466 h 2344739"/>
              <a:gd name="connsiteX127" fmla="*/ 5382817 w 12193149"/>
              <a:gd name="connsiteY127" fmla="*/ 2301764 h 2344739"/>
              <a:gd name="connsiteX128" fmla="*/ 5262912 w 12193149"/>
              <a:gd name="connsiteY128" fmla="*/ 2281347 h 2344739"/>
              <a:gd name="connsiteX129" fmla="*/ 5224109 w 12193149"/>
              <a:gd name="connsiteY129" fmla="*/ 2270223 h 2344739"/>
              <a:gd name="connsiteX130" fmla="*/ 5175808 w 12193149"/>
              <a:gd name="connsiteY130" fmla="*/ 2267233 h 2344739"/>
              <a:gd name="connsiteX131" fmla="*/ 5157702 w 12193149"/>
              <a:gd name="connsiteY131" fmla="*/ 2260010 h 2344739"/>
              <a:gd name="connsiteX132" fmla="*/ 5143747 w 12193149"/>
              <a:gd name="connsiteY132" fmla="*/ 2256610 h 2344739"/>
              <a:gd name="connsiteX133" fmla="*/ 5140744 w 12193149"/>
              <a:gd name="connsiteY133" fmla="*/ 2254509 h 2344739"/>
              <a:gd name="connsiteX134" fmla="*/ 5122807 w 12193149"/>
              <a:gd name="connsiteY134" fmla="*/ 2243656 h 2344739"/>
              <a:gd name="connsiteX135" fmla="*/ 5066938 w 12193149"/>
              <a:gd name="connsiteY135" fmla="*/ 2250227 h 2344739"/>
              <a:gd name="connsiteX136" fmla="*/ 5012662 w 12193149"/>
              <a:gd name="connsiteY136" fmla="*/ 2233846 h 2344739"/>
              <a:gd name="connsiteX137" fmla="*/ 4841589 w 12193149"/>
              <a:gd name="connsiteY137" fmla="*/ 2209829 h 2344739"/>
              <a:gd name="connsiteX138" fmla="*/ 4763595 w 12193149"/>
              <a:gd name="connsiteY138" fmla="*/ 2182061 h 2344739"/>
              <a:gd name="connsiteX139" fmla="*/ 4724334 w 12193149"/>
              <a:gd name="connsiteY139" fmla="*/ 2173047 h 2344739"/>
              <a:gd name="connsiteX140" fmla="*/ 4722324 w 12193149"/>
              <a:gd name="connsiteY140" fmla="*/ 2172298 h 2344739"/>
              <a:gd name="connsiteX141" fmla="*/ 4723259 w 12193149"/>
              <a:gd name="connsiteY141" fmla="*/ 2172087 h 2344739"/>
              <a:gd name="connsiteX142" fmla="*/ 4718350 w 12193149"/>
              <a:gd name="connsiteY142" fmla="*/ 2170817 h 2344739"/>
              <a:gd name="connsiteX143" fmla="*/ 4722324 w 12193149"/>
              <a:gd name="connsiteY143" fmla="*/ 2172298 h 2344739"/>
              <a:gd name="connsiteX144" fmla="*/ 4716674 w 12193149"/>
              <a:gd name="connsiteY144" fmla="*/ 2173573 h 2344739"/>
              <a:gd name="connsiteX145" fmla="*/ 4516962 w 12193149"/>
              <a:gd name="connsiteY145" fmla="*/ 2163671 h 2344739"/>
              <a:gd name="connsiteX146" fmla="*/ 4429691 w 12193149"/>
              <a:gd name="connsiteY146" fmla="*/ 2153020 h 2344739"/>
              <a:gd name="connsiteX147" fmla="*/ 4364023 w 12193149"/>
              <a:gd name="connsiteY147" fmla="*/ 2151674 h 2344739"/>
              <a:gd name="connsiteX148" fmla="*/ 4318114 w 12193149"/>
              <a:gd name="connsiteY148" fmla="*/ 2158289 h 2344739"/>
              <a:gd name="connsiteX149" fmla="*/ 4316258 w 12193149"/>
              <a:gd name="connsiteY149" fmla="*/ 2156948 h 2344739"/>
              <a:gd name="connsiteX150" fmla="*/ 4296292 w 12193149"/>
              <a:gd name="connsiteY150" fmla="*/ 2155069 h 2344739"/>
              <a:gd name="connsiteX151" fmla="*/ 4291212 w 12193149"/>
              <a:gd name="connsiteY151" fmla="*/ 2157986 h 2344739"/>
              <a:gd name="connsiteX152" fmla="*/ 4277290 w 12193149"/>
              <a:gd name="connsiteY152" fmla="*/ 2157740 h 2344739"/>
              <a:gd name="connsiteX153" fmla="*/ 4249265 w 12193149"/>
              <a:gd name="connsiteY153" fmla="*/ 2160064 h 2344739"/>
              <a:gd name="connsiteX154" fmla="*/ 4203199 w 12193149"/>
              <a:gd name="connsiteY154" fmla="*/ 2157269 h 2344739"/>
              <a:gd name="connsiteX155" fmla="*/ 4202893 w 12193149"/>
              <a:gd name="connsiteY155" fmla="*/ 2156010 h 2344739"/>
              <a:gd name="connsiteX156" fmla="*/ 4192396 w 12193149"/>
              <a:gd name="connsiteY156" fmla="*/ 2150376 h 2344739"/>
              <a:gd name="connsiteX157" fmla="*/ 4143893 w 12193149"/>
              <a:gd name="connsiteY157" fmla="*/ 2134511 h 2344739"/>
              <a:gd name="connsiteX158" fmla="*/ 4084245 w 12193149"/>
              <a:gd name="connsiteY158" fmla="*/ 2107978 h 2344739"/>
              <a:gd name="connsiteX159" fmla="*/ 4075694 w 12193149"/>
              <a:gd name="connsiteY159" fmla="*/ 2107143 h 2344739"/>
              <a:gd name="connsiteX160" fmla="*/ 4075575 w 12193149"/>
              <a:gd name="connsiteY160" fmla="*/ 2106844 h 2344739"/>
              <a:gd name="connsiteX161" fmla="*/ 4066658 w 12193149"/>
              <a:gd name="connsiteY161" fmla="*/ 2105400 h 2344739"/>
              <a:gd name="connsiteX162" fmla="*/ 4060102 w 12193149"/>
              <a:gd name="connsiteY162" fmla="*/ 2105618 h 2344739"/>
              <a:gd name="connsiteX163" fmla="*/ 4043512 w 12193149"/>
              <a:gd name="connsiteY163" fmla="*/ 2103997 h 2344739"/>
              <a:gd name="connsiteX164" fmla="*/ 4038145 w 12193149"/>
              <a:gd name="connsiteY164" fmla="*/ 2101563 h 2344739"/>
              <a:gd name="connsiteX165" fmla="*/ 4036511 w 12193149"/>
              <a:gd name="connsiteY165" fmla="*/ 2097896 h 2344739"/>
              <a:gd name="connsiteX166" fmla="*/ 4034926 w 12193149"/>
              <a:gd name="connsiteY166" fmla="*/ 2098131 h 2344739"/>
              <a:gd name="connsiteX167" fmla="*/ 4005686 w 12193149"/>
              <a:gd name="connsiteY167" fmla="*/ 2085563 h 2344739"/>
              <a:gd name="connsiteX168" fmla="*/ 3937994 w 12193149"/>
              <a:gd name="connsiteY168" fmla="*/ 2068106 h 2344739"/>
              <a:gd name="connsiteX169" fmla="*/ 3898423 w 12193149"/>
              <a:gd name="connsiteY169" fmla="*/ 2062451 h 2344739"/>
              <a:gd name="connsiteX170" fmla="*/ 3790908 w 12193149"/>
              <a:gd name="connsiteY170" fmla="*/ 2042213 h 2344739"/>
              <a:gd name="connsiteX171" fmla="*/ 3683661 w 12193149"/>
              <a:gd name="connsiteY171" fmla="*/ 2018290 h 2344739"/>
              <a:gd name="connsiteX172" fmla="*/ 3611183 w 12193149"/>
              <a:gd name="connsiteY172" fmla="*/ 1986019 h 2344739"/>
              <a:gd name="connsiteX173" fmla="*/ 3605003 w 12193149"/>
              <a:gd name="connsiteY173" fmla="*/ 1987381 h 2344739"/>
              <a:gd name="connsiteX174" fmla="*/ 3595884 w 12193149"/>
              <a:gd name="connsiteY174" fmla="*/ 1987545 h 2344739"/>
              <a:gd name="connsiteX175" fmla="*/ 3595649 w 12193149"/>
              <a:gd name="connsiteY175" fmla="*/ 1987276 h 2344739"/>
              <a:gd name="connsiteX176" fmla="*/ 3587126 w 12193149"/>
              <a:gd name="connsiteY176" fmla="*/ 1987966 h 2344739"/>
              <a:gd name="connsiteX177" fmla="*/ 3537283 w 12193149"/>
              <a:gd name="connsiteY177" fmla="*/ 1978267 h 2344739"/>
              <a:gd name="connsiteX178" fmla="*/ 3474371 w 12193149"/>
              <a:gd name="connsiteY178" fmla="*/ 1974606 h 2344739"/>
              <a:gd name="connsiteX179" fmla="*/ 3401876 w 12193149"/>
              <a:gd name="connsiteY179" fmla="*/ 1962558 h 2344739"/>
              <a:gd name="connsiteX180" fmla="*/ 3365036 w 12193149"/>
              <a:gd name="connsiteY180" fmla="*/ 1979510 h 2344739"/>
              <a:gd name="connsiteX181" fmla="*/ 3345174 w 12193149"/>
              <a:gd name="connsiteY181" fmla="*/ 1981192 h 2344739"/>
              <a:gd name="connsiteX182" fmla="*/ 3342846 w 12193149"/>
              <a:gd name="connsiteY182" fmla="*/ 1980217 h 2344739"/>
              <a:gd name="connsiteX183" fmla="*/ 3263504 w 12193149"/>
              <a:gd name="connsiteY183" fmla="*/ 1986094 h 2344739"/>
              <a:gd name="connsiteX184" fmla="*/ 3143704 w 12193149"/>
              <a:gd name="connsiteY184" fmla="*/ 1993869 h 2344739"/>
              <a:gd name="connsiteX185" fmla="*/ 3031439 w 12193149"/>
              <a:gd name="connsiteY185" fmla="*/ 1996512 h 2344739"/>
              <a:gd name="connsiteX186" fmla="*/ 2782717 w 12193149"/>
              <a:gd name="connsiteY186" fmla="*/ 2018333 h 2344739"/>
              <a:gd name="connsiteX187" fmla="*/ 2647675 w 12193149"/>
              <a:gd name="connsiteY187" fmla="*/ 2028869 h 2344739"/>
              <a:gd name="connsiteX188" fmla="*/ 2569176 w 12193149"/>
              <a:gd name="connsiteY188" fmla="*/ 2002628 h 2344739"/>
              <a:gd name="connsiteX189" fmla="*/ 2444403 w 12193149"/>
              <a:gd name="connsiteY189" fmla="*/ 2016529 h 2344739"/>
              <a:gd name="connsiteX190" fmla="*/ 2316260 w 12193149"/>
              <a:gd name="connsiteY190" fmla="*/ 2024996 h 2344739"/>
              <a:gd name="connsiteX191" fmla="*/ 2209726 w 12193149"/>
              <a:gd name="connsiteY191" fmla="*/ 2019763 h 2344739"/>
              <a:gd name="connsiteX192" fmla="*/ 2095813 w 12193149"/>
              <a:gd name="connsiteY192" fmla="*/ 2003052 h 2344739"/>
              <a:gd name="connsiteX193" fmla="*/ 1998504 w 12193149"/>
              <a:gd name="connsiteY193" fmla="*/ 1995032 h 2344739"/>
              <a:gd name="connsiteX194" fmla="*/ 1929320 w 12193149"/>
              <a:gd name="connsiteY194" fmla="*/ 2016977 h 2344739"/>
              <a:gd name="connsiteX195" fmla="*/ 1922798 w 12193149"/>
              <a:gd name="connsiteY195" fmla="*/ 2012146 h 2344739"/>
              <a:gd name="connsiteX196" fmla="*/ 1874228 w 12193149"/>
              <a:gd name="connsiteY196" fmla="*/ 2013741 h 2344739"/>
              <a:gd name="connsiteX197" fmla="*/ 1787803 w 12193149"/>
              <a:gd name="connsiteY197" fmla="*/ 2041363 h 2344739"/>
              <a:gd name="connsiteX198" fmla="*/ 1739352 w 12193149"/>
              <a:gd name="connsiteY198" fmla="*/ 2036312 h 2344739"/>
              <a:gd name="connsiteX199" fmla="*/ 1676219 w 12193149"/>
              <a:gd name="connsiteY199" fmla="*/ 2019963 h 2344739"/>
              <a:gd name="connsiteX200" fmla="*/ 1609817 w 12193149"/>
              <a:gd name="connsiteY200" fmla="*/ 2013066 h 2344739"/>
              <a:gd name="connsiteX201" fmla="*/ 1497258 w 12193149"/>
              <a:gd name="connsiteY201" fmla="*/ 1987476 h 2344739"/>
              <a:gd name="connsiteX202" fmla="*/ 1151127 w 12193149"/>
              <a:gd name="connsiteY202" fmla="*/ 1938041 h 2344739"/>
              <a:gd name="connsiteX203" fmla="*/ 859417 w 12193149"/>
              <a:gd name="connsiteY203" fmla="*/ 1928608 h 2344739"/>
              <a:gd name="connsiteX204" fmla="*/ 838688 w 12193149"/>
              <a:gd name="connsiteY204" fmla="*/ 1929821 h 2344739"/>
              <a:gd name="connsiteX205" fmla="*/ 817957 w 12193149"/>
              <a:gd name="connsiteY205" fmla="*/ 1927857 h 2344739"/>
              <a:gd name="connsiteX206" fmla="*/ 812654 w 12193149"/>
              <a:gd name="connsiteY206" fmla="*/ 1930751 h 2344739"/>
              <a:gd name="connsiteX207" fmla="*/ 721195 w 12193149"/>
              <a:gd name="connsiteY207" fmla="*/ 1929661 h 2344739"/>
              <a:gd name="connsiteX208" fmla="*/ 720890 w 12193149"/>
              <a:gd name="connsiteY208" fmla="*/ 1928399 h 2344739"/>
              <a:gd name="connsiteX209" fmla="*/ 710023 w 12193149"/>
              <a:gd name="connsiteY209" fmla="*/ 1922722 h 2344739"/>
              <a:gd name="connsiteX210" fmla="*/ 597940 w 12193149"/>
              <a:gd name="connsiteY210" fmla="*/ 1879864 h 2344739"/>
              <a:gd name="connsiteX211" fmla="*/ 579683 w 12193149"/>
              <a:gd name="connsiteY211" fmla="*/ 1877212 h 2344739"/>
              <a:gd name="connsiteX212" fmla="*/ 572865 w 12193149"/>
              <a:gd name="connsiteY212" fmla="*/ 1877401 h 2344739"/>
              <a:gd name="connsiteX213" fmla="*/ 446247 w 12193149"/>
              <a:gd name="connsiteY213" fmla="*/ 1839371 h 2344739"/>
              <a:gd name="connsiteX214" fmla="*/ 405163 w 12193149"/>
              <a:gd name="connsiteY214" fmla="*/ 1833548 h 2344739"/>
              <a:gd name="connsiteX215" fmla="*/ 293583 w 12193149"/>
              <a:gd name="connsiteY215" fmla="*/ 1812852 h 2344739"/>
              <a:gd name="connsiteX216" fmla="*/ 119529 w 12193149"/>
              <a:gd name="connsiteY216" fmla="*/ 1761047 h 2344739"/>
              <a:gd name="connsiteX217" fmla="*/ 16674 w 12193149"/>
              <a:gd name="connsiteY217" fmla="*/ 1758191 h 2344739"/>
              <a:gd name="connsiteX218" fmla="*/ 1150 w 12193149"/>
              <a:gd name="connsiteY218" fmla="*/ 1752722 h 2344739"/>
              <a:gd name="connsiteX219" fmla="*/ 1148 w 12193149"/>
              <a:gd name="connsiteY219" fmla="*/ 222213 h 2344739"/>
              <a:gd name="connsiteX220" fmla="*/ 1148 w 12193149"/>
              <a:gd name="connsiteY220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083317 w 12193149"/>
              <a:gd name="connsiteY58" fmla="*/ 1743296 h 2344739"/>
              <a:gd name="connsiteX59" fmla="*/ 10040388 w 12193149"/>
              <a:gd name="connsiteY59" fmla="*/ 1741632 h 2344739"/>
              <a:gd name="connsiteX60" fmla="*/ 9961167 w 12193149"/>
              <a:gd name="connsiteY60" fmla="*/ 1757147 h 2344739"/>
              <a:gd name="connsiteX61" fmla="*/ 9848940 w 12193149"/>
              <a:gd name="connsiteY61" fmla="*/ 1763915 h 2344739"/>
              <a:gd name="connsiteX62" fmla="*/ 9729457 w 12193149"/>
              <a:gd name="connsiteY62" fmla="*/ 1784122 h 2344739"/>
              <a:gd name="connsiteX63" fmla="*/ 9613704 w 12193149"/>
              <a:gd name="connsiteY63" fmla="*/ 1812371 h 2344739"/>
              <a:gd name="connsiteX64" fmla="*/ 9338590 w 12193149"/>
              <a:gd name="connsiteY64" fmla="*/ 1869293 h 2344739"/>
              <a:gd name="connsiteX65" fmla="*/ 9232518 w 12193149"/>
              <a:gd name="connsiteY65" fmla="*/ 1893149 h 2344739"/>
              <a:gd name="connsiteX66" fmla="*/ 9156690 w 12193149"/>
              <a:gd name="connsiteY66" fmla="*/ 1903228 h 2344739"/>
              <a:gd name="connsiteX67" fmla="*/ 9054601 w 12193149"/>
              <a:gd name="connsiteY67" fmla="*/ 1910755 h 2344739"/>
              <a:gd name="connsiteX68" fmla="*/ 9006634 w 12193149"/>
              <a:gd name="connsiteY68" fmla="*/ 1914040 h 2344739"/>
              <a:gd name="connsiteX69" fmla="*/ 9006349 w 12193149"/>
              <a:gd name="connsiteY69" fmla="*/ 1913800 h 2344739"/>
              <a:gd name="connsiteX70" fmla="*/ 8997380 w 12193149"/>
              <a:gd name="connsiteY70" fmla="*/ 1915011 h 2344739"/>
              <a:gd name="connsiteX71" fmla="*/ 8991542 w 12193149"/>
              <a:gd name="connsiteY71" fmla="*/ 1917072 h 2344739"/>
              <a:gd name="connsiteX72" fmla="*/ 8975485 w 12193149"/>
              <a:gd name="connsiteY72" fmla="*/ 1920298 h 2344739"/>
              <a:gd name="connsiteX73" fmla="*/ 8969159 w 12193149"/>
              <a:gd name="connsiteY73" fmla="*/ 1919598 h 2344739"/>
              <a:gd name="connsiteX74" fmla="*/ 8964196 w 12193149"/>
              <a:gd name="connsiteY74" fmla="*/ 1917373 h 2344739"/>
              <a:gd name="connsiteX75" fmla="*/ 8930136 w 12193149"/>
              <a:gd name="connsiteY75" fmla="*/ 1914185 h 2344739"/>
              <a:gd name="connsiteX76" fmla="*/ 8753592 w 12193149"/>
              <a:gd name="connsiteY76" fmla="*/ 1933417 h 2344739"/>
              <a:gd name="connsiteX77" fmla="*/ 8708995 w 12193149"/>
              <a:gd name="connsiteY77" fmla="*/ 1935518 h 2344739"/>
              <a:gd name="connsiteX78" fmla="*/ 8597219 w 12193149"/>
              <a:gd name="connsiteY78" fmla="*/ 1944090 h 2344739"/>
              <a:gd name="connsiteX79" fmla="*/ 8526378 w 12193149"/>
              <a:gd name="connsiteY79" fmla="*/ 1929248 h 2344739"/>
              <a:gd name="connsiteX80" fmla="*/ 8512131 w 12193149"/>
              <a:gd name="connsiteY80" fmla="*/ 1935163 h 2344739"/>
              <a:gd name="connsiteX81" fmla="*/ 8507315 w 12193149"/>
              <a:gd name="connsiteY81" fmla="*/ 1938164 h 2344739"/>
              <a:gd name="connsiteX82" fmla="*/ 8499116 w 12193149"/>
              <a:gd name="connsiteY82" fmla="*/ 1940902 h 2344739"/>
              <a:gd name="connsiteX83" fmla="*/ 8498742 w 12193149"/>
              <a:gd name="connsiteY83" fmla="*/ 1940723 h 2344739"/>
              <a:gd name="connsiteX84" fmla="*/ 8491397 w 12193149"/>
              <a:gd name="connsiteY84" fmla="*/ 1943773 h 2344739"/>
              <a:gd name="connsiteX85" fmla="*/ 8368330 w 12193149"/>
              <a:gd name="connsiteY85" fmla="*/ 1957815 h 2344739"/>
              <a:gd name="connsiteX86" fmla="*/ 8354947 w 12193149"/>
              <a:gd name="connsiteY86" fmla="*/ 1958009 h 2344739"/>
              <a:gd name="connsiteX87" fmla="*/ 8321252 w 12193149"/>
              <a:gd name="connsiteY87" fmla="*/ 1974587 h 2344739"/>
              <a:gd name="connsiteX88" fmla="*/ 8315581 w 12193149"/>
              <a:gd name="connsiteY88" fmla="*/ 1974913 h 2344739"/>
              <a:gd name="connsiteX89" fmla="*/ 8296322 w 12193149"/>
              <a:gd name="connsiteY89" fmla="*/ 1988808 h 2344739"/>
              <a:gd name="connsiteX90" fmla="*/ 8285424 w 12193149"/>
              <a:gd name="connsiteY90" fmla="*/ 1994631 h 2344739"/>
              <a:gd name="connsiteX91" fmla="*/ 8284298 w 12193149"/>
              <a:gd name="connsiteY91" fmla="*/ 1999074 h 2344739"/>
              <a:gd name="connsiteX92" fmla="*/ 8267224 w 12193149"/>
              <a:gd name="connsiteY92" fmla="*/ 2006249 h 2344739"/>
              <a:gd name="connsiteX93" fmla="*/ 8264525 w 12193149"/>
              <a:gd name="connsiteY93" fmla="*/ 2006019 h 2344739"/>
              <a:gd name="connsiteX94" fmla="*/ 8253181 w 12193149"/>
              <a:gd name="connsiteY94" fmla="*/ 2015862 h 2344739"/>
              <a:gd name="connsiteX95" fmla="*/ 8246982 w 12193149"/>
              <a:gd name="connsiteY95" fmla="*/ 2028854 h 2344739"/>
              <a:gd name="connsiteX96" fmla="*/ 8091420 w 12193149"/>
              <a:gd name="connsiteY96" fmla="*/ 2075015 h 2344739"/>
              <a:gd name="connsiteX97" fmla="*/ 7906555 w 12193149"/>
              <a:gd name="connsiteY97" fmla="*/ 2116988 h 2344739"/>
              <a:gd name="connsiteX98" fmla="*/ 7719893 w 12193149"/>
              <a:gd name="connsiteY98" fmla="*/ 2142703 h 2344739"/>
              <a:gd name="connsiteX99" fmla="*/ 7615495 w 12193149"/>
              <a:gd name="connsiteY99" fmla="*/ 2139232 h 2344739"/>
              <a:gd name="connsiteX100" fmla="*/ 7528691 w 12193149"/>
              <a:gd name="connsiteY100" fmla="*/ 2145060 h 2344739"/>
              <a:gd name="connsiteX101" fmla="*/ 7520719 w 12193149"/>
              <a:gd name="connsiteY101" fmla="*/ 2147613 h 2344739"/>
              <a:gd name="connsiteX102" fmla="*/ 7508559 w 12193149"/>
              <a:gd name="connsiteY102" fmla="*/ 2148948 h 2344739"/>
              <a:gd name="connsiteX103" fmla="*/ 7508188 w 12193149"/>
              <a:gd name="connsiteY103" fmla="*/ 2148621 h 2344739"/>
              <a:gd name="connsiteX104" fmla="*/ 7496943 w 12193149"/>
              <a:gd name="connsiteY104" fmla="*/ 2150573 h 2344739"/>
              <a:gd name="connsiteX105" fmla="*/ 7406539 w 12193149"/>
              <a:gd name="connsiteY105" fmla="*/ 2142468 h 2344739"/>
              <a:gd name="connsiteX106" fmla="*/ 7219707 w 12193149"/>
              <a:gd name="connsiteY106" fmla="*/ 2156680 h 2344739"/>
              <a:gd name="connsiteX107" fmla="*/ 7202249 w 12193149"/>
              <a:gd name="connsiteY107" fmla="*/ 2161230 h 2344739"/>
              <a:gd name="connsiteX108" fmla="*/ 7198152 w 12193149"/>
              <a:gd name="connsiteY108" fmla="*/ 2166588 h 2344739"/>
              <a:gd name="connsiteX109" fmla="*/ 7171956 w 12193149"/>
              <a:gd name="connsiteY109" fmla="*/ 2171236 h 2344739"/>
              <a:gd name="connsiteX110" fmla="*/ 7098136 w 12193149"/>
              <a:gd name="connsiteY110" fmla="*/ 2183464 h 2344739"/>
              <a:gd name="connsiteX111" fmla="*/ 7019644 w 12193149"/>
              <a:gd name="connsiteY111" fmla="*/ 2183090 h 2344739"/>
              <a:gd name="connsiteX112" fmla="*/ 6905294 w 12193149"/>
              <a:gd name="connsiteY112" fmla="*/ 2212596 h 2344739"/>
              <a:gd name="connsiteX113" fmla="*/ 6709370 w 12193149"/>
              <a:gd name="connsiteY113" fmla="*/ 2240551 h 2344739"/>
              <a:gd name="connsiteX114" fmla="*/ 6550602 w 12193149"/>
              <a:gd name="connsiteY114" fmla="*/ 2269327 h 2344739"/>
              <a:gd name="connsiteX115" fmla="*/ 6318708 w 12193149"/>
              <a:gd name="connsiteY115" fmla="*/ 2316127 h 2344739"/>
              <a:gd name="connsiteX116" fmla="*/ 6169822 w 12193149"/>
              <a:gd name="connsiteY116" fmla="*/ 2318214 h 2344739"/>
              <a:gd name="connsiteX117" fmla="*/ 6074996 w 12193149"/>
              <a:gd name="connsiteY117" fmla="*/ 2338676 h 2344739"/>
              <a:gd name="connsiteX118" fmla="*/ 6069677 w 12193149"/>
              <a:gd name="connsiteY118" fmla="*/ 2337139 h 2344739"/>
              <a:gd name="connsiteX119" fmla="*/ 6049786 w 12193149"/>
              <a:gd name="connsiteY119" fmla="*/ 2337822 h 2344739"/>
              <a:gd name="connsiteX120" fmla="*/ 6042433 w 12193149"/>
              <a:gd name="connsiteY120" fmla="*/ 2329473 h 2344739"/>
              <a:gd name="connsiteX121" fmla="*/ 6011238 w 12193149"/>
              <a:gd name="connsiteY121" fmla="*/ 2324380 h 2344739"/>
              <a:gd name="connsiteX122" fmla="*/ 5958523 w 12193149"/>
              <a:gd name="connsiteY122" fmla="*/ 2328024 h 2344739"/>
              <a:gd name="connsiteX123" fmla="*/ 5760067 w 12193149"/>
              <a:gd name="connsiteY123" fmla="*/ 2343716 h 2344739"/>
              <a:gd name="connsiteX124" fmla="*/ 5628108 w 12193149"/>
              <a:gd name="connsiteY124" fmla="*/ 2344739 h 2344739"/>
              <a:gd name="connsiteX125" fmla="*/ 5472054 w 12193149"/>
              <a:gd name="connsiteY125" fmla="*/ 2330719 h 2344739"/>
              <a:gd name="connsiteX126" fmla="*/ 5433909 w 12193149"/>
              <a:gd name="connsiteY126" fmla="*/ 2319466 h 2344739"/>
              <a:gd name="connsiteX127" fmla="*/ 5382817 w 12193149"/>
              <a:gd name="connsiteY127" fmla="*/ 2301764 h 2344739"/>
              <a:gd name="connsiteX128" fmla="*/ 5262912 w 12193149"/>
              <a:gd name="connsiteY128" fmla="*/ 2281347 h 2344739"/>
              <a:gd name="connsiteX129" fmla="*/ 5224109 w 12193149"/>
              <a:gd name="connsiteY129" fmla="*/ 2270223 h 2344739"/>
              <a:gd name="connsiteX130" fmla="*/ 5175808 w 12193149"/>
              <a:gd name="connsiteY130" fmla="*/ 2267233 h 2344739"/>
              <a:gd name="connsiteX131" fmla="*/ 5157702 w 12193149"/>
              <a:gd name="connsiteY131" fmla="*/ 2260010 h 2344739"/>
              <a:gd name="connsiteX132" fmla="*/ 5143747 w 12193149"/>
              <a:gd name="connsiteY132" fmla="*/ 2256610 h 2344739"/>
              <a:gd name="connsiteX133" fmla="*/ 5140744 w 12193149"/>
              <a:gd name="connsiteY133" fmla="*/ 2254509 h 2344739"/>
              <a:gd name="connsiteX134" fmla="*/ 5122807 w 12193149"/>
              <a:gd name="connsiteY134" fmla="*/ 2243656 h 2344739"/>
              <a:gd name="connsiteX135" fmla="*/ 5066938 w 12193149"/>
              <a:gd name="connsiteY135" fmla="*/ 2250227 h 2344739"/>
              <a:gd name="connsiteX136" fmla="*/ 5012662 w 12193149"/>
              <a:gd name="connsiteY136" fmla="*/ 2233846 h 2344739"/>
              <a:gd name="connsiteX137" fmla="*/ 4841589 w 12193149"/>
              <a:gd name="connsiteY137" fmla="*/ 2209829 h 2344739"/>
              <a:gd name="connsiteX138" fmla="*/ 4763595 w 12193149"/>
              <a:gd name="connsiteY138" fmla="*/ 2182061 h 2344739"/>
              <a:gd name="connsiteX139" fmla="*/ 4724334 w 12193149"/>
              <a:gd name="connsiteY139" fmla="*/ 2173047 h 2344739"/>
              <a:gd name="connsiteX140" fmla="*/ 4722324 w 12193149"/>
              <a:gd name="connsiteY140" fmla="*/ 2172298 h 2344739"/>
              <a:gd name="connsiteX141" fmla="*/ 4723259 w 12193149"/>
              <a:gd name="connsiteY141" fmla="*/ 2172087 h 2344739"/>
              <a:gd name="connsiteX142" fmla="*/ 4718350 w 12193149"/>
              <a:gd name="connsiteY142" fmla="*/ 2170817 h 2344739"/>
              <a:gd name="connsiteX143" fmla="*/ 4722324 w 12193149"/>
              <a:gd name="connsiteY143" fmla="*/ 2172298 h 2344739"/>
              <a:gd name="connsiteX144" fmla="*/ 4716674 w 12193149"/>
              <a:gd name="connsiteY144" fmla="*/ 2173573 h 2344739"/>
              <a:gd name="connsiteX145" fmla="*/ 4516962 w 12193149"/>
              <a:gd name="connsiteY145" fmla="*/ 2163671 h 2344739"/>
              <a:gd name="connsiteX146" fmla="*/ 4429691 w 12193149"/>
              <a:gd name="connsiteY146" fmla="*/ 2153020 h 2344739"/>
              <a:gd name="connsiteX147" fmla="*/ 4364023 w 12193149"/>
              <a:gd name="connsiteY147" fmla="*/ 2151674 h 2344739"/>
              <a:gd name="connsiteX148" fmla="*/ 4318114 w 12193149"/>
              <a:gd name="connsiteY148" fmla="*/ 2158289 h 2344739"/>
              <a:gd name="connsiteX149" fmla="*/ 4316258 w 12193149"/>
              <a:gd name="connsiteY149" fmla="*/ 2156948 h 2344739"/>
              <a:gd name="connsiteX150" fmla="*/ 4296292 w 12193149"/>
              <a:gd name="connsiteY150" fmla="*/ 2155069 h 2344739"/>
              <a:gd name="connsiteX151" fmla="*/ 4291212 w 12193149"/>
              <a:gd name="connsiteY151" fmla="*/ 2157986 h 2344739"/>
              <a:gd name="connsiteX152" fmla="*/ 4277290 w 12193149"/>
              <a:gd name="connsiteY152" fmla="*/ 2157740 h 2344739"/>
              <a:gd name="connsiteX153" fmla="*/ 4249265 w 12193149"/>
              <a:gd name="connsiteY153" fmla="*/ 2160064 h 2344739"/>
              <a:gd name="connsiteX154" fmla="*/ 4203199 w 12193149"/>
              <a:gd name="connsiteY154" fmla="*/ 2157269 h 2344739"/>
              <a:gd name="connsiteX155" fmla="*/ 4202893 w 12193149"/>
              <a:gd name="connsiteY155" fmla="*/ 2156010 h 2344739"/>
              <a:gd name="connsiteX156" fmla="*/ 4192396 w 12193149"/>
              <a:gd name="connsiteY156" fmla="*/ 2150376 h 2344739"/>
              <a:gd name="connsiteX157" fmla="*/ 4143893 w 12193149"/>
              <a:gd name="connsiteY157" fmla="*/ 2134511 h 2344739"/>
              <a:gd name="connsiteX158" fmla="*/ 4084245 w 12193149"/>
              <a:gd name="connsiteY158" fmla="*/ 2107978 h 2344739"/>
              <a:gd name="connsiteX159" fmla="*/ 4075694 w 12193149"/>
              <a:gd name="connsiteY159" fmla="*/ 2107143 h 2344739"/>
              <a:gd name="connsiteX160" fmla="*/ 4075575 w 12193149"/>
              <a:gd name="connsiteY160" fmla="*/ 2106844 h 2344739"/>
              <a:gd name="connsiteX161" fmla="*/ 4066658 w 12193149"/>
              <a:gd name="connsiteY161" fmla="*/ 2105400 h 2344739"/>
              <a:gd name="connsiteX162" fmla="*/ 4060102 w 12193149"/>
              <a:gd name="connsiteY162" fmla="*/ 2105618 h 2344739"/>
              <a:gd name="connsiteX163" fmla="*/ 4043512 w 12193149"/>
              <a:gd name="connsiteY163" fmla="*/ 2103997 h 2344739"/>
              <a:gd name="connsiteX164" fmla="*/ 4038145 w 12193149"/>
              <a:gd name="connsiteY164" fmla="*/ 2101563 h 2344739"/>
              <a:gd name="connsiteX165" fmla="*/ 4036511 w 12193149"/>
              <a:gd name="connsiteY165" fmla="*/ 2097896 h 2344739"/>
              <a:gd name="connsiteX166" fmla="*/ 4034926 w 12193149"/>
              <a:gd name="connsiteY166" fmla="*/ 2098131 h 2344739"/>
              <a:gd name="connsiteX167" fmla="*/ 4005686 w 12193149"/>
              <a:gd name="connsiteY167" fmla="*/ 2085563 h 2344739"/>
              <a:gd name="connsiteX168" fmla="*/ 3937994 w 12193149"/>
              <a:gd name="connsiteY168" fmla="*/ 2068106 h 2344739"/>
              <a:gd name="connsiteX169" fmla="*/ 3898423 w 12193149"/>
              <a:gd name="connsiteY169" fmla="*/ 2062451 h 2344739"/>
              <a:gd name="connsiteX170" fmla="*/ 3790908 w 12193149"/>
              <a:gd name="connsiteY170" fmla="*/ 2042213 h 2344739"/>
              <a:gd name="connsiteX171" fmla="*/ 3683661 w 12193149"/>
              <a:gd name="connsiteY171" fmla="*/ 2018290 h 2344739"/>
              <a:gd name="connsiteX172" fmla="*/ 3611183 w 12193149"/>
              <a:gd name="connsiteY172" fmla="*/ 1986019 h 2344739"/>
              <a:gd name="connsiteX173" fmla="*/ 3605003 w 12193149"/>
              <a:gd name="connsiteY173" fmla="*/ 1987381 h 2344739"/>
              <a:gd name="connsiteX174" fmla="*/ 3595884 w 12193149"/>
              <a:gd name="connsiteY174" fmla="*/ 1987545 h 2344739"/>
              <a:gd name="connsiteX175" fmla="*/ 3595649 w 12193149"/>
              <a:gd name="connsiteY175" fmla="*/ 1987276 h 2344739"/>
              <a:gd name="connsiteX176" fmla="*/ 3587126 w 12193149"/>
              <a:gd name="connsiteY176" fmla="*/ 1987966 h 2344739"/>
              <a:gd name="connsiteX177" fmla="*/ 3537283 w 12193149"/>
              <a:gd name="connsiteY177" fmla="*/ 1978267 h 2344739"/>
              <a:gd name="connsiteX178" fmla="*/ 3474371 w 12193149"/>
              <a:gd name="connsiteY178" fmla="*/ 1974606 h 2344739"/>
              <a:gd name="connsiteX179" fmla="*/ 3401876 w 12193149"/>
              <a:gd name="connsiteY179" fmla="*/ 1962558 h 2344739"/>
              <a:gd name="connsiteX180" fmla="*/ 3365036 w 12193149"/>
              <a:gd name="connsiteY180" fmla="*/ 1979510 h 2344739"/>
              <a:gd name="connsiteX181" fmla="*/ 3345174 w 12193149"/>
              <a:gd name="connsiteY181" fmla="*/ 1981192 h 2344739"/>
              <a:gd name="connsiteX182" fmla="*/ 3342846 w 12193149"/>
              <a:gd name="connsiteY182" fmla="*/ 1980217 h 2344739"/>
              <a:gd name="connsiteX183" fmla="*/ 3263504 w 12193149"/>
              <a:gd name="connsiteY183" fmla="*/ 1986094 h 2344739"/>
              <a:gd name="connsiteX184" fmla="*/ 3143704 w 12193149"/>
              <a:gd name="connsiteY184" fmla="*/ 1993869 h 2344739"/>
              <a:gd name="connsiteX185" fmla="*/ 3031439 w 12193149"/>
              <a:gd name="connsiteY185" fmla="*/ 1996512 h 2344739"/>
              <a:gd name="connsiteX186" fmla="*/ 2782717 w 12193149"/>
              <a:gd name="connsiteY186" fmla="*/ 2018333 h 2344739"/>
              <a:gd name="connsiteX187" fmla="*/ 2647675 w 12193149"/>
              <a:gd name="connsiteY187" fmla="*/ 2028869 h 2344739"/>
              <a:gd name="connsiteX188" fmla="*/ 2569176 w 12193149"/>
              <a:gd name="connsiteY188" fmla="*/ 2002628 h 2344739"/>
              <a:gd name="connsiteX189" fmla="*/ 2444403 w 12193149"/>
              <a:gd name="connsiteY189" fmla="*/ 2016529 h 2344739"/>
              <a:gd name="connsiteX190" fmla="*/ 2316260 w 12193149"/>
              <a:gd name="connsiteY190" fmla="*/ 2024996 h 2344739"/>
              <a:gd name="connsiteX191" fmla="*/ 2209726 w 12193149"/>
              <a:gd name="connsiteY191" fmla="*/ 2019763 h 2344739"/>
              <a:gd name="connsiteX192" fmla="*/ 2095813 w 12193149"/>
              <a:gd name="connsiteY192" fmla="*/ 2003052 h 2344739"/>
              <a:gd name="connsiteX193" fmla="*/ 1998504 w 12193149"/>
              <a:gd name="connsiteY193" fmla="*/ 1995032 h 2344739"/>
              <a:gd name="connsiteX194" fmla="*/ 1929320 w 12193149"/>
              <a:gd name="connsiteY194" fmla="*/ 2016977 h 2344739"/>
              <a:gd name="connsiteX195" fmla="*/ 1922798 w 12193149"/>
              <a:gd name="connsiteY195" fmla="*/ 2012146 h 2344739"/>
              <a:gd name="connsiteX196" fmla="*/ 1874228 w 12193149"/>
              <a:gd name="connsiteY196" fmla="*/ 2013741 h 2344739"/>
              <a:gd name="connsiteX197" fmla="*/ 1787803 w 12193149"/>
              <a:gd name="connsiteY197" fmla="*/ 2041363 h 2344739"/>
              <a:gd name="connsiteX198" fmla="*/ 1739352 w 12193149"/>
              <a:gd name="connsiteY198" fmla="*/ 2036312 h 2344739"/>
              <a:gd name="connsiteX199" fmla="*/ 1676219 w 12193149"/>
              <a:gd name="connsiteY199" fmla="*/ 2019963 h 2344739"/>
              <a:gd name="connsiteX200" fmla="*/ 1609817 w 12193149"/>
              <a:gd name="connsiteY200" fmla="*/ 2013066 h 2344739"/>
              <a:gd name="connsiteX201" fmla="*/ 1497258 w 12193149"/>
              <a:gd name="connsiteY201" fmla="*/ 1987476 h 2344739"/>
              <a:gd name="connsiteX202" fmla="*/ 1151127 w 12193149"/>
              <a:gd name="connsiteY202" fmla="*/ 1938041 h 2344739"/>
              <a:gd name="connsiteX203" fmla="*/ 859417 w 12193149"/>
              <a:gd name="connsiteY203" fmla="*/ 1928608 h 2344739"/>
              <a:gd name="connsiteX204" fmla="*/ 838688 w 12193149"/>
              <a:gd name="connsiteY204" fmla="*/ 1929821 h 2344739"/>
              <a:gd name="connsiteX205" fmla="*/ 817957 w 12193149"/>
              <a:gd name="connsiteY205" fmla="*/ 1927857 h 2344739"/>
              <a:gd name="connsiteX206" fmla="*/ 812654 w 12193149"/>
              <a:gd name="connsiteY206" fmla="*/ 1930751 h 2344739"/>
              <a:gd name="connsiteX207" fmla="*/ 721195 w 12193149"/>
              <a:gd name="connsiteY207" fmla="*/ 1929661 h 2344739"/>
              <a:gd name="connsiteX208" fmla="*/ 720890 w 12193149"/>
              <a:gd name="connsiteY208" fmla="*/ 1928399 h 2344739"/>
              <a:gd name="connsiteX209" fmla="*/ 710023 w 12193149"/>
              <a:gd name="connsiteY209" fmla="*/ 1922722 h 2344739"/>
              <a:gd name="connsiteX210" fmla="*/ 597940 w 12193149"/>
              <a:gd name="connsiteY210" fmla="*/ 1879864 h 2344739"/>
              <a:gd name="connsiteX211" fmla="*/ 579683 w 12193149"/>
              <a:gd name="connsiteY211" fmla="*/ 1877212 h 2344739"/>
              <a:gd name="connsiteX212" fmla="*/ 572865 w 12193149"/>
              <a:gd name="connsiteY212" fmla="*/ 1877401 h 2344739"/>
              <a:gd name="connsiteX213" fmla="*/ 446247 w 12193149"/>
              <a:gd name="connsiteY213" fmla="*/ 1839371 h 2344739"/>
              <a:gd name="connsiteX214" fmla="*/ 405163 w 12193149"/>
              <a:gd name="connsiteY214" fmla="*/ 1833548 h 2344739"/>
              <a:gd name="connsiteX215" fmla="*/ 293583 w 12193149"/>
              <a:gd name="connsiteY215" fmla="*/ 1812852 h 2344739"/>
              <a:gd name="connsiteX216" fmla="*/ 119529 w 12193149"/>
              <a:gd name="connsiteY216" fmla="*/ 1761047 h 2344739"/>
              <a:gd name="connsiteX217" fmla="*/ 16674 w 12193149"/>
              <a:gd name="connsiteY217" fmla="*/ 1758191 h 2344739"/>
              <a:gd name="connsiteX218" fmla="*/ 1150 w 12193149"/>
              <a:gd name="connsiteY218" fmla="*/ 1752722 h 2344739"/>
              <a:gd name="connsiteX219" fmla="*/ 1148 w 12193149"/>
              <a:gd name="connsiteY219" fmla="*/ 222213 h 2344739"/>
              <a:gd name="connsiteX220" fmla="*/ 1148 w 12193149"/>
              <a:gd name="connsiteY220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083317 w 12193149"/>
              <a:gd name="connsiteY58" fmla="*/ 1743296 h 2344739"/>
              <a:gd name="connsiteX59" fmla="*/ 10040388 w 12193149"/>
              <a:gd name="connsiteY59" fmla="*/ 1741632 h 2344739"/>
              <a:gd name="connsiteX60" fmla="*/ 9961167 w 12193149"/>
              <a:gd name="connsiteY60" fmla="*/ 1757147 h 2344739"/>
              <a:gd name="connsiteX61" fmla="*/ 9848940 w 12193149"/>
              <a:gd name="connsiteY61" fmla="*/ 1763915 h 2344739"/>
              <a:gd name="connsiteX62" fmla="*/ 9729457 w 12193149"/>
              <a:gd name="connsiteY62" fmla="*/ 1784122 h 2344739"/>
              <a:gd name="connsiteX63" fmla="*/ 9613704 w 12193149"/>
              <a:gd name="connsiteY63" fmla="*/ 1812371 h 2344739"/>
              <a:gd name="connsiteX64" fmla="*/ 9338590 w 12193149"/>
              <a:gd name="connsiteY64" fmla="*/ 1869293 h 2344739"/>
              <a:gd name="connsiteX65" fmla="*/ 9232518 w 12193149"/>
              <a:gd name="connsiteY65" fmla="*/ 1893149 h 2344739"/>
              <a:gd name="connsiteX66" fmla="*/ 9156690 w 12193149"/>
              <a:gd name="connsiteY66" fmla="*/ 1903228 h 2344739"/>
              <a:gd name="connsiteX67" fmla="*/ 9054601 w 12193149"/>
              <a:gd name="connsiteY67" fmla="*/ 1910755 h 2344739"/>
              <a:gd name="connsiteX68" fmla="*/ 9006634 w 12193149"/>
              <a:gd name="connsiteY68" fmla="*/ 1914040 h 2344739"/>
              <a:gd name="connsiteX69" fmla="*/ 9006349 w 12193149"/>
              <a:gd name="connsiteY69" fmla="*/ 1913800 h 2344739"/>
              <a:gd name="connsiteX70" fmla="*/ 8997380 w 12193149"/>
              <a:gd name="connsiteY70" fmla="*/ 1915011 h 2344739"/>
              <a:gd name="connsiteX71" fmla="*/ 8991542 w 12193149"/>
              <a:gd name="connsiteY71" fmla="*/ 1917072 h 2344739"/>
              <a:gd name="connsiteX72" fmla="*/ 8975485 w 12193149"/>
              <a:gd name="connsiteY72" fmla="*/ 1920298 h 2344739"/>
              <a:gd name="connsiteX73" fmla="*/ 8969159 w 12193149"/>
              <a:gd name="connsiteY73" fmla="*/ 1919598 h 2344739"/>
              <a:gd name="connsiteX74" fmla="*/ 8964196 w 12193149"/>
              <a:gd name="connsiteY74" fmla="*/ 1917373 h 2344739"/>
              <a:gd name="connsiteX75" fmla="*/ 8930136 w 12193149"/>
              <a:gd name="connsiteY75" fmla="*/ 1914185 h 2344739"/>
              <a:gd name="connsiteX76" fmla="*/ 8753592 w 12193149"/>
              <a:gd name="connsiteY76" fmla="*/ 1933417 h 2344739"/>
              <a:gd name="connsiteX77" fmla="*/ 8708995 w 12193149"/>
              <a:gd name="connsiteY77" fmla="*/ 1935518 h 2344739"/>
              <a:gd name="connsiteX78" fmla="*/ 8597219 w 12193149"/>
              <a:gd name="connsiteY78" fmla="*/ 1944090 h 2344739"/>
              <a:gd name="connsiteX79" fmla="*/ 8526378 w 12193149"/>
              <a:gd name="connsiteY79" fmla="*/ 1929248 h 2344739"/>
              <a:gd name="connsiteX80" fmla="*/ 8512131 w 12193149"/>
              <a:gd name="connsiteY80" fmla="*/ 1935163 h 2344739"/>
              <a:gd name="connsiteX81" fmla="*/ 8507315 w 12193149"/>
              <a:gd name="connsiteY81" fmla="*/ 1938164 h 2344739"/>
              <a:gd name="connsiteX82" fmla="*/ 8499116 w 12193149"/>
              <a:gd name="connsiteY82" fmla="*/ 1940902 h 2344739"/>
              <a:gd name="connsiteX83" fmla="*/ 8498742 w 12193149"/>
              <a:gd name="connsiteY83" fmla="*/ 1940723 h 2344739"/>
              <a:gd name="connsiteX84" fmla="*/ 8491397 w 12193149"/>
              <a:gd name="connsiteY84" fmla="*/ 1943773 h 2344739"/>
              <a:gd name="connsiteX85" fmla="*/ 8368330 w 12193149"/>
              <a:gd name="connsiteY85" fmla="*/ 1957815 h 2344739"/>
              <a:gd name="connsiteX86" fmla="*/ 8354947 w 12193149"/>
              <a:gd name="connsiteY86" fmla="*/ 1958009 h 2344739"/>
              <a:gd name="connsiteX87" fmla="*/ 8321252 w 12193149"/>
              <a:gd name="connsiteY87" fmla="*/ 1974587 h 2344739"/>
              <a:gd name="connsiteX88" fmla="*/ 8315581 w 12193149"/>
              <a:gd name="connsiteY88" fmla="*/ 1974913 h 2344739"/>
              <a:gd name="connsiteX89" fmla="*/ 8296322 w 12193149"/>
              <a:gd name="connsiteY89" fmla="*/ 1988808 h 2344739"/>
              <a:gd name="connsiteX90" fmla="*/ 8285424 w 12193149"/>
              <a:gd name="connsiteY90" fmla="*/ 1994631 h 2344739"/>
              <a:gd name="connsiteX91" fmla="*/ 8284298 w 12193149"/>
              <a:gd name="connsiteY91" fmla="*/ 1999074 h 2344739"/>
              <a:gd name="connsiteX92" fmla="*/ 8267224 w 12193149"/>
              <a:gd name="connsiteY92" fmla="*/ 2006249 h 2344739"/>
              <a:gd name="connsiteX93" fmla="*/ 8264525 w 12193149"/>
              <a:gd name="connsiteY93" fmla="*/ 2006019 h 2344739"/>
              <a:gd name="connsiteX94" fmla="*/ 8253181 w 12193149"/>
              <a:gd name="connsiteY94" fmla="*/ 2015862 h 2344739"/>
              <a:gd name="connsiteX95" fmla="*/ 8246982 w 12193149"/>
              <a:gd name="connsiteY95" fmla="*/ 2028854 h 2344739"/>
              <a:gd name="connsiteX96" fmla="*/ 8091420 w 12193149"/>
              <a:gd name="connsiteY96" fmla="*/ 2075015 h 2344739"/>
              <a:gd name="connsiteX97" fmla="*/ 7906555 w 12193149"/>
              <a:gd name="connsiteY97" fmla="*/ 2116988 h 2344739"/>
              <a:gd name="connsiteX98" fmla="*/ 7719893 w 12193149"/>
              <a:gd name="connsiteY98" fmla="*/ 2142703 h 2344739"/>
              <a:gd name="connsiteX99" fmla="*/ 7615495 w 12193149"/>
              <a:gd name="connsiteY99" fmla="*/ 2139232 h 2344739"/>
              <a:gd name="connsiteX100" fmla="*/ 7528691 w 12193149"/>
              <a:gd name="connsiteY100" fmla="*/ 2145060 h 2344739"/>
              <a:gd name="connsiteX101" fmla="*/ 7520719 w 12193149"/>
              <a:gd name="connsiteY101" fmla="*/ 2147613 h 2344739"/>
              <a:gd name="connsiteX102" fmla="*/ 7508559 w 12193149"/>
              <a:gd name="connsiteY102" fmla="*/ 2148948 h 2344739"/>
              <a:gd name="connsiteX103" fmla="*/ 7508188 w 12193149"/>
              <a:gd name="connsiteY103" fmla="*/ 2148621 h 2344739"/>
              <a:gd name="connsiteX104" fmla="*/ 7496943 w 12193149"/>
              <a:gd name="connsiteY104" fmla="*/ 2150573 h 2344739"/>
              <a:gd name="connsiteX105" fmla="*/ 7219707 w 12193149"/>
              <a:gd name="connsiteY105" fmla="*/ 2156680 h 2344739"/>
              <a:gd name="connsiteX106" fmla="*/ 7202249 w 12193149"/>
              <a:gd name="connsiteY106" fmla="*/ 2161230 h 2344739"/>
              <a:gd name="connsiteX107" fmla="*/ 7198152 w 12193149"/>
              <a:gd name="connsiteY107" fmla="*/ 2166588 h 2344739"/>
              <a:gd name="connsiteX108" fmla="*/ 7171956 w 12193149"/>
              <a:gd name="connsiteY108" fmla="*/ 2171236 h 2344739"/>
              <a:gd name="connsiteX109" fmla="*/ 7098136 w 12193149"/>
              <a:gd name="connsiteY109" fmla="*/ 2183464 h 2344739"/>
              <a:gd name="connsiteX110" fmla="*/ 7019644 w 12193149"/>
              <a:gd name="connsiteY110" fmla="*/ 2183090 h 2344739"/>
              <a:gd name="connsiteX111" fmla="*/ 6905294 w 12193149"/>
              <a:gd name="connsiteY111" fmla="*/ 2212596 h 2344739"/>
              <a:gd name="connsiteX112" fmla="*/ 6709370 w 12193149"/>
              <a:gd name="connsiteY112" fmla="*/ 2240551 h 2344739"/>
              <a:gd name="connsiteX113" fmla="*/ 6550602 w 12193149"/>
              <a:gd name="connsiteY113" fmla="*/ 2269327 h 2344739"/>
              <a:gd name="connsiteX114" fmla="*/ 6318708 w 12193149"/>
              <a:gd name="connsiteY114" fmla="*/ 2316127 h 2344739"/>
              <a:gd name="connsiteX115" fmla="*/ 6169822 w 12193149"/>
              <a:gd name="connsiteY115" fmla="*/ 2318214 h 2344739"/>
              <a:gd name="connsiteX116" fmla="*/ 6074996 w 12193149"/>
              <a:gd name="connsiteY116" fmla="*/ 2338676 h 2344739"/>
              <a:gd name="connsiteX117" fmla="*/ 6069677 w 12193149"/>
              <a:gd name="connsiteY117" fmla="*/ 2337139 h 2344739"/>
              <a:gd name="connsiteX118" fmla="*/ 6049786 w 12193149"/>
              <a:gd name="connsiteY118" fmla="*/ 2337822 h 2344739"/>
              <a:gd name="connsiteX119" fmla="*/ 6042433 w 12193149"/>
              <a:gd name="connsiteY119" fmla="*/ 2329473 h 2344739"/>
              <a:gd name="connsiteX120" fmla="*/ 6011238 w 12193149"/>
              <a:gd name="connsiteY120" fmla="*/ 2324380 h 2344739"/>
              <a:gd name="connsiteX121" fmla="*/ 5958523 w 12193149"/>
              <a:gd name="connsiteY121" fmla="*/ 2328024 h 2344739"/>
              <a:gd name="connsiteX122" fmla="*/ 5760067 w 12193149"/>
              <a:gd name="connsiteY122" fmla="*/ 2343716 h 2344739"/>
              <a:gd name="connsiteX123" fmla="*/ 5628108 w 12193149"/>
              <a:gd name="connsiteY123" fmla="*/ 2344739 h 2344739"/>
              <a:gd name="connsiteX124" fmla="*/ 5472054 w 12193149"/>
              <a:gd name="connsiteY124" fmla="*/ 2330719 h 2344739"/>
              <a:gd name="connsiteX125" fmla="*/ 5433909 w 12193149"/>
              <a:gd name="connsiteY125" fmla="*/ 2319466 h 2344739"/>
              <a:gd name="connsiteX126" fmla="*/ 5382817 w 12193149"/>
              <a:gd name="connsiteY126" fmla="*/ 2301764 h 2344739"/>
              <a:gd name="connsiteX127" fmla="*/ 5262912 w 12193149"/>
              <a:gd name="connsiteY127" fmla="*/ 2281347 h 2344739"/>
              <a:gd name="connsiteX128" fmla="*/ 5224109 w 12193149"/>
              <a:gd name="connsiteY128" fmla="*/ 2270223 h 2344739"/>
              <a:gd name="connsiteX129" fmla="*/ 5175808 w 12193149"/>
              <a:gd name="connsiteY129" fmla="*/ 2267233 h 2344739"/>
              <a:gd name="connsiteX130" fmla="*/ 5157702 w 12193149"/>
              <a:gd name="connsiteY130" fmla="*/ 2260010 h 2344739"/>
              <a:gd name="connsiteX131" fmla="*/ 5143747 w 12193149"/>
              <a:gd name="connsiteY131" fmla="*/ 2256610 h 2344739"/>
              <a:gd name="connsiteX132" fmla="*/ 5140744 w 12193149"/>
              <a:gd name="connsiteY132" fmla="*/ 2254509 h 2344739"/>
              <a:gd name="connsiteX133" fmla="*/ 5122807 w 12193149"/>
              <a:gd name="connsiteY133" fmla="*/ 2243656 h 2344739"/>
              <a:gd name="connsiteX134" fmla="*/ 5066938 w 12193149"/>
              <a:gd name="connsiteY134" fmla="*/ 2250227 h 2344739"/>
              <a:gd name="connsiteX135" fmla="*/ 5012662 w 12193149"/>
              <a:gd name="connsiteY135" fmla="*/ 2233846 h 2344739"/>
              <a:gd name="connsiteX136" fmla="*/ 4841589 w 12193149"/>
              <a:gd name="connsiteY136" fmla="*/ 2209829 h 2344739"/>
              <a:gd name="connsiteX137" fmla="*/ 4763595 w 12193149"/>
              <a:gd name="connsiteY137" fmla="*/ 2182061 h 2344739"/>
              <a:gd name="connsiteX138" fmla="*/ 4724334 w 12193149"/>
              <a:gd name="connsiteY138" fmla="*/ 2173047 h 2344739"/>
              <a:gd name="connsiteX139" fmla="*/ 4722324 w 12193149"/>
              <a:gd name="connsiteY139" fmla="*/ 2172298 h 2344739"/>
              <a:gd name="connsiteX140" fmla="*/ 4723259 w 12193149"/>
              <a:gd name="connsiteY140" fmla="*/ 2172087 h 2344739"/>
              <a:gd name="connsiteX141" fmla="*/ 4718350 w 12193149"/>
              <a:gd name="connsiteY141" fmla="*/ 2170817 h 2344739"/>
              <a:gd name="connsiteX142" fmla="*/ 4722324 w 12193149"/>
              <a:gd name="connsiteY142" fmla="*/ 2172298 h 2344739"/>
              <a:gd name="connsiteX143" fmla="*/ 4716674 w 12193149"/>
              <a:gd name="connsiteY143" fmla="*/ 2173573 h 2344739"/>
              <a:gd name="connsiteX144" fmla="*/ 4516962 w 12193149"/>
              <a:gd name="connsiteY144" fmla="*/ 2163671 h 2344739"/>
              <a:gd name="connsiteX145" fmla="*/ 4429691 w 12193149"/>
              <a:gd name="connsiteY145" fmla="*/ 2153020 h 2344739"/>
              <a:gd name="connsiteX146" fmla="*/ 4364023 w 12193149"/>
              <a:gd name="connsiteY146" fmla="*/ 2151674 h 2344739"/>
              <a:gd name="connsiteX147" fmla="*/ 4318114 w 12193149"/>
              <a:gd name="connsiteY147" fmla="*/ 2158289 h 2344739"/>
              <a:gd name="connsiteX148" fmla="*/ 4316258 w 12193149"/>
              <a:gd name="connsiteY148" fmla="*/ 2156948 h 2344739"/>
              <a:gd name="connsiteX149" fmla="*/ 4296292 w 12193149"/>
              <a:gd name="connsiteY149" fmla="*/ 2155069 h 2344739"/>
              <a:gd name="connsiteX150" fmla="*/ 4291212 w 12193149"/>
              <a:gd name="connsiteY150" fmla="*/ 2157986 h 2344739"/>
              <a:gd name="connsiteX151" fmla="*/ 4277290 w 12193149"/>
              <a:gd name="connsiteY151" fmla="*/ 2157740 h 2344739"/>
              <a:gd name="connsiteX152" fmla="*/ 4249265 w 12193149"/>
              <a:gd name="connsiteY152" fmla="*/ 2160064 h 2344739"/>
              <a:gd name="connsiteX153" fmla="*/ 4203199 w 12193149"/>
              <a:gd name="connsiteY153" fmla="*/ 2157269 h 2344739"/>
              <a:gd name="connsiteX154" fmla="*/ 4202893 w 12193149"/>
              <a:gd name="connsiteY154" fmla="*/ 2156010 h 2344739"/>
              <a:gd name="connsiteX155" fmla="*/ 4192396 w 12193149"/>
              <a:gd name="connsiteY155" fmla="*/ 2150376 h 2344739"/>
              <a:gd name="connsiteX156" fmla="*/ 4143893 w 12193149"/>
              <a:gd name="connsiteY156" fmla="*/ 2134511 h 2344739"/>
              <a:gd name="connsiteX157" fmla="*/ 4084245 w 12193149"/>
              <a:gd name="connsiteY157" fmla="*/ 2107978 h 2344739"/>
              <a:gd name="connsiteX158" fmla="*/ 4075694 w 12193149"/>
              <a:gd name="connsiteY158" fmla="*/ 2107143 h 2344739"/>
              <a:gd name="connsiteX159" fmla="*/ 4075575 w 12193149"/>
              <a:gd name="connsiteY159" fmla="*/ 2106844 h 2344739"/>
              <a:gd name="connsiteX160" fmla="*/ 4066658 w 12193149"/>
              <a:gd name="connsiteY160" fmla="*/ 2105400 h 2344739"/>
              <a:gd name="connsiteX161" fmla="*/ 4060102 w 12193149"/>
              <a:gd name="connsiteY161" fmla="*/ 2105618 h 2344739"/>
              <a:gd name="connsiteX162" fmla="*/ 4043512 w 12193149"/>
              <a:gd name="connsiteY162" fmla="*/ 2103997 h 2344739"/>
              <a:gd name="connsiteX163" fmla="*/ 4038145 w 12193149"/>
              <a:gd name="connsiteY163" fmla="*/ 2101563 h 2344739"/>
              <a:gd name="connsiteX164" fmla="*/ 4036511 w 12193149"/>
              <a:gd name="connsiteY164" fmla="*/ 2097896 h 2344739"/>
              <a:gd name="connsiteX165" fmla="*/ 4034926 w 12193149"/>
              <a:gd name="connsiteY165" fmla="*/ 2098131 h 2344739"/>
              <a:gd name="connsiteX166" fmla="*/ 4005686 w 12193149"/>
              <a:gd name="connsiteY166" fmla="*/ 2085563 h 2344739"/>
              <a:gd name="connsiteX167" fmla="*/ 3937994 w 12193149"/>
              <a:gd name="connsiteY167" fmla="*/ 2068106 h 2344739"/>
              <a:gd name="connsiteX168" fmla="*/ 3898423 w 12193149"/>
              <a:gd name="connsiteY168" fmla="*/ 2062451 h 2344739"/>
              <a:gd name="connsiteX169" fmla="*/ 3790908 w 12193149"/>
              <a:gd name="connsiteY169" fmla="*/ 2042213 h 2344739"/>
              <a:gd name="connsiteX170" fmla="*/ 3683661 w 12193149"/>
              <a:gd name="connsiteY170" fmla="*/ 2018290 h 2344739"/>
              <a:gd name="connsiteX171" fmla="*/ 3611183 w 12193149"/>
              <a:gd name="connsiteY171" fmla="*/ 1986019 h 2344739"/>
              <a:gd name="connsiteX172" fmla="*/ 3605003 w 12193149"/>
              <a:gd name="connsiteY172" fmla="*/ 1987381 h 2344739"/>
              <a:gd name="connsiteX173" fmla="*/ 3595884 w 12193149"/>
              <a:gd name="connsiteY173" fmla="*/ 1987545 h 2344739"/>
              <a:gd name="connsiteX174" fmla="*/ 3595649 w 12193149"/>
              <a:gd name="connsiteY174" fmla="*/ 1987276 h 2344739"/>
              <a:gd name="connsiteX175" fmla="*/ 3587126 w 12193149"/>
              <a:gd name="connsiteY175" fmla="*/ 1987966 h 2344739"/>
              <a:gd name="connsiteX176" fmla="*/ 3537283 w 12193149"/>
              <a:gd name="connsiteY176" fmla="*/ 1978267 h 2344739"/>
              <a:gd name="connsiteX177" fmla="*/ 3474371 w 12193149"/>
              <a:gd name="connsiteY177" fmla="*/ 1974606 h 2344739"/>
              <a:gd name="connsiteX178" fmla="*/ 3401876 w 12193149"/>
              <a:gd name="connsiteY178" fmla="*/ 1962558 h 2344739"/>
              <a:gd name="connsiteX179" fmla="*/ 3365036 w 12193149"/>
              <a:gd name="connsiteY179" fmla="*/ 1979510 h 2344739"/>
              <a:gd name="connsiteX180" fmla="*/ 3345174 w 12193149"/>
              <a:gd name="connsiteY180" fmla="*/ 1981192 h 2344739"/>
              <a:gd name="connsiteX181" fmla="*/ 3342846 w 12193149"/>
              <a:gd name="connsiteY181" fmla="*/ 1980217 h 2344739"/>
              <a:gd name="connsiteX182" fmla="*/ 3263504 w 12193149"/>
              <a:gd name="connsiteY182" fmla="*/ 1986094 h 2344739"/>
              <a:gd name="connsiteX183" fmla="*/ 3143704 w 12193149"/>
              <a:gd name="connsiteY183" fmla="*/ 1993869 h 2344739"/>
              <a:gd name="connsiteX184" fmla="*/ 3031439 w 12193149"/>
              <a:gd name="connsiteY184" fmla="*/ 1996512 h 2344739"/>
              <a:gd name="connsiteX185" fmla="*/ 2782717 w 12193149"/>
              <a:gd name="connsiteY185" fmla="*/ 2018333 h 2344739"/>
              <a:gd name="connsiteX186" fmla="*/ 2647675 w 12193149"/>
              <a:gd name="connsiteY186" fmla="*/ 2028869 h 2344739"/>
              <a:gd name="connsiteX187" fmla="*/ 2569176 w 12193149"/>
              <a:gd name="connsiteY187" fmla="*/ 2002628 h 2344739"/>
              <a:gd name="connsiteX188" fmla="*/ 2444403 w 12193149"/>
              <a:gd name="connsiteY188" fmla="*/ 2016529 h 2344739"/>
              <a:gd name="connsiteX189" fmla="*/ 2316260 w 12193149"/>
              <a:gd name="connsiteY189" fmla="*/ 2024996 h 2344739"/>
              <a:gd name="connsiteX190" fmla="*/ 2209726 w 12193149"/>
              <a:gd name="connsiteY190" fmla="*/ 2019763 h 2344739"/>
              <a:gd name="connsiteX191" fmla="*/ 2095813 w 12193149"/>
              <a:gd name="connsiteY191" fmla="*/ 2003052 h 2344739"/>
              <a:gd name="connsiteX192" fmla="*/ 1998504 w 12193149"/>
              <a:gd name="connsiteY192" fmla="*/ 1995032 h 2344739"/>
              <a:gd name="connsiteX193" fmla="*/ 1929320 w 12193149"/>
              <a:gd name="connsiteY193" fmla="*/ 2016977 h 2344739"/>
              <a:gd name="connsiteX194" fmla="*/ 1922798 w 12193149"/>
              <a:gd name="connsiteY194" fmla="*/ 2012146 h 2344739"/>
              <a:gd name="connsiteX195" fmla="*/ 1874228 w 12193149"/>
              <a:gd name="connsiteY195" fmla="*/ 2013741 h 2344739"/>
              <a:gd name="connsiteX196" fmla="*/ 1787803 w 12193149"/>
              <a:gd name="connsiteY196" fmla="*/ 2041363 h 2344739"/>
              <a:gd name="connsiteX197" fmla="*/ 1739352 w 12193149"/>
              <a:gd name="connsiteY197" fmla="*/ 2036312 h 2344739"/>
              <a:gd name="connsiteX198" fmla="*/ 1676219 w 12193149"/>
              <a:gd name="connsiteY198" fmla="*/ 2019963 h 2344739"/>
              <a:gd name="connsiteX199" fmla="*/ 1609817 w 12193149"/>
              <a:gd name="connsiteY199" fmla="*/ 2013066 h 2344739"/>
              <a:gd name="connsiteX200" fmla="*/ 1497258 w 12193149"/>
              <a:gd name="connsiteY200" fmla="*/ 1987476 h 2344739"/>
              <a:gd name="connsiteX201" fmla="*/ 1151127 w 12193149"/>
              <a:gd name="connsiteY201" fmla="*/ 1938041 h 2344739"/>
              <a:gd name="connsiteX202" fmla="*/ 859417 w 12193149"/>
              <a:gd name="connsiteY202" fmla="*/ 1928608 h 2344739"/>
              <a:gd name="connsiteX203" fmla="*/ 838688 w 12193149"/>
              <a:gd name="connsiteY203" fmla="*/ 1929821 h 2344739"/>
              <a:gd name="connsiteX204" fmla="*/ 817957 w 12193149"/>
              <a:gd name="connsiteY204" fmla="*/ 1927857 h 2344739"/>
              <a:gd name="connsiteX205" fmla="*/ 812654 w 12193149"/>
              <a:gd name="connsiteY205" fmla="*/ 1930751 h 2344739"/>
              <a:gd name="connsiteX206" fmla="*/ 721195 w 12193149"/>
              <a:gd name="connsiteY206" fmla="*/ 1929661 h 2344739"/>
              <a:gd name="connsiteX207" fmla="*/ 720890 w 12193149"/>
              <a:gd name="connsiteY207" fmla="*/ 1928399 h 2344739"/>
              <a:gd name="connsiteX208" fmla="*/ 710023 w 12193149"/>
              <a:gd name="connsiteY208" fmla="*/ 1922722 h 2344739"/>
              <a:gd name="connsiteX209" fmla="*/ 597940 w 12193149"/>
              <a:gd name="connsiteY209" fmla="*/ 1879864 h 2344739"/>
              <a:gd name="connsiteX210" fmla="*/ 579683 w 12193149"/>
              <a:gd name="connsiteY210" fmla="*/ 1877212 h 2344739"/>
              <a:gd name="connsiteX211" fmla="*/ 572865 w 12193149"/>
              <a:gd name="connsiteY211" fmla="*/ 1877401 h 2344739"/>
              <a:gd name="connsiteX212" fmla="*/ 446247 w 12193149"/>
              <a:gd name="connsiteY212" fmla="*/ 1839371 h 2344739"/>
              <a:gd name="connsiteX213" fmla="*/ 405163 w 12193149"/>
              <a:gd name="connsiteY213" fmla="*/ 1833548 h 2344739"/>
              <a:gd name="connsiteX214" fmla="*/ 293583 w 12193149"/>
              <a:gd name="connsiteY214" fmla="*/ 1812852 h 2344739"/>
              <a:gd name="connsiteX215" fmla="*/ 119529 w 12193149"/>
              <a:gd name="connsiteY215" fmla="*/ 1761047 h 2344739"/>
              <a:gd name="connsiteX216" fmla="*/ 16674 w 12193149"/>
              <a:gd name="connsiteY216" fmla="*/ 1758191 h 2344739"/>
              <a:gd name="connsiteX217" fmla="*/ 1150 w 12193149"/>
              <a:gd name="connsiteY217" fmla="*/ 1752722 h 2344739"/>
              <a:gd name="connsiteX218" fmla="*/ 1148 w 12193149"/>
              <a:gd name="connsiteY218" fmla="*/ 222213 h 2344739"/>
              <a:gd name="connsiteX219" fmla="*/ 1148 w 12193149"/>
              <a:gd name="connsiteY219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590693 w 12193149"/>
              <a:gd name="connsiteY23" fmla="*/ 963777 h 2344739"/>
              <a:gd name="connsiteX24" fmla="*/ 11506817 w 12193149"/>
              <a:gd name="connsiteY24" fmla="*/ 1033623 h 2344739"/>
              <a:gd name="connsiteX25" fmla="*/ 11280332 w 12193149"/>
              <a:gd name="connsiteY25" fmla="*/ 1223571 h 2344739"/>
              <a:gd name="connsiteX26" fmla="*/ 11228309 w 12193149"/>
              <a:gd name="connsiteY26" fmla="*/ 1276236 h 2344739"/>
              <a:gd name="connsiteX27" fmla="*/ 11218087 w 12193149"/>
              <a:gd name="connsiteY27" fmla="*/ 1275961 h 2344739"/>
              <a:gd name="connsiteX28" fmla="*/ 11217184 w 12193149"/>
              <a:gd name="connsiteY28" fmla="*/ 1275018 h 2344739"/>
              <a:gd name="connsiteX29" fmla="*/ 11188885 w 12193149"/>
              <a:gd name="connsiteY29" fmla="*/ 1292383 h 2344739"/>
              <a:gd name="connsiteX30" fmla="*/ 11184501 w 12193149"/>
              <a:gd name="connsiteY30" fmla="*/ 1292525 h 2344739"/>
              <a:gd name="connsiteX31" fmla="*/ 11166854 w 12193149"/>
              <a:gd name="connsiteY31" fmla="*/ 1306612 h 2344739"/>
              <a:gd name="connsiteX32" fmla="*/ 11157311 w 12193149"/>
              <a:gd name="connsiteY32" fmla="*/ 1312414 h 2344739"/>
              <a:gd name="connsiteX33" fmla="*/ 11155496 w 12193149"/>
              <a:gd name="connsiteY33" fmla="*/ 1317097 h 2344739"/>
              <a:gd name="connsiteX34" fmla="*/ 11140961 w 12193149"/>
              <a:gd name="connsiteY34" fmla="*/ 1324115 h 2344739"/>
              <a:gd name="connsiteX35" fmla="*/ 11138961 w 12193149"/>
              <a:gd name="connsiteY35" fmla="*/ 1323772 h 2344739"/>
              <a:gd name="connsiteX36" fmla="*/ 11128208 w 12193149"/>
              <a:gd name="connsiteY36" fmla="*/ 1333832 h 2344739"/>
              <a:gd name="connsiteX37" fmla="*/ 11120691 w 12193149"/>
              <a:gd name="connsiteY37" fmla="*/ 1347424 h 2344739"/>
              <a:gd name="connsiteX38" fmla="*/ 10894683 w 12193149"/>
              <a:gd name="connsiteY38" fmla="*/ 1473399 h 2344739"/>
              <a:gd name="connsiteX39" fmla="*/ 10773300 w 12193149"/>
              <a:gd name="connsiteY39" fmla="*/ 1523191 h 2344739"/>
              <a:gd name="connsiteX40" fmla="*/ 10627668 w 12193149"/>
              <a:gd name="connsiteY40" fmla="*/ 1559229 h 2344739"/>
              <a:gd name="connsiteX41" fmla="*/ 10581895 w 12193149"/>
              <a:gd name="connsiteY41" fmla="*/ 1568689 h 2344739"/>
              <a:gd name="connsiteX42" fmla="*/ 10547790 w 12193149"/>
              <a:gd name="connsiteY42" fmla="*/ 1598423 h 2344739"/>
              <a:gd name="connsiteX43" fmla="*/ 10529643 w 12193149"/>
              <a:gd name="connsiteY43" fmla="*/ 1596907 h 2344739"/>
              <a:gd name="connsiteX44" fmla="*/ 10526446 w 12193149"/>
              <a:gd name="connsiteY44" fmla="*/ 1596411 h 2344739"/>
              <a:gd name="connsiteX45" fmla="*/ 10515129 w 12193149"/>
              <a:gd name="connsiteY45" fmla="*/ 1599537 h 2344739"/>
              <a:gd name="connsiteX46" fmla="*/ 10491735 w 12193149"/>
              <a:gd name="connsiteY46" fmla="*/ 1594156 h 2344739"/>
              <a:gd name="connsiteX47" fmla="*/ 10471418 w 12193149"/>
              <a:gd name="connsiteY47" fmla="*/ 1601693 h 2344739"/>
              <a:gd name="connsiteX48" fmla="*/ 10377042 w 12193149"/>
              <a:gd name="connsiteY48" fmla="*/ 1644598 h 2344739"/>
              <a:gd name="connsiteX49" fmla="*/ 10319338 w 12193149"/>
              <a:gd name="connsiteY49" fmla="*/ 1666221 h 2344739"/>
              <a:gd name="connsiteX50" fmla="*/ 10295467 w 12193149"/>
              <a:gd name="connsiteY50" fmla="*/ 1668079 h 2344739"/>
              <a:gd name="connsiteX51" fmla="*/ 10263443 w 12193149"/>
              <a:gd name="connsiteY51" fmla="*/ 1674948 h 2344739"/>
              <a:gd name="connsiteX52" fmla="*/ 10205418 w 12193149"/>
              <a:gd name="connsiteY52" fmla="*/ 1682149 h 2344739"/>
              <a:gd name="connsiteX53" fmla="*/ 10177759 w 12193149"/>
              <a:gd name="connsiteY53" fmla="*/ 1692943 h 2344739"/>
              <a:gd name="connsiteX54" fmla="*/ 10165070 w 12193149"/>
              <a:gd name="connsiteY54" fmla="*/ 1693739 h 2344739"/>
              <a:gd name="connsiteX55" fmla="*/ 10156308 w 12193149"/>
              <a:gd name="connsiteY55" fmla="*/ 1707487 h 2344739"/>
              <a:gd name="connsiteX56" fmla="*/ 10118267 w 12193149"/>
              <a:gd name="connsiteY56" fmla="*/ 1731142 h 2344739"/>
              <a:gd name="connsiteX57" fmla="*/ 10083317 w 12193149"/>
              <a:gd name="connsiteY57" fmla="*/ 1743296 h 2344739"/>
              <a:gd name="connsiteX58" fmla="*/ 10040388 w 12193149"/>
              <a:gd name="connsiteY58" fmla="*/ 1741632 h 2344739"/>
              <a:gd name="connsiteX59" fmla="*/ 9961167 w 12193149"/>
              <a:gd name="connsiteY59" fmla="*/ 1757147 h 2344739"/>
              <a:gd name="connsiteX60" fmla="*/ 9848940 w 12193149"/>
              <a:gd name="connsiteY60" fmla="*/ 1763915 h 2344739"/>
              <a:gd name="connsiteX61" fmla="*/ 9729457 w 12193149"/>
              <a:gd name="connsiteY61" fmla="*/ 1784122 h 2344739"/>
              <a:gd name="connsiteX62" fmla="*/ 9613704 w 12193149"/>
              <a:gd name="connsiteY62" fmla="*/ 1812371 h 2344739"/>
              <a:gd name="connsiteX63" fmla="*/ 9338590 w 12193149"/>
              <a:gd name="connsiteY63" fmla="*/ 1869293 h 2344739"/>
              <a:gd name="connsiteX64" fmla="*/ 9232518 w 12193149"/>
              <a:gd name="connsiteY64" fmla="*/ 1893149 h 2344739"/>
              <a:gd name="connsiteX65" fmla="*/ 9156690 w 12193149"/>
              <a:gd name="connsiteY65" fmla="*/ 1903228 h 2344739"/>
              <a:gd name="connsiteX66" fmla="*/ 9054601 w 12193149"/>
              <a:gd name="connsiteY66" fmla="*/ 1910755 h 2344739"/>
              <a:gd name="connsiteX67" fmla="*/ 9006634 w 12193149"/>
              <a:gd name="connsiteY67" fmla="*/ 1914040 h 2344739"/>
              <a:gd name="connsiteX68" fmla="*/ 9006349 w 12193149"/>
              <a:gd name="connsiteY68" fmla="*/ 1913800 h 2344739"/>
              <a:gd name="connsiteX69" fmla="*/ 8997380 w 12193149"/>
              <a:gd name="connsiteY69" fmla="*/ 1915011 h 2344739"/>
              <a:gd name="connsiteX70" fmla="*/ 8991542 w 12193149"/>
              <a:gd name="connsiteY70" fmla="*/ 1917072 h 2344739"/>
              <a:gd name="connsiteX71" fmla="*/ 8975485 w 12193149"/>
              <a:gd name="connsiteY71" fmla="*/ 1920298 h 2344739"/>
              <a:gd name="connsiteX72" fmla="*/ 8969159 w 12193149"/>
              <a:gd name="connsiteY72" fmla="*/ 1919598 h 2344739"/>
              <a:gd name="connsiteX73" fmla="*/ 8964196 w 12193149"/>
              <a:gd name="connsiteY73" fmla="*/ 1917373 h 2344739"/>
              <a:gd name="connsiteX74" fmla="*/ 8930136 w 12193149"/>
              <a:gd name="connsiteY74" fmla="*/ 1914185 h 2344739"/>
              <a:gd name="connsiteX75" fmla="*/ 8753592 w 12193149"/>
              <a:gd name="connsiteY75" fmla="*/ 1933417 h 2344739"/>
              <a:gd name="connsiteX76" fmla="*/ 8708995 w 12193149"/>
              <a:gd name="connsiteY76" fmla="*/ 1935518 h 2344739"/>
              <a:gd name="connsiteX77" fmla="*/ 8597219 w 12193149"/>
              <a:gd name="connsiteY77" fmla="*/ 1944090 h 2344739"/>
              <a:gd name="connsiteX78" fmla="*/ 8526378 w 12193149"/>
              <a:gd name="connsiteY78" fmla="*/ 1929248 h 2344739"/>
              <a:gd name="connsiteX79" fmla="*/ 8512131 w 12193149"/>
              <a:gd name="connsiteY79" fmla="*/ 1935163 h 2344739"/>
              <a:gd name="connsiteX80" fmla="*/ 8507315 w 12193149"/>
              <a:gd name="connsiteY80" fmla="*/ 1938164 h 2344739"/>
              <a:gd name="connsiteX81" fmla="*/ 8499116 w 12193149"/>
              <a:gd name="connsiteY81" fmla="*/ 1940902 h 2344739"/>
              <a:gd name="connsiteX82" fmla="*/ 8498742 w 12193149"/>
              <a:gd name="connsiteY82" fmla="*/ 1940723 h 2344739"/>
              <a:gd name="connsiteX83" fmla="*/ 8491397 w 12193149"/>
              <a:gd name="connsiteY83" fmla="*/ 1943773 h 2344739"/>
              <a:gd name="connsiteX84" fmla="*/ 8368330 w 12193149"/>
              <a:gd name="connsiteY84" fmla="*/ 1957815 h 2344739"/>
              <a:gd name="connsiteX85" fmla="*/ 8354947 w 12193149"/>
              <a:gd name="connsiteY85" fmla="*/ 1958009 h 2344739"/>
              <a:gd name="connsiteX86" fmla="*/ 8321252 w 12193149"/>
              <a:gd name="connsiteY86" fmla="*/ 1974587 h 2344739"/>
              <a:gd name="connsiteX87" fmla="*/ 8315581 w 12193149"/>
              <a:gd name="connsiteY87" fmla="*/ 1974913 h 2344739"/>
              <a:gd name="connsiteX88" fmla="*/ 8296322 w 12193149"/>
              <a:gd name="connsiteY88" fmla="*/ 1988808 h 2344739"/>
              <a:gd name="connsiteX89" fmla="*/ 8285424 w 12193149"/>
              <a:gd name="connsiteY89" fmla="*/ 1994631 h 2344739"/>
              <a:gd name="connsiteX90" fmla="*/ 8284298 w 12193149"/>
              <a:gd name="connsiteY90" fmla="*/ 1999074 h 2344739"/>
              <a:gd name="connsiteX91" fmla="*/ 8267224 w 12193149"/>
              <a:gd name="connsiteY91" fmla="*/ 2006249 h 2344739"/>
              <a:gd name="connsiteX92" fmla="*/ 8264525 w 12193149"/>
              <a:gd name="connsiteY92" fmla="*/ 2006019 h 2344739"/>
              <a:gd name="connsiteX93" fmla="*/ 8253181 w 12193149"/>
              <a:gd name="connsiteY93" fmla="*/ 2015862 h 2344739"/>
              <a:gd name="connsiteX94" fmla="*/ 8246982 w 12193149"/>
              <a:gd name="connsiteY94" fmla="*/ 2028854 h 2344739"/>
              <a:gd name="connsiteX95" fmla="*/ 8091420 w 12193149"/>
              <a:gd name="connsiteY95" fmla="*/ 2075015 h 2344739"/>
              <a:gd name="connsiteX96" fmla="*/ 7906555 w 12193149"/>
              <a:gd name="connsiteY96" fmla="*/ 2116988 h 2344739"/>
              <a:gd name="connsiteX97" fmla="*/ 7719893 w 12193149"/>
              <a:gd name="connsiteY97" fmla="*/ 2142703 h 2344739"/>
              <a:gd name="connsiteX98" fmla="*/ 7615495 w 12193149"/>
              <a:gd name="connsiteY98" fmla="*/ 2139232 h 2344739"/>
              <a:gd name="connsiteX99" fmla="*/ 7528691 w 12193149"/>
              <a:gd name="connsiteY99" fmla="*/ 2145060 h 2344739"/>
              <a:gd name="connsiteX100" fmla="*/ 7520719 w 12193149"/>
              <a:gd name="connsiteY100" fmla="*/ 2147613 h 2344739"/>
              <a:gd name="connsiteX101" fmla="*/ 7508559 w 12193149"/>
              <a:gd name="connsiteY101" fmla="*/ 2148948 h 2344739"/>
              <a:gd name="connsiteX102" fmla="*/ 7508188 w 12193149"/>
              <a:gd name="connsiteY102" fmla="*/ 2148621 h 2344739"/>
              <a:gd name="connsiteX103" fmla="*/ 7496943 w 12193149"/>
              <a:gd name="connsiteY103" fmla="*/ 2150573 h 2344739"/>
              <a:gd name="connsiteX104" fmla="*/ 7219707 w 12193149"/>
              <a:gd name="connsiteY104" fmla="*/ 2156680 h 2344739"/>
              <a:gd name="connsiteX105" fmla="*/ 7202249 w 12193149"/>
              <a:gd name="connsiteY105" fmla="*/ 2161230 h 2344739"/>
              <a:gd name="connsiteX106" fmla="*/ 7198152 w 12193149"/>
              <a:gd name="connsiteY106" fmla="*/ 2166588 h 2344739"/>
              <a:gd name="connsiteX107" fmla="*/ 7171956 w 12193149"/>
              <a:gd name="connsiteY107" fmla="*/ 2171236 h 2344739"/>
              <a:gd name="connsiteX108" fmla="*/ 7098136 w 12193149"/>
              <a:gd name="connsiteY108" fmla="*/ 2183464 h 2344739"/>
              <a:gd name="connsiteX109" fmla="*/ 7019644 w 12193149"/>
              <a:gd name="connsiteY109" fmla="*/ 2183090 h 2344739"/>
              <a:gd name="connsiteX110" fmla="*/ 6905294 w 12193149"/>
              <a:gd name="connsiteY110" fmla="*/ 2212596 h 2344739"/>
              <a:gd name="connsiteX111" fmla="*/ 6709370 w 12193149"/>
              <a:gd name="connsiteY111" fmla="*/ 2240551 h 2344739"/>
              <a:gd name="connsiteX112" fmla="*/ 6550602 w 12193149"/>
              <a:gd name="connsiteY112" fmla="*/ 2269327 h 2344739"/>
              <a:gd name="connsiteX113" fmla="*/ 6318708 w 12193149"/>
              <a:gd name="connsiteY113" fmla="*/ 2316127 h 2344739"/>
              <a:gd name="connsiteX114" fmla="*/ 6169822 w 12193149"/>
              <a:gd name="connsiteY114" fmla="*/ 2318214 h 2344739"/>
              <a:gd name="connsiteX115" fmla="*/ 6074996 w 12193149"/>
              <a:gd name="connsiteY115" fmla="*/ 2338676 h 2344739"/>
              <a:gd name="connsiteX116" fmla="*/ 6069677 w 12193149"/>
              <a:gd name="connsiteY116" fmla="*/ 2337139 h 2344739"/>
              <a:gd name="connsiteX117" fmla="*/ 6049786 w 12193149"/>
              <a:gd name="connsiteY117" fmla="*/ 2337822 h 2344739"/>
              <a:gd name="connsiteX118" fmla="*/ 6042433 w 12193149"/>
              <a:gd name="connsiteY118" fmla="*/ 2329473 h 2344739"/>
              <a:gd name="connsiteX119" fmla="*/ 6011238 w 12193149"/>
              <a:gd name="connsiteY119" fmla="*/ 2324380 h 2344739"/>
              <a:gd name="connsiteX120" fmla="*/ 5958523 w 12193149"/>
              <a:gd name="connsiteY120" fmla="*/ 2328024 h 2344739"/>
              <a:gd name="connsiteX121" fmla="*/ 5760067 w 12193149"/>
              <a:gd name="connsiteY121" fmla="*/ 2343716 h 2344739"/>
              <a:gd name="connsiteX122" fmla="*/ 5628108 w 12193149"/>
              <a:gd name="connsiteY122" fmla="*/ 2344739 h 2344739"/>
              <a:gd name="connsiteX123" fmla="*/ 5472054 w 12193149"/>
              <a:gd name="connsiteY123" fmla="*/ 2330719 h 2344739"/>
              <a:gd name="connsiteX124" fmla="*/ 5433909 w 12193149"/>
              <a:gd name="connsiteY124" fmla="*/ 2319466 h 2344739"/>
              <a:gd name="connsiteX125" fmla="*/ 5382817 w 12193149"/>
              <a:gd name="connsiteY125" fmla="*/ 2301764 h 2344739"/>
              <a:gd name="connsiteX126" fmla="*/ 5262912 w 12193149"/>
              <a:gd name="connsiteY126" fmla="*/ 2281347 h 2344739"/>
              <a:gd name="connsiteX127" fmla="*/ 5224109 w 12193149"/>
              <a:gd name="connsiteY127" fmla="*/ 2270223 h 2344739"/>
              <a:gd name="connsiteX128" fmla="*/ 5175808 w 12193149"/>
              <a:gd name="connsiteY128" fmla="*/ 2267233 h 2344739"/>
              <a:gd name="connsiteX129" fmla="*/ 5157702 w 12193149"/>
              <a:gd name="connsiteY129" fmla="*/ 2260010 h 2344739"/>
              <a:gd name="connsiteX130" fmla="*/ 5143747 w 12193149"/>
              <a:gd name="connsiteY130" fmla="*/ 2256610 h 2344739"/>
              <a:gd name="connsiteX131" fmla="*/ 5140744 w 12193149"/>
              <a:gd name="connsiteY131" fmla="*/ 2254509 h 2344739"/>
              <a:gd name="connsiteX132" fmla="*/ 5122807 w 12193149"/>
              <a:gd name="connsiteY132" fmla="*/ 2243656 h 2344739"/>
              <a:gd name="connsiteX133" fmla="*/ 5066938 w 12193149"/>
              <a:gd name="connsiteY133" fmla="*/ 2250227 h 2344739"/>
              <a:gd name="connsiteX134" fmla="*/ 5012662 w 12193149"/>
              <a:gd name="connsiteY134" fmla="*/ 2233846 h 2344739"/>
              <a:gd name="connsiteX135" fmla="*/ 4841589 w 12193149"/>
              <a:gd name="connsiteY135" fmla="*/ 2209829 h 2344739"/>
              <a:gd name="connsiteX136" fmla="*/ 4763595 w 12193149"/>
              <a:gd name="connsiteY136" fmla="*/ 2182061 h 2344739"/>
              <a:gd name="connsiteX137" fmla="*/ 4724334 w 12193149"/>
              <a:gd name="connsiteY137" fmla="*/ 2173047 h 2344739"/>
              <a:gd name="connsiteX138" fmla="*/ 4722324 w 12193149"/>
              <a:gd name="connsiteY138" fmla="*/ 2172298 h 2344739"/>
              <a:gd name="connsiteX139" fmla="*/ 4723259 w 12193149"/>
              <a:gd name="connsiteY139" fmla="*/ 2172087 h 2344739"/>
              <a:gd name="connsiteX140" fmla="*/ 4718350 w 12193149"/>
              <a:gd name="connsiteY140" fmla="*/ 2170817 h 2344739"/>
              <a:gd name="connsiteX141" fmla="*/ 4722324 w 12193149"/>
              <a:gd name="connsiteY141" fmla="*/ 2172298 h 2344739"/>
              <a:gd name="connsiteX142" fmla="*/ 4716674 w 12193149"/>
              <a:gd name="connsiteY142" fmla="*/ 2173573 h 2344739"/>
              <a:gd name="connsiteX143" fmla="*/ 4516962 w 12193149"/>
              <a:gd name="connsiteY143" fmla="*/ 2163671 h 2344739"/>
              <a:gd name="connsiteX144" fmla="*/ 4429691 w 12193149"/>
              <a:gd name="connsiteY144" fmla="*/ 2153020 h 2344739"/>
              <a:gd name="connsiteX145" fmla="*/ 4364023 w 12193149"/>
              <a:gd name="connsiteY145" fmla="*/ 2151674 h 2344739"/>
              <a:gd name="connsiteX146" fmla="*/ 4318114 w 12193149"/>
              <a:gd name="connsiteY146" fmla="*/ 2158289 h 2344739"/>
              <a:gd name="connsiteX147" fmla="*/ 4316258 w 12193149"/>
              <a:gd name="connsiteY147" fmla="*/ 2156948 h 2344739"/>
              <a:gd name="connsiteX148" fmla="*/ 4296292 w 12193149"/>
              <a:gd name="connsiteY148" fmla="*/ 2155069 h 2344739"/>
              <a:gd name="connsiteX149" fmla="*/ 4291212 w 12193149"/>
              <a:gd name="connsiteY149" fmla="*/ 2157986 h 2344739"/>
              <a:gd name="connsiteX150" fmla="*/ 4277290 w 12193149"/>
              <a:gd name="connsiteY150" fmla="*/ 2157740 h 2344739"/>
              <a:gd name="connsiteX151" fmla="*/ 4249265 w 12193149"/>
              <a:gd name="connsiteY151" fmla="*/ 2160064 h 2344739"/>
              <a:gd name="connsiteX152" fmla="*/ 4203199 w 12193149"/>
              <a:gd name="connsiteY152" fmla="*/ 2157269 h 2344739"/>
              <a:gd name="connsiteX153" fmla="*/ 4202893 w 12193149"/>
              <a:gd name="connsiteY153" fmla="*/ 2156010 h 2344739"/>
              <a:gd name="connsiteX154" fmla="*/ 4192396 w 12193149"/>
              <a:gd name="connsiteY154" fmla="*/ 2150376 h 2344739"/>
              <a:gd name="connsiteX155" fmla="*/ 4143893 w 12193149"/>
              <a:gd name="connsiteY155" fmla="*/ 2134511 h 2344739"/>
              <a:gd name="connsiteX156" fmla="*/ 4084245 w 12193149"/>
              <a:gd name="connsiteY156" fmla="*/ 2107978 h 2344739"/>
              <a:gd name="connsiteX157" fmla="*/ 4075694 w 12193149"/>
              <a:gd name="connsiteY157" fmla="*/ 2107143 h 2344739"/>
              <a:gd name="connsiteX158" fmla="*/ 4075575 w 12193149"/>
              <a:gd name="connsiteY158" fmla="*/ 2106844 h 2344739"/>
              <a:gd name="connsiteX159" fmla="*/ 4066658 w 12193149"/>
              <a:gd name="connsiteY159" fmla="*/ 2105400 h 2344739"/>
              <a:gd name="connsiteX160" fmla="*/ 4060102 w 12193149"/>
              <a:gd name="connsiteY160" fmla="*/ 2105618 h 2344739"/>
              <a:gd name="connsiteX161" fmla="*/ 4043512 w 12193149"/>
              <a:gd name="connsiteY161" fmla="*/ 2103997 h 2344739"/>
              <a:gd name="connsiteX162" fmla="*/ 4038145 w 12193149"/>
              <a:gd name="connsiteY162" fmla="*/ 2101563 h 2344739"/>
              <a:gd name="connsiteX163" fmla="*/ 4036511 w 12193149"/>
              <a:gd name="connsiteY163" fmla="*/ 2097896 h 2344739"/>
              <a:gd name="connsiteX164" fmla="*/ 4034926 w 12193149"/>
              <a:gd name="connsiteY164" fmla="*/ 2098131 h 2344739"/>
              <a:gd name="connsiteX165" fmla="*/ 4005686 w 12193149"/>
              <a:gd name="connsiteY165" fmla="*/ 2085563 h 2344739"/>
              <a:gd name="connsiteX166" fmla="*/ 3937994 w 12193149"/>
              <a:gd name="connsiteY166" fmla="*/ 2068106 h 2344739"/>
              <a:gd name="connsiteX167" fmla="*/ 3898423 w 12193149"/>
              <a:gd name="connsiteY167" fmla="*/ 2062451 h 2344739"/>
              <a:gd name="connsiteX168" fmla="*/ 3790908 w 12193149"/>
              <a:gd name="connsiteY168" fmla="*/ 2042213 h 2344739"/>
              <a:gd name="connsiteX169" fmla="*/ 3683661 w 12193149"/>
              <a:gd name="connsiteY169" fmla="*/ 2018290 h 2344739"/>
              <a:gd name="connsiteX170" fmla="*/ 3611183 w 12193149"/>
              <a:gd name="connsiteY170" fmla="*/ 1986019 h 2344739"/>
              <a:gd name="connsiteX171" fmla="*/ 3605003 w 12193149"/>
              <a:gd name="connsiteY171" fmla="*/ 1987381 h 2344739"/>
              <a:gd name="connsiteX172" fmla="*/ 3595884 w 12193149"/>
              <a:gd name="connsiteY172" fmla="*/ 1987545 h 2344739"/>
              <a:gd name="connsiteX173" fmla="*/ 3595649 w 12193149"/>
              <a:gd name="connsiteY173" fmla="*/ 1987276 h 2344739"/>
              <a:gd name="connsiteX174" fmla="*/ 3587126 w 12193149"/>
              <a:gd name="connsiteY174" fmla="*/ 1987966 h 2344739"/>
              <a:gd name="connsiteX175" fmla="*/ 3537283 w 12193149"/>
              <a:gd name="connsiteY175" fmla="*/ 1978267 h 2344739"/>
              <a:gd name="connsiteX176" fmla="*/ 3474371 w 12193149"/>
              <a:gd name="connsiteY176" fmla="*/ 1974606 h 2344739"/>
              <a:gd name="connsiteX177" fmla="*/ 3401876 w 12193149"/>
              <a:gd name="connsiteY177" fmla="*/ 1962558 h 2344739"/>
              <a:gd name="connsiteX178" fmla="*/ 3365036 w 12193149"/>
              <a:gd name="connsiteY178" fmla="*/ 1979510 h 2344739"/>
              <a:gd name="connsiteX179" fmla="*/ 3345174 w 12193149"/>
              <a:gd name="connsiteY179" fmla="*/ 1981192 h 2344739"/>
              <a:gd name="connsiteX180" fmla="*/ 3342846 w 12193149"/>
              <a:gd name="connsiteY180" fmla="*/ 1980217 h 2344739"/>
              <a:gd name="connsiteX181" fmla="*/ 3263504 w 12193149"/>
              <a:gd name="connsiteY181" fmla="*/ 1986094 h 2344739"/>
              <a:gd name="connsiteX182" fmla="*/ 3143704 w 12193149"/>
              <a:gd name="connsiteY182" fmla="*/ 1993869 h 2344739"/>
              <a:gd name="connsiteX183" fmla="*/ 3031439 w 12193149"/>
              <a:gd name="connsiteY183" fmla="*/ 1996512 h 2344739"/>
              <a:gd name="connsiteX184" fmla="*/ 2782717 w 12193149"/>
              <a:gd name="connsiteY184" fmla="*/ 2018333 h 2344739"/>
              <a:gd name="connsiteX185" fmla="*/ 2647675 w 12193149"/>
              <a:gd name="connsiteY185" fmla="*/ 2028869 h 2344739"/>
              <a:gd name="connsiteX186" fmla="*/ 2569176 w 12193149"/>
              <a:gd name="connsiteY186" fmla="*/ 2002628 h 2344739"/>
              <a:gd name="connsiteX187" fmla="*/ 2444403 w 12193149"/>
              <a:gd name="connsiteY187" fmla="*/ 2016529 h 2344739"/>
              <a:gd name="connsiteX188" fmla="*/ 2316260 w 12193149"/>
              <a:gd name="connsiteY188" fmla="*/ 2024996 h 2344739"/>
              <a:gd name="connsiteX189" fmla="*/ 2209726 w 12193149"/>
              <a:gd name="connsiteY189" fmla="*/ 2019763 h 2344739"/>
              <a:gd name="connsiteX190" fmla="*/ 2095813 w 12193149"/>
              <a:gd name="connsiteY190" fmla="*/ 2003052 h 2344739"/>
              <a:gd name="connsiteX191" fmla="*/ 1998504 w 12193149"/>
              <a:gd name="connsiteY191" fmla="*/ 1995032 h 2344739"/>
              <a:gd name="connsiteX192" fmla="*/ 1929320 w 12193149"/>
              <a:gd name="connsiteY192" fmla="*/ 2016977 h 2344739"/>
              <a:gd name="connsiteX193" fmla="*/ 1922798 w 12193149"/>
              <a:gd name="connsiteY193" fmla="*/ 2012146 h 2344739"/>
              <a:gd name="connsiteX194" fmla="*/ 1874228 w 12193149"/>
              <a:gd name="connsiteY194" fmla="*/ 2013741 h 2344739"/>
              <a:gd name="connsiteX195" fmla="*/ 1787803 w 12193149"/>
              <a:gd name="connsiteY195" fmla="*/ 2041363 h 2344739"/>
              <a:gd name="connsiteX196" fmla="*/ 1739352 w 12193149"/>
              <a:gd name="connsiteY196" fmla="*/ 2036312 h 2344739"/>
              <a:gd name="connsiteX197" fmla="*/ 1676219 w 12193149"/>
              <a:gd name="connsiteY197" fmla="*/ 2019963 h 2344739"/>
              <a:gd name="connsiteX198" fmla="*/ 1609817 w 12193149"/>
              <a:gd name="connsiteY198" fmla="*/ 2013066 h 2344739"/>
              <a:gd name="connsiteX199" fmla="*/ 1497258 w 12193149"/>
              <a:gd name="connsiteY199" fmla="*/ 1987476 h 2344739"/>
              <a:gd name="connsiteX200" fmla="*/ 1151127 w 12193149"/>
              <a:gd name="connsiteY200" fmla="*/ 1938041 h 2344739"/>
              <a:gd name="connsiteX201" fmla="*/ 859417 w 12193149"/>
              <a:gd name="connsiteY201" fmla="*/ 1928608 h 2344739"/>
              <a:gd name="connsiteX202" fmla="*/ 838688 w 12193149"/>
              <a:gd name="connsiteY202" fmla="*/ 1929821 h 2344739"/>
              <a:gd name="connsiteX203" fmla="*/ 817957 w 12193149"/>
              <a:gd name="connsiteY203" fmla="*/ 1927857 h 2344739"/>
              <a:gd name="connsiteX204" fmla="*/ 812654 w 12193149"/>
              <a:gd name="connsiteY204" fmla="*/ 1930751 h 2344739"/>
              <a:gd name="connsiteX205" fmla="*/ 721195 w 12193149"/>
              <a:gd name="connsiteY205" fmla="*/ 1929661 h 2344739"/>
              <a:gd name="connsiteX206" fmla="*/ 720890 w 12193149"/>
              <a:gd name="connsiteY206" fmla="*/ 1928399 h 2344739"/>
              <a:gd name="connsiteX207" fmla="*/ 710023 w 12193149"/>
              <a:gd name="connsiteY207" fmla="*/ 1922722 h 2344739"/>
              <a:gd name="connsiteX208" fmla="*/ 597940 w 12193149"/>
              <a:gd name="connsiteY208" fmla="*/ 1879864 h 2344739"/>
              <a:gd name="connsiteX209" fmla="*/ 579683 w 12193149"/>
              <a:gd name="connsiteY209" fmla="*/ 1877212 h 2344739"/>
              <a:gd name="connsiteX210" fmla="*/ 572865 w 12193149"/>
              <a:gd name="connsiteY210" fmla="*/ 1877401 h 2344739"/>
              <a:gd name="connsiteX211" fmla="*/ 446247 w 12193149"/>
              <a:gd name="connsiteY211" fmla="*/ 1839371 h 2344739"/>
              <a:gd name="connsiteX212" fmla="*/ 405163 w 12193149"/>
              <a:gd name="connsiteY212" fmla="*/ 1833548 h 2344739"/>
              <a:gd name="connsiteX213" fmla="*/ 293583 w 12193149"/>
              <a:gd name="connsiteY213" fmla="*/ 1812852 h 2344739"/>
              <a:gd name="connsiteX214" fmla="*/ 119529 w 12193149"/>
              <a:gd name="connsiteY214" fmla="*/ 1761047 h 2344739"/>
              <a:gd name="connsiteX215" fmla="*/ 16674 w 12193149"/>
              <a:gd name="connsiteY215" fmla="*/ 1758191 h 2344739"/>
              <a:gd name="connsiteX216" fmla="*/ 1150 w 12193149"/>
              <a:gd name="connsiteY216" fmla="*/ 1752722 h 2344739"/>
              <a:gd name="connsiteX217" fmla="*/ 1148 w 12193149"/>
              <a:gd name="connsiteY217" fmla="*/ 222213 h 2344739"/>
              <a:gd name="connsiteX218" fmla="*/ 1148 w 12193149"/>
              <a:gd name="connsiteY218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9 w 12193149"/>
              <a:gd name="connsiteY3" fmla="*/ 579739 h 2344739"/>
              <a:gd name="connsiteX4" fmla="*/ 12185986 w 12193149"/>
              <a:gd name="connsiteY4" fmla="*/ 584189 h 2344739"/>
              <a:gd name="connsiteX5" fmla="*/ 12156363 w 12193149"/>
              <a:gd name="connsiteY5" fmla="*/ 597366 h 2344739"/>
              <a:gd name="connsiteX6" fmla="*/ 12139215 w 12193149"/>
              <a:gd name="connsiteY6" fmla="*/ 623179 h 2344739"/>
              <a:gd name="connsiteX7" fmla="*/ 12126327 w 12193149"/>
              <a:gd name="connsiteY7" fmla="*/ 624690 h 2344739"/>
              <a:gd name="connsiteX8" fmla="*/ 12124007 w 12193149"/>
              <a:gd name="connsiteY8" fmla="*/ 624794 h 2344739"/>
              <a:gd name="connsiteX9" fmla="*/ 12116854 w 12193149"/>
              <a:gd name="connsiteY9" fmla="*/ 628608 h 2344739"/>
              <a:gd name="connsiteX10" fmla="*/ 12099497 w 12193149"/>
              <a:gd name="connsiteY10" fmla="*/ 628139 h 2344739"/>
              <a:gd name="connsiteX11" fmla="*/ 12087073 w 12193149"/>
              <a:gd name="connsiteY11" fmla="*/ 636341 h 2344739"/>
              <a:gd name="connsiteX12" fmla="*/ 12031073 w 12193149"/>
              <a:gd name="connsiteY12" fmla="*/ 680009 h 2344739"/>
              <a:gd name="connsiteX13" fmla="*/ 11995833 w 12193149"/>
              <a:gd name="connsiteY13" fmla="*/ 703458 h 2344739"/>
              <a:gd name="connsiteX14" fmla="*/ 11979717 w 12193149"/>
              <a:gd name="connsiteY14" fmla="*/ 708161 h 2344739"/>
              <a:gd name="connsiteX15" fmla="*/ 11959046 w 12193149"/>
              <a:gd name="connsiteY15" fmla="*/ 717558 h 2344739"/>
              <a:gd name="connsiteX16" fmla="*/ 11920454 w 12193149"/>
              <a:gd name="connsiteY16" fmla="*/ 730883 h 2344739"/>
              <a:gd name="connsiteX17" fmla="*/ 11903656 w 12193149"/>
              <a:gd name="connsiteY17" fmla="*/ 742426 h 2344739"/>
              <a:gd name="connsiteX18" fmla="*/ 11895048 w 12193149"/>
              <a:gd name="connsiteY18" fmla="*/ 744791 h 2344739"/>
              <a:gd name="connsiteX19" fmla="*/ 11891968 w 12193149"/>
              <a:gd name="connsiteY19" fmla="*/ 755729 h 2344739"/>
              <a:gd name="connsiteX20" fmla="*/ 11870776 w 12193149"/>
              <a:gd name="connsiteY20" fmla="*/ 777816 h 2344739"/>
              <a:gd name="connsiteX21" fmla="*/ 11813376 w 12193149"/>
              <a:gd name="connsiteY21" fmla="*/ 797659 h 2344739"/>
              <a:gd name="connsiteX22" fmla="*/ 11590693 w 12193149"/>
              <a:gd name="connsiteY22" fmla="*/ 963777 h 2344739"/>
              <a:gd name="connsiteX23" fmla="*/ 11506817 w 12193149"/>
              <a:gd name="connsiteY23" fmla="*/ 1033623 h 2344739"/>
              <a:gd name="connsiteX24" fmla="*/ 11280332 w 12193149"/>
              <a:gd name="connsiteY24" fmla="*/ 1223571 h 2344739"/>
              <a:gd name="connsiteX25" fmla="*/ 11228309 w 12193149"/>
              <a:gd name="connsiteY25" fmla="*/ 1276236 h 2344739"/>
              <a:gd name="connsiteX26" fmla="*/ 11218087 w 12193149"/>
              <a:gd name="connsiteY26" fmla="*/ 1275961 h 2344739"/>
              <a:gd name="connsiteX27" fmla="*/ 11217184 w 12193149"/>
              <a:gd name="connsiteY27" fmla="*/ 1275018 h 2344739"/>
              <a:gd name="connsiteX28" fmla="*/ 11188885 w 12193149"/>
              <a:gd name="connsiteY28" fmla="*/ 1292383 h 2344739"/>
              <a:gd name="connsiteX29" fmla="*/ 11184501 w 12193149"/>
              <a:gd name="connsiteY29" fmla="*/ 1292525 h 2344739"/>
              <a:gd name="connsiteX30" fmla="*/ 11166854 w 12193149"/>
              <a:gd name="connsiteY30" fmla="*/ 1306612 h 2344739"/>
              <a:gd name="connsiteX31" fmla="*/ 11157311 w 12193149"/>
              <a:gd name="connsiteY31" fmla="*/ 1312414 h 2344739"/>
              <a:gd name="connsiteX32" fmla="*/ 11155496 w 12193149"/>
              <a:gd name="connsiteY32" fmla="*/ 1317097 h 2344739"/>
              <a:gd name="connsiteX33" fmla="*/ 11140961 w 12193149"/>
              <a:gd name="connsiteY33" fmla="*/ 1324115 h 2344739"/>
              <a:gd name="connsiteX34" fmla="*/ 11138961 w 12193149"/>
              <a:gd name="connsiteY34" fmla="*/ 1323772 h 2344739"/>
              <a:gd name="connsiteX35" fmla="*/ 11128208 w 12193149"/>
              <a:gd name="connsiteY35" fmla="*/ 1333832 h 2344739"/>
              <a:gd name="connsiteX36" fmla="*/ 11120691 w 12193149"/>
              <a:gd name="connsiteY36" fmla="*/ 1347424 h 2344739"/>
              <a:gd name="connsiteX37" fmla="*/ 10894683 w 12193149"/>
              <a:gd name="connsiteY37" fmla="*/ 1473399 h 2344739"/>
              <a:gd name="connsiteX38" fmla="*/ 10773300 w 12193149"/>
              <a:gd name="connsiteY38" fmla="*/ 1523191 h 2344739"/>
              <a:gd name="connsiteX39" fmla="*/ 10627668 w 12193149"/>
              <a:gd name="connsiteY39" fmla="*/ 1559229 h 2344739"/>
              <a:gd name="connsiteX40" fmla="*/ 10581895 w 12193149"/>
              <a:gd name="connsiteY40" fmla="*/ 1568689 h 2344739"/>
              <a:gd name="connsiteX41" fmla="*/ 10547790 w 12193149"/>
              <a:gd name="connsiteY41" fmla="*/ 1598423 h 2344739"/>
              <a:gd name="connsiteX42" fmla="*/ 10529643 w 12193149"/>
              <a:gd name="connsiteY42" fmla="*/ 1596907 h 2344739"/>
              <a:gd name="connsiteX43" fmla="*/ 10526446 w 12193149"/>
              <a:gd name="connsiteY43" fmla="*/ 1596411 h 2344739"/>
              <a:gd name="connsiteX44" fmla="*/ 10515129 w 12193149"/>
              <a:gd name="connsiteY44" fmla="*/ 1599537 h 2344739"/>
              <a:gd name="connsiteX45" fmla="*/ 10491735 w 12193149"/>
              <a:gd name="connsiteY45" fmla="*/ 1594156 h 2344739"/>
              <a:gd name="connsiteX46" fmla="*/ 10471418 w 12193149"/>
              <a:gd name="connsiteY46" fmla="*/ 1601693 h 2344739"/>
              <a:gd name="connsiteX47" fmla="*/ 10377042 w 12193149"/>
              <a:gd name="connsiteY47" fmla="*/ 1644598 h 2344739"/>
              <a:gd name="connsiteX48" fmla="*/ 10319338 w 12193149"/>
              <a:gd name="connsiteY48" fmla="*/ 1666221 h 2344739"/>
              <a:gd name="connsiteX49" fmla="*/ 10295467 w 12193149"/>
              <a:gd name="connsiteY49" fmla="*/ 1668079 h 2344739"/>
              <a:gd name="connsiteX50" fmla="*/ 10263443 w 12193149"/>
              <a:gd name="connsiteY50" fmla="*/ 1674948 h 2344739"/>
              <a:gd name="connsiteX51" fmla="*/ 10205418 w 12193149"/>
              <a:gd name="connsiteY51" fmla="*/ 1682149 h 2344739"/>
              <a:gd name="connsiteX52" fmla="*/ 10177759 w 12193149"/>
              <a:gd name="connsiteY52" fmla="*/ 1692943 h 2344739"/>
              <a:gd name="connsiteX53" fmla="*/ 10165070 w 12193149"/>
              <a:gd name="connsiteY53" fmla="*/ 1693739 h 2344739"/>
              <a:gd name="connsiteX54" fmla="*/ 10156308 w 12193149"/>
              <a:gd name="connsiteY54" fmla="*/ 1707487 h 2344739"/>
              <a:gd name="connsiteX55" fmla="*/ 10118267 w 12193149"/>
              <a:gd name="connsiteY55" fmla="*/ 1731142 h 2344739"/>
              <a:gd name="connsiteX56" fmla="*/ 10083317 w 12193149"/>
              <a:gd name="connsiteY56" fmla="*/ 1743296 h 2344739"/>
              <a:gd name="connsiteX57" fmla="*/ 10040388 w 12193149"/>
              <a:gd name="connsiteY57" fmla="*/ 1741632 h 2344739"/>
              <a:gd name="connsiteX58" fmla="*/ 9961167 w 12193149"/>
              <a:gd name="connsiteY58" fmla="*/ 1757147 h 2344739"/>
              <a:gd name="connsiteX59" fmla="*/ 9848940 w 12193149"/>
              <a:gd name="connsiteY59" fmla="*/ 1763915 h 2344739"/>
              <a:gd name="connsiteX60" fmla="*/ 9729457 w 12193149"/>
              <a:gd name="connsiteY60" fmla="*/ 1784122 h 2344739"/>
              <a:gd name="connsiteX61" fmla="*/ 9613704 w 12193149"/>
              <a:gd name="connsiteY61" fmla="*/ 1812371 h 2344739"/>
              <a:gd name="connsiteX62" fmla="*/ 9338590 w 12193149"/>
              <a:gd name="connsiteY62" fmla="*/ 1869293 h 2344739"/>
              <a:gd name="connsiteX63" fmla="*/ 9232518 w 12193149"/>
              <a:gd name="connsiteY63" fmla="*/ 1893149 h 2344739"/>
              <a:gd name="connsiteX64" fmla="*/ 9156690 w 12193149"/>
              <a:gd name="connsiteY64" fmla="*/ 1903228 h 2344739"/>
              <a:gd name="connsiteX65" fmla="*/ 9054601 w 12193149"/>
              <a:gd name="connsiteY65" fmla="*/ 1910755 h 2344739"/>
              <a:gd name="connsiteX66" fmla="*/ 9006634 w 12193149"/>
              <a:gd name="connsiteY66" fmla="*/ 1914040 h 2344739"/>
              <a:gd name="connsiteX67" fmla="*/ 9006349 w 12193149"/>
              <a:gd name="connsiteY67" fmla="*/ 1913800 h 2344739"/>
              <a:gd name="connsiteX68" fmla="*/ 8997380 w 12193149"/>
              <a:gd name="connsiteY68" fmla="*/ 1915011 h 2344739"/>
              <a:gd name="connsiteX69" fmla="*/ 8991542 w 12193149"/>
              <a:gd name="connsiteY69" fmla="*/ 1917072 h 2344739"/>
              <a:gd name="connsiteX70" fmla="*/ 8975485 w 12193149"/>
              <a:gd name="connsiteY70" fmla="*/ 1920298 h 2344739"/>
              <a:gd name="connsiteX71" fmla="*/ 8969159 w 12193149"/>
              <a:gd name="connsiteY71" fmla="*/ 1919598 h 2344739"/>
              <a:gd name="connsiteX72" fmla="*/ 8964196 w 12193149"/>
              <a:gd name="connsiteY72" fmla="*/ 1917373 h 2344739"/>
              <a:gd name="connsiteX73" fmla="*/ 8930136 w 12193149"/>
              <a:gd name="connsiteY73" fmla="*/ 1914185 h 2344739"/>
              <a:gd name="connsiteX74" fmla="*/ 8753592 w 12193149"/>
              <a:gd name="connsiteY74" fmla="*/ 1933417 h 2344739"/>
              <a:gd name="connsiteX75" fmla="*/ 8708995 w 12193149"/>
              <a:gd name="connsiteY75" fmla="*/ 1935518 h 2344739"/>
              <a:gd name="connsiteX76" fmla="*/ 8597219 w 12193149"/>
              <a:gd name="connsiteY76" fmla="*/ 1944090 h 2344739"/>
              <a:gd name="connsiteX77" fmla="*/ 8526378 w 12193149"/>
              <a:gd name="connsiteY77" fmla="*/ 1929248 h 2344739"/>
              <a:gd name="connsiteX78" fmla="*/ 8512131 w 12193149"/>
              <a:gd name="connsiteY78" fmla="*/ 1935163 h 2344739"/>
              <a:gd name="connsiteX79" fmla="*/ 8507315 w 12193149"/>
              <a:gd name="connsiteY79" fmla="*/ 1938164 h 2344739"/>
              <a:gd name="connsiteX80" fmla="*/ 8499116 w 12193149"/>
              <a:gd name="connsiteY80" fmla="*/ 1940902 h 2344739"/>
              <a:gd name="connsiteX81" fmla="*/ 8498742 w 12193149"/>
              <a:gd name="connsiteY81" fmla="*/ 1940723 h 2344739"/>
              <a:gd name="connsiteX82" fmla="*/ 8491397 w 12193149"/>
              <a:gd name="connsiteY82" fmla="*/ 1943773 h 2344739"/>
              <a:gd name="connsiteX83" fmla="*/ 8368330 w 12193149"/>
              <a:gd name="connsiteY83" fmla="*/ 1957815 h 2344739"/>
              <a:gd name="connsiteX84" fmla="*/ 8354947 w 12193149"/>
              <a:gd name="connsiteY84" fmla="*/ 1958009 h 2344739"/>
              <a:gd name="connsiteX85" fmla="*/ 8321252 w 12193149"/>
              <a:gd name="connsiteY85" fmla="*/ 1974587 h 2344739"/>
              <a:gd name="connsiteX86" fmla="*/ 8315581 w 12193149"/>
              <a:gd name="connsiteY86" fmla="*/ 1974913 h 2344739"/>
              <a:gd name="connsiteX87" fmla="*/ 8296322 w 12193149"/>
              <a:gd name="connsiteY87" fmla="*/ 1988808 h 2344739"/>
              <a:gd name="connsiteX88" fmla="*/ 8285424 w 12193149"/>
              <a:gd name="connsiteY88" fmla="*/ 1994631 h 2344739"/>
              <a:gd name="connsiteX89" fmla="*/ 8284298 w 12193149"/>
              <a:gd name="connsiteY89" fmla="*/ 1999074 h 2344739"/>
              <a:gd name="connsiteX90" fmla="*/ 8267224 w 12193149"/>
              <a:gd name="connsiteY90" fmla="*/ 2006249 h 2344739"/>
              <a:gd name="connsiteX91" fmla="*/ 8264525 w 12193149"/>
              <a:gd name="connsiteY91" fmla="*/ 2006019 h 2344739"/>
              <a:gd name="connsiteX92" fmla="*/ 8253181 w 12193149"/>
              <a:gd name="connsiteY92" fmla="*/ 2015862 h 2344739"/>
              <a:gd name="connsiteX93" fmla="*/ 8246982 w 12193149"/>
              <a:gd name="connsiteY93" fmla="*/ 2028854 h 2344739"/>
              <a:gd name="connsiteX94" fmla="*/ 8091420 w 12193149"/>
              <a:gd name="connsiteY94" fmla="*/ 2075015 h 2344739"/>
              <a:gd name="connsiteX95" fmla="*/ 7906555 w 12193149"/>
              <a:gd name="connsiteY95" fmla="*/ 2116988 h 2344739"/>
              <a:gd name="connsiteX96" fmla="*/ 7719893 w 12193149"/>
              <a:gd name="connsiteY96" fmla="*/ 2142703 h 2344739"/>
              <a:gd name="connsiteX97" fmla="*/ 7615495 w 12193149"/>
              <a:gd name="connsiteY97" fmla="*/ 2139232 h 2344739"/>
              <a:gd name="connsiteX98" fmla="*/ 7528691 w 12193149"/>
              <a:gd name="connsiteY98" fmla="*/ 2145060 h 2344739"/>
              <a:gd name="connsiteX99" fmla="*/ 7520719 w 12193149"/>
              <a:gd name="connsiteY99" fmla="*/ 2147613 h 2344739"/>
              <a:gd name="connsiteX100" fmla="*/ 7508559 w 12193149"/>
              <a:gd name="connsiteY100" fmla="*/ 2148948 h 2344739"/>
              <a:gd name="connsiteX101" fmla="*/ 7508188 w 12193149"/>
              <a:gd name="connsiteY101" fmla="*/ 2148621 h 2344739"/>
              <a:gd name="connsiteX102" fmla="*/ 7496943 w 12193149"/>
              <a:gd name="connsiteY102" fmla="*/ 2150573 h 2344739"/>
              <a:gd name="connsiteX103" fmla="*/ 7219707 w 12193149"/>
              <a:gd name="connsiteY103" fmla="*/ 2156680 h 2344739"/>
              <a:gd name="connsiteX104" fmla="*/ 7202249 w 12193149"/>
              <a:gd name="connsiteY104" fmla="*/ 2161230 h 2344739"/>
              <a:gd name="connsiteX105" fmla="*/ 7198152 w 12193149"/>
              <a:gd name="connsiteY105" fmla="*/ 2166588 h 2344739"/>
              <a:gd name="connsiteX106" fmla="*/ 7171956 w 12193149"/>
              <a:gd name="connsiteY106" fmla="*/ 2171236 h 2344739"/>
              <a:gd name="connsiteX107" fmla="*/ 7098136 w 12193149"/>
              <a:gd name="connsiteY107" fmla="*/ 2183464 h 2344739"/>
              <a:gd name="connsiteX108" fmla="*/ 7019644 w 12193149"/>
              <a:gd name="connsiteY108" fmla="*/ 2183090 h 2344739"/>
              <a:gd name="connsiteX109" fmla="*/ 6905294 w 12193149"/>
              <a:gd name="connsiteY109" fmla="*/ 2212596 h 2344739"/>
              <a:gd name="connsiteX110" fmla="*/ 6709370 w 12193149"/>
              <a:gd name="connsiteY110" fmla="*/ 2240551 h 2344739"/>
              <a:gd name="connsiteX111" fmla="*/ 6550602 w 12193149"/>
              <a:gd name="connsiteY111" fmla="*/ 2269327 h 2344739"/>
              <a:gd name="connsiteX112" fmla="*/ 6318708 w 12193149"/>
              <a:gd name="connsiteY112" fmla="*/ 2316127 h 2344739"/>
              <a:gd name="connsiteX113" fmla="*/ 6169822 w 12193149"/>
              <a:gd name="connsiteY113" fmla="*/ 2318214 h 2344739"/>
              <a:gd name="connsiteX114" fmla="*/ 6074996 w 12193149"/>
              <a:gd name="connsiteY114" fmla="*/ 2338676 h 2344739"/>
              <a:gd name="connsiteX115" fmla="*/ 6069677 w 12193149"/>
              <a:gd name="connsiteY115" fmla="*/ 2337139 h 2344739"/>
              <a:gd name="connsiteX116" fmla="*/ 6049786 w 12193149"/>
              <a:gd name="connsiteY116" fmla="*/ 2337822 h 2344739"/>
              <a:gd name="connsiteX117" fmla="*/ 6042433 w 12193149"/>
              <a:gd name="connsiteY117" fmla="*/ 2329473 h 2344739"/>
              <a:gd name="connsiteX118" fmla="*/ 6011238 w 12193149"/>
              <a:gd name="connsiteY118" fmla="*/ 2324380 h 2344739"/>
              <a:gd name="connsiteX119" fmla="*/ 5958523 w 12193149"/>
              <a:gd name="connsiteY119" fmla="*/ 2328024 h 2344739"/>
              <a:gd name="connsiteX120" fmla="*/ 5760067 w 12193149"/>
              <a:gd name="connsiteY120" fmla="*/ 2343716 h 2344739"/>
              <a:gd name="connsiteX121" fmla="*/ 5628108 w 12193149"/>
              <a:gd name="connsiteY121" fmla="*/ 2344739 h 2344739"/>
              <a:gd name="connsiteX122" fmla="*/ 5472054 w 12193149"/>
              <a:gd name="connsiteY122" fmla="*/ 2330719 h 2344739"/>
              <a:gd name="connsiteX123" fmla="*/ 5433909 w 12193149"/>
              <a:gd name="connsiteY123" fmla="*/ 2319466 h 2344739"/>
              <a:gd name="connsiteX124" fmla="*/ 5382817 w 12193149"/>
              <a:gd name="connsiteY124" fmla="*/ 2301764 h 2344739"/>
              <a:gd name="connsiteX125" fmla="*/ 5262912 w 12193149"/>
              <a:gd name="connsiteY125" fmla="*/ 2281347 h 2344739"/>
              <a:gd name="connsiteX126" fmla="*/ 5224109 w 12193149"/>
              <a:gd name="connsiteY126" fmla="*/ 2270223 h 2344739"/>
              <a:gd name="connsiteX127" fmla="*/ 5175808 w 12193149"/>
              <a:gd name="connsiteY127" fmla="*/ 2267233 h 2344739"/>
              <a:gd name="connsiteX128" fmla="*/ 5157702 w 12193149"/>
              <a:gd name="connsiteY128" fmla="*/ 2260010 h 2344739"/>
              <a:gd name="connsiteX129" fmla="*/ 5143747 w 12193149"/>
              <a:gd name="connsiteY129" fmla="*/ 2256610 h 2344739"/>
              <a:gd name="connsiteX130" fmla="*/ 5140744 w 12193149"/>
              <a:gd name="connsiteY130" fmla="*/ 2254509 h 2344739"/>
              <a:gd name="connsiteX131" fmla="*/ 5122807 w 12193149"/>
              <a:gd name="connsiteY131" fmla="*/ 2243656 h 2344739"/>
              <a:gd name="connsiteX132" fmla="*/ 5066938 w 12193149"/>
              <a:gd name="connsiteY132" fmla="*/ 2250227 h 2344739"/>
              <a:gd name="connsiteX133" fmla="*/ 5012662 w 12193149"/>
              <a:gd name="connsiteY133" fmla="*/ 2233846 h 2344739"/>
              <a:gd name="connsiteX134" fmla="*/ 4841589 w 12193149"/>
              <a:gd name="connsiteY134" fmla="*/ 2209829 h 2344739"/>
              <a:gd name="connsiteX135" fmla="*/ 4763595 w 12193149"/>
              <a:gd name="connsiteY135" fmla="*/ 2182061 h 2344739"/>
              <a:gd name="connsiteX136" fmla="*/ 4724334 w 12193149"/>
              <a:gd name="connsiteY136" fmla="*/ 2173047 h 2344739"/>
              <a:gd name="connsiteX137" fmla="*/ 4722324 w 12193149"/>
              <a:gd name="connsiteY137" fmla="*/ 2172298 h 2344739"/>
              <a:gd name="connsiteX138" fmla="*/ 4723259 w 12193149"/>
              <a:gd name="connsiteY138" fmla="*/ 2172087 h 2344739"/>
              <a:gd name="connsiteX139" fmla="*/ 4718350 w 12193149"/>
              <a:gd name="connsiteY139" fmla="*/ 2170817 h 2344739"/>
              <a:gd name="connsiteX140" fmla="*/ 4722324 w 12193149"/>
              <a:gd name="connsiteY140" fmla="*/ 2172298 h 2344739"/>
              <a:gd name="connsiteX141" fmla="*/ 4716674 w 12193149"/>
              <a:gd name="connsiteY141" fmla="*/ 2173573 h 2344739"/>
              <a:gd name="connsiteX142" fmla="*/ 4516962 w 12193149"/>
              <a:gd name="connsiteY142" fmla="*/ 2163671 h 2344739"/>
              <a:gd name="connsiteX143" fmla="*/ 4429691 w 12193149"/>
              <a:gd name="connsiteY143" fmla="*/ 2153020 h 2344739"/>
              <a:gd name="connsiteX144" fmla="*/ 4364023 w 12193149"/>
              <a:gd name="connsiteY144" fmla="*/ 2151674 h 2344739"/>
              <a:gd name="connsiteX145" fmla="*/ 4318114 w 12193149"/>
              <a:gd name="connsiteY145" fmla="*/ 2158289 h 2344739"/>
              <a:gd name="connsiteX146" fmla="*/ 4316258 w 12193149"/>
              <a:gd name="connsiteY146" fmla="*/ 2156948 h 2344739"/>
              <a:gd name="connsiteX147" fmla="*/ 4296292 w 12193149"/>
              <a:gd name="connsiteY147" fmla="*/ 2155069 h 2344739"/>
              <a:gd name="connsiteX148" fmla="*/ 4291212 w 12193149"/>
              <a:gd name="connsiteY148" fmla="*/ 2157986 h 2344739"/>
              <a:gd name="connsiteX149" fmla="*/ 4277290 w 12193149"/>
              <a:gd name="connsiteY149" fmla="*/ 2157740 h 2344739"/>
              <a:gd name="connsiteX150" fmla="*/ 4249265 w 12193149"/>
              <a:gd name="connsiteY150" fmla="*/ 2160064 h 2344739"/>
              <a:gd name="connsiteX151" fmla="*/ 4203199 w 12193149"/>
              <a:gd name="connsiteY151" fmla="*/ 2157269 h 2344739"/>
              <a:gd name="connsiteX152" fmla="*/ 4202893 w 12193149"/>
              <a:gd name="connsiteY152" fmla="*/ 2156010 h 2344739"/>
              <a:gd name="connsiteX153" fmla="*/ 4192396 w 12193149"/>
              <a:gd name="connsiteY153" fmla="*/ 2150376 h 2344739"/>
              <a:gd name="connsiteX154" fmla="*/ 4143893 w 12193149"/>
              <a:gd name="connsiteY154" fmla="*/ 2134511 h 2344739"/>
              <a:gd name="connsiteX155" fmla="*/ 4084245 w 12193149"/>
              <a:gd name="connsiteY155" fmla="*/ 2107978 h 2344739"/>
              <a:gd name="connsiteX156" fmla="*/ 4075694 w 12193149"/>
              <a:gd name="connsiteY156" fmla="*/ 2107143 h 2344739"/>
              <a:gd name="connsiteX157" fmla="*/ 4075575 w 12193149"/>
              <a:gd name="connsiteY157" fmla="*/ 2106844 h 2344739"/>
              <a:gd name="connsiteX158" fmla="*/ 4066658 w 12193149"/>
              <a:gd name="connsiteY158" fmla="*/ 2105400 h 2344739"/>
              <a:gd name="connsiteX159" fmla="*/ 4060102 w 12193149"/>
              <a:gd name="connsiteY159" fmla="*/ 2105618 h 2344739"/>
              <a:gd name="connsiteX160" fmla="*/ 4043512 w 12193149"/>
              <a:gd name="connsiteY160" fmla="*/ 2103997 h 2344739"/>
              <a:gd name="connsiteX161" fmla="*/ 4038145 w 12193149"/>
              <a:gd name="connsiteY161" fmla="*/ 2101563 h 2344739"/>
              <a:gd name="connsiteX162" fmla="*/ 4036511 w 12193149"/>
              <a:gd name="connsiteY162" fmla="*/ 2097896 h 2344739"/>
              <a:gd name="connsiteX163" fmla="*/ 4034926 w 12193149"/>
              <a:gd name="connsiteY163" fmla="*/ 2098131 h 2344739"/>
              <a:gd name="connsiteX164" fmla="*/ 4005686 w 12193149"/>
              <a:gd name="connsiteY164" fmla="*/ 2085563 h 2344739"/>
              <a:gd name="connsiteX165" fmla="*/ 3937994 w 12193149"/>
              <a:gd name="connsiteY165" fmla="*/ 2068106 h 2344739"/>
              <a:gd name="connsiteX166" fmla="*/ 3898423 w 12193149"/>
              <a:gd name="connsiteY166" fmla="*/ 2062451 h 2344739"/>
              <a:gd name="connsiteX167" fmla="*/ 3790908 w 12193149"/>
              <a:gd name="connsiteY167" fmla="*/ 2042213 h 2344739"/>
              <a:gd name="connsiteX168" fmla="*/ 3683661 w 12193149"/>
              <a:gd name="connsiteY168" fmla="*/ 2018290 h 2344739"/>
              <a:gd name="connsiteX169" fmla="*/ 3611183 w 12193149"/>
              <a:gd name="connsiteY169" fmla="*/ 1986019 h 2344739"/>
              <a:gd name="connsiteX170" fmla="*/ 3605003 w 12193149"/>
              <a:gd name="connsiteY170" fmla="*/ 1987381 h 2344739"/>
              <a:gd name="connsiteX171" fmla="*/ 3595884 w 12193149"/>
              <a:gd name="connsiteY171" fmla="*/ 1987545 h 2344739"/>
              <a:gd name="connsiteX172" fmla="*/ 3595649 w 12193149"/>
              <a:gd name="connsiteY172" fmla="*/ 1987276 h 2344739"/>
              <a:gd name="connsiteX173" fmla="*/ 3587126 w 12193149"/>
              <a:gd name="connsiteY173" fmla="*/ 1987966 h 2344739"/>
              <a:gd name="connsiteX174" fmla="*/ 3537283 w 12193149"/>
              <a:gd name="connsiteY174" fmla="*/ 1978267 h 2344739"/>
              <a:gd name="connsiteX175" fmla="*/ 3474371 w 12193149"/>
              <a:gd name="connsiteY175" fmla="*/ 1974606 h 2344739"/>
              <a:gd name="connsiteX176" fmla="*/ 3401876 w 12193149"/>
              <a:gd name="connsiteY176" fmla="*/ 1962558 h 2344739"/>
              <a:gd name="connsiteX177" fmla="*/ 3365036 w 12193149"/>
              <a:gd name="connsiteY177" fmla="*/ 1979510 h 2344739"/>
              <a:gd name="connsiteX178" fmla="*/ 3345174 w 12193149"/>
              <a:gd name="connsiteY178" fmla="*/ 1981192 h 2344739"/>
              <a:gd name="connsiteX179" fmla="*/ 3342846 w 12193149"/>
              <a:gd name="connsiteY179" fmla="*/ 1980217 h 2344739"/>
              <a:gd name="connsiteX180" fmla="*/ 3263504 w 12193149"/>
              <a:gd name="connsiteY180" fmla="*/ 1986094 h 2344739"/>
              <a:gd name="connsiteX181" fmla="*/ 3143704 w 12193149"/>
              <a:gd name="connsiteY181" fmla="*/ 1993869 h 2344739"/>
              <a:gd name="connsiteX182" fmla="*/ 3031439 w 12193149"/>
              <a:gd name="connsiteY182" fmla="*/ 1996512 h 2344739"/>
              <a:gd name="connsiteX183" fmla="*/ 2782717 w 12193149"/>
              <a:gd name="connsiteY183" fmla="*/ 2018333 h 2344739"/>
              <a:gd name="connsiteX184" fmla="*/ 2647675 w 12193149"/>
              <a:gd name="connsiteY184" fmla="*/ 2028869 h 2344739"/>
              <a:gd name="connsiteX185" fmla="*/ 2569176 w 12193149"/>
              <a:gd name="connsiteY185" fmla="*/ 2002628 h 2344739"/>
              <a:gd name="connsiteX186" fmla="*/ 2444403 w 12193149"/>
              <a:gd name="connsiteY186" fmla="*/ 2016529 h 2344739"/>
              <a:gd name="connsiteX187" fmla="*/ 2316260 w 12193149"/>
              <a:gd name="connsiteY187" fmla="*/ 2024996 h 2344739"/>
              <a:gd name="connsiteX188" fmla="*/ 2209726 w 12193149"/>
              <a:gd name="connsiteY188" fmla="*/ 2019763 h 2344739"/>
              <a:gd name="connsiteX189" fmla="*/ 2095813 w 12193149"/>
              <a:gd name="connsiteY189" fmla="*/ 2003052 h 2344739"/>
              <a:gd name="connsiteX190" fmla="*/ 1998504 w 12193149"/>
              <a:gd name="connsiteY190" fmla="*/ 1995032 h 2344739"/>
              <a:gd name="connsiteX191" fmla="*/ 1929320 w 12193149"/>
              <a:gd name="connsiteY191" fmla="*/ 2016977 h 2344739"/>
              <a:gd name="connsiteX192" fmla="*/ 1922798 w 12193149"/>
              <a:gd name="connsiteY192" fmla="*/ 2012146 h 2344739"/>
              <a:gd name="connsiteX193" fmla="*/ 1874228 w 12193149"/>
              <a:gd name="connsiteY193" fmla="*/ 2013741 h 2344739"/>
              <a:gd name="connsiteX194" fmla="*/ 1787803 w 12193149"/>
              <a:gd name="connsiteY194" fmla="*/ 2041363 h 2344739"/>
              <a:gd name="connsiteX195" fmla="*/ 1739352 w 12193149"/>
              <a:gd name="connsiteY195" fmla="*/ 2036312 h 2344739"/>
              <a:gd name="connsiteX196" fmla="*/ 1676219 w 12193149"/>
              <a:gd name="connsiteY196" fmla="*/ 2019963 h 2344739"/>
              <a:gd name="connsiteX197" fmla="*/ 1609817 w 12193149"/>
              <a:gd name="connsiteY197" fmla="*/ 2013066 h 2344739"/>
              <a:gd name="connsiteX198" fmla="*/ 1497258 w 12193149"/>
              <a:gd name="connsiteY198" fmla="*/ 1987476 h 2344739"/>
              <a:gd name="connsiteX199" fmla="*/ 1151127 w 12193149"/>
              <a:gd name="connsiteY199" fmla="*/ 1938041 h 2344739"/>
              <a:gd name="connsiteX200" fmla="*/ 859417 w 12193149"/>
              <a:gd name="connsiteY200" fmla="*/ 1928608 h 2344739"/>
              <a:gd name="connsiteX201" fmla="*/ 838688 w 12193149"/>
              <a:gd name="connsiteY201" fmla="*/ 1929821 h 2344739"/>
              <a:gd name="connsiteX202" fmla="*/ 817957 w 12193149"/>
              <a:gd name="connsiteY202" fmla="*/ 1927857 h 2344739"/>
              <a:gd name="connsiteX203" fmla="*/ 812654 w 12193149"/>
              <a:gd name="connsiteY203" fmla="*/ 1930751 h 2344739"/>
              <a:gd name="connsiteX204" fmla="*/ 721195 w 12193149"/>
              <a:gd name="connsiteY204" fmla="*/ 1929661 h 2344739"/>
              <a:gd name="connsiteX205" fmla="*/ 720890 w 12193149"/>
              <a:gd name="connsiteY205" fmla="*/ 1928399 h 2344739"/>
              <a:gd name="connsiteX206" fmla="*/ 710023 w 12193149"/>
              <a:gd name="connsiteY206" fmla="*/ 1922722 h 2344739"/>
              <a:gd name="connsiteX207" fmla="*/ 597940 w 12193149"/>
              <a:gd name="connsiteY207" fmla="*/ 1879864 h 2344739"/>
              <a:gd name="connsiteX208" fmla="*/ 579683 w 12193149"/>
              <a:gd name="connsiteY208" fmla="*/ 1877212 h 2344739"/>
              <a:gd name="connsiteX209" fmla="*/ 572865 w 12193149"/>
              <a:gd name="connsiteY209" fmla="*/ 1877401 h 2344739"/>
              <a:gd name="connsiteX210" fmla="*/ 446247 w 12193149"/>
              <a:gd name="connsiteY210" fmla="*/ 1839371 h 2344739"/>
              <a:gd name="connsiteX211" fmla="*/ 405163 w 12193149"/>
              <a:gd name="connsiteY211" fmla="*/ 1833548 h 2344739"/>
              <a:gd name="connsiteX212" fmla="*/ 293583 w 12193149"/>
              <a:gd name="connsiteY212" fmla="*/ 1812852 h 2344739"/>
              <a:gd name="connsiteX213" fmla="*/ 119529 w 12193149"/>
              <a:gd name="connsiteY213" fmla="*/ 1761047 h 2344739"/>
              <a:gd name="connsiteX214" fmla="*/ 16674 w 12193149"/>
              <a:gd name="connsiteY214" fmla="*/ 1758191 h 2344739"/>
              <a:gd name="connsiteX215" fmla="*/ 1150 w 12193149"/>
              <a:gd name="connsiteY215" fmla="*/ 1752722 h 2344739"/>
              <a:gd name="connsiteX216" fmla="*/ 1148 w 12193149"/>
              <a:gd name="connsiteY216" fmla="*/ 222213 h 2344739"/>
              <a:gd name="connsiteX217" fmla="*/ 1148 w 12193149"/>
              <a:gd name="connsiteY217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9 w 12193149"/>
              <a:gd name="connsiteY2" fmla="*/ 579739 h 2344739"/>
              <a:gd name="connsiteX3" fmla="*/ 12185986 w 12193149"/>
              <a:gd name="connsiteY3" fmla="*/ 584189 h 2344739"/>
              <a:gd name="connsiteX4" fmla="*/ 12156363 w 12193149"/>
              <a:gd name="connsiteY4" fmla="*/ 597366 h 2344739"/>
              <a:gd name="connsiteX5" fmla="*/ 12139215 w 12193149"/>
              <a:gd name="connsiteY5" fmla="*/ 623179 h 2344739"/>
              <a:gd name="connsiteX6" fmla="*/ 12126327 w 12193149"/>
              <a:gd name="connsiteY6" fmla="*/ 624690 h 2344739"/>
              <a:gd name="connsiteX7" fmla="*/ 12124007 w 12193149"/>
              <a:gd name="connsiteY7" fmla="*/ 624794 h 2344739"/>
              <a:gd name="connsiteX8" fmla="*/ 12116854 w 12193149"/>
              <a:gd name="connsiteY8" fmla="*/ 628608 h 2344739"/>
              <a:gd name="connsiteX9" fmla="*/ 12099497 w 12193149"/>
              <a:gd name="connsiteY9" fmla="*/ 628139 h 2344739"/>
              <a:gd name="connsiteX10" fmla="*/ 12087073 w 12193149"/>
              <a:gd name="connsiteY10" fmla="*/ 636341 h 2344739"/>
              <a:gd name="connsiteX11" fmla="*/ 12031073 w 12193149"/>
              <a:gd name="connsiteY11" fmla="*/ 680009 h 2344739"/>
              <a:gd name="connsiteX12" fmla="*/ 11995833 w 12193149"/>
              <a:gd name="connsiteY12" fmla="*/ 703458 h 2344739"/>
              <a:gd name="connsiteX13" fmla="*/ 11979717 w 12193149"/>
              <a:gd name="connsiteY13" fmla="*/ 708161 h 2344739"/>
              <a:gd name="connsiteX14" fmla="*/ 11959046 w 12193149"/>
              <a:gd name="connsiteY14" fmla="*/ 717558 h 2344739"/>
              <a:gd name="connsiteX15" fmla="*/ 11920454 w 12193149"/>
              <a:gd name="connsiteY15" fmla="*/ 730883 h 2344739"/>
              <a:gd name="connsiteX16" fmla="*/ 11903656 w 12193149"/>
              <a:gd name="connsiteY16" fmla="*/ 742426 h 2344739"/>
              <a:gd name="connsiteX17" fmla="*/ 11895048 w 12193149"/>
              <a:gd name="connsiteY17" fmla="*/ 744791 h 2344739"/>
              <a:gd name="connsiteX18" fmla="*/ 11891968 w 12193149"/>
              <a:gd name="connsiteY18" fmla="*/ 755729 h 2344739"/>
              <a:gd name="connsiteX19" fmla="*/ 11870776 w 12193149"/>
              <a:gd name="connsiteY19" fmla="*/ 777816 h 2344739"/>
              <a:gd name="connsiteX20" fmla="*/ 11813376 w 12193149"/>
              <a:gd name="connsiteY20" fmla="*/ 797659 h 2344739"/>
              <a:gd name="connsiteX21" fmla="*/ 11590693 w 12193149"/>
              <a:gd name="connsiteY21" fmla="*/ 963777 h 2344739"/>
              <a:gd name="connsiteX22" fmla="*/ 11506817 w 12193149"/>
              <a:gd name="connsiteY22" fmla="*/ 1033623 h 2344739"/>
              <a:gd name="connsiteX23" fmla="*/ 11280332 w 12193149"/>
              <a:gd name="connsiteY23" fmla="*/ 1223571 h 2344739"/>
              <a:gd name="connsiteX24" fmla="*/ 11228309 w 12193149"/>
              <a:gd name="connsiteY24" fmla="*/ 1276236 h 2344739"/>
              <a:gd name="connsiteX25" fmla="*/ 11218087 w 12193149"/>
              <a:gd name="connsiteY25" fmla="*/ 1275961 h 2344739"/>
              <a:gd name="connsiteX26" fmla="*/ 11217184 w 12193149"/>
              <a:gd name="connsiteY26" fmla="*/ 1275018 h 2344739"/>
              <a:gd name="connsiteX27" fmla="*/ 11188885 w 12193149"/>
              <a:gd name="connsiteY27" fmla="*/ 1292383 h 2344739"/>
              <a:gd name="connsiteX28" fmla="*/ 11184501 w 12193149"/>
              <a:gd name="connsiteY28" fmla="*/ 1292525 h 2344739"/>
              <a:gd name="connsiteX29" fmla="*/ 11166854 w 12193149"/>
              <a:gd name="connsiteY29" fmla="*/ 1306612 h 2344739"/>
              <a:gd name="connsiteX30" fmla="*/ 11157311 w 12193149"/>
              <a:gd name="connsiteY30" fmla="*/ 1312414 h 2344739"/>
              <a:gd name="connsiteX31" fmla="*/ 11155496 w 12193149"/>
              <a:gd name="connsiteY31" fmla="*/ 1317097 h 2344739"/>
              <a:gd name="connsiteX32" fmla="*/ 11140961 w 12193149"/>
              <a:gd name="connsiteY32" fmla="*/ 1324115 h 2344739"/>
              <a:gd name="connsiteX33" fmla="*/ 11138961 w 12193149"/>
              <a:gd name="connsiteY33" fmla="*/ 1323772 h 2344739"/>
              <a:gd name="connsiteX34" fmla="*/ 11128208 w 12193149"/>
              <a:gd name="connsiteY34" fmla="*/ 1333832 h 2344739"/>
              <a:gd name="connsiteX35" fmla="*/ 11120691 w 12193149"/>
              <a:gd name="connsiteY35" fmla="*/ 1347424 h 2344739"/>
              <a:gd name="connsiteX36" fmla="*/ 10894683 w 12193149"/>
              <a:gd name="connsiteY36" fmla="*/ 1473399 h 2344739"/>
              <a:gd name="connsiteX37" fmla="*/ 10773300 w 12193149"/>
              <a:gd name="connsiteY37" fmla="*/ 1523191 h 2344739"/>
              <a:gd name="connsiteX38" fmla="*/ 10627668 w 12193149"/>
              <a:gd name="connsiteY38" fmla="*/ 1559229 h 2344739"/>
              <a:gd name="connsiteX39" fmla="*/ 10581895 w 12193149"/>
              <a:gd name="connsiteY39" fmla="*/ 1568689 h 2344739"/>
              <a:gd name="connsiteX40" fmla="*/ 10547790 w 12193149"/>
              <a:gd name="connsiteY40" fmla="*/ 1598423 h 2344739"/>
              <a:gd name="connsiteX41" fmla="*/ 10529643 w 12193149"/>
              <a:gd name="connsiteY41" fmla="*/ 1596907 h 2344739"/>
              <a:gd name="connsiteX42" fmla="*/ 10526446 w 12193149"/>
              <a:gd name="connsiteY42" fmla="*/ 1596411 h 2344739"/>
              <a:gd name="connsiteX43" fmla="*/ 10515129 w 12193149"/>
              <a:gd name="connsiteY43" fmla="*/ 1599537 h 2344739"/>
              <a:gd name="connsiteX44" fmla="*/ 10491735 w 12193149"/>
              <a:gd name="connsiteY44" fmla="*/ 1594156 h 2344739"/>
              <a:gd name="connsiteX45" fmla="*/ 10471418 w 12193149"/>
              <a:gd name="connsiteY45" fmla="*/ 1601693 h 2344739"/>
              <a:gd name="connsiteX46" fmla="*/ 10377042 w 12193149"/>
              <a:gd name="connsiteY46" fmla="*/ 1644598 h 2344739"/>
              <a:gd name="connsiteX47" fmla="*/ 10319338 w 12193149"/>
              <a:gd name="connsiteY47" fmla="*/ 1666221 h 2344739"/>
              <a:gd name="connsiteX48" fmla="*/ 10295467 w 12193149"/>
              <a:gd name="connsiteY48" fmla="*/ 1668079 h 2344739"/>
              <a:gd name="connsiteX49" fmla="*/ 10263443 w 12193149"/>
              <a:gd name="connsiteY49" fmla="*/ 1674948 h 2344739"/>
              <a:gd name="connsiteX50" fmla="*/ 10205418 w 12193149"/>
              <a:gd name="connsiteY50" fmla="*/ 1682149 h 2344739"/>
              <a:gd name="connsiteX51" fmla="*/ 10177759 w 12193149"/>
              <a:gd name="connsiteY51" fmla="*/ 1692943 h 2344739"/>
              <a:gd name="connsiteX52" fmla="*/ 10165070 w 12193149"/>
              <a:gd name="connsiteY52" fmla="*/ 1693739 h 2344739"/>
              <a:gd name="connsiteX53" fmla="*/ 10156308 w 12193149"/>
              <a:gd name="connsiteY53" fmla="*/ 1707487 h 2344739"/>
              <a:gd name="connsiteX54" fmla="*/ 10118267 w 12193149"/>
              <a:gd name="connsiteY54" fmla="*/ 1731142 h 2344739"/>
              <a:gd name="connsiteX55" fmla="*/ 10083317 w 12193149"/>
              <a:gd name="connsiteY55" fmla="*/ 1743296 h 2344739"/>
              <a:gd name="connsiteX56" fmla="*/ 10040388 w 12193149"/>
              <a:gd name="connsiteY56" fmla="*/ 1741632 h 2344739"/>
              <a:gd name="connsiteX57" fmla="*/ 9961167 w 12193149"/>
              <a:gd name="connsiteY57" fmla="*/ 1757147 h 2344739"/>
              <a:gd name="connsiteX58" fmla="*/ 9848940 w 12193149"/>
              <a:gd name="connsiteY58" fmla="*/ 1763915 h 2344739"/>
              <a:gd name="connsiteX59" fmla="*/ 9729457 w 12193149"/>
              <a:gd name="connsiteY59" fmla="*/ 1784122 h 2344739"/>
              <a:gd name="connsiteX60" fmla="*/ 9613704 w 12193149"/>
              <a:gd name="connsiteY60" fmla="*/ 1812371 h 2344739"/>
              <a:gd name="connsiteX61" fmla="*/ 9338590 w 12193149"/>
              <a:gd name="connsiteY61" fmla="*/ 1869293 h 2344739"/>
              <a:gd name="connsiteX62" fmla="*/ 9232518 w 12193149"/>
              <a:gd name="connsiteY62" fmla="*/ 1893149 h 2344739"/>
              <a:gd name="connsiteX63" fmla="*/ 9156690 w 12193149"/>
              <a:gd name="connsiteY63" fmla="*/ 1903228 h 2344739"/>
              <a:gd name="connsiteX64" fmla="*/ 9054601 w 12193149"/>
              <a:gd name="connsiteY64" fmla="*/ 1910755 h 2344739"/>
              <a:gd name="connsiteX65" fmla="*/ 9006634 w 12193149"/>
              <a:gd name="connsiteY65" fmla="*/ 1914040 h 2344739"/>
              <a:gd name="connsiteX66" fmla="*/ 9006349 w 12193149"/>
              <a:gd name="connsiteY66" fmla="*/ 1913800 h 2344739"/>
              <a:gd name="connsiteX67" fmla="*/ 8997380 w 12193149"/>
              <a:gd name="connsiteY67" fmla="*/ 1915011 h 2344739"/>
              <a:gd name="connsiteX68" fmla="*/ 8991542 w 12193149"/>
              <a:gd name="connsiteY68" fmla="*/ 1917072 h 2344739"/>
              <a:gd name="connsiteX69" fmla="*/ 8975485 w 12193149"/>
              <a:gd name="connsiteY69" fmla="*/ 1920298 h 2344739"/>
              <a:gd name="connsiteX70" fmla="*/ 8969159 w 12193149"/>
              <a:gd name="connsiteY70" fmla="*/ 1919598 h 2344739"/>
              <a:gd name="connsiteX71" fmla="*/ 8964196 w 12193149"/>
              <a:gd name="connsiteY71" fmla="*/ 1917373 h 2344739"/>
              <a:gd name="connsiteX72" fmla="*/ 8930136 w 12193149"/>
              <a:gd name="connsiteY72" fmla="*/ 1914185 h 2344739"/>
              <a:gd name="connsiteX73" fmla="*/ 8753592 w 12193149"/>
              <a:gd name="connsiteY73" fmla="*/ 1933417 h 2344739"/>
              <a:gd name="connsiteX74" fmla="*/ 8708995 w 12193149"/>
              <a:gd name="connsiteY74" fmla="*/ 1935518 h 2344739"/>
              <a:gd name="connsiteX75" fmla="*/ 8597219 w 12193149"/>
              <a:gd name="connsiteY75" fmla="*/ 1944090 h 2344739"/>
              <a:gd name="connsiteX76" fmla="*/ 8526378 w 12193149"/>
              <a:gd name="connsiteY76" fmla="*/ 1929248 h 2344739"/>
              <a:gd name="connsiteX77" fmla="*/ 8512131 w 12193149"/>
              <a:gd name="connsiteY77" fmla="*/ 1935163 h 2344739"/>
              <a:gd name="connsiteX78" fmla="*/ 8507315 w 12193149"/>
              <a:gd name="connsiteY78" fmla="*/ 1938164 h 2344739"/>
              <a:gd name="connsiteX79" fmla="*/ 8499116 w 12193149"/>
              <a:gd name="connsiteY79" fmla="*/ 1940902 h 2344739"/>
              <a:gd name="connsiteX80" fmla="*/ 8498742 w 12193149"/>
              <a:gd name="connsiteY80" fmla="*/ 1940723 h 2344739"/>
              <a:gd name="connsiteX81" fmla="*/ 8491397 w 12193149"/>
              <a:gd name="connsiteY81" fmla="*/ 1943773 h 2344739"/>
              <a:gd name="connsiteX82" fmla="*/ 8368330 w 12193149"/>
              <a:gd name="connsiteY82" fmla="*/ 1957815 h 2344739"/>
              <a:gd name="connsiteX83" fmla="*/ 8354947 w 12193149"/>
              <a:gd name="connsiteY83" fmla="*/ 1958009 h 2344739"/>
              <a:gd name="connsiteX84" fmla="*/ 8321252 w 12193149"/>
              <a:gd name="connsiteY84" fmla="*/ 1974587 h 2344739"/>
              <a:gd name="connsiteX85" fmla="*/ 8315581 w 12193149"/>
              <a:gd name="connsiteY85" fmla="*/ 1974913 h 2344739"/>
              <a:gd name="connsiteX86" fmla="*/ 8296322 w 12193149"/>
              <a:gd name="connsiteY86" fmla="*/ 1988808 h 2344739"/>
              <a:gd name="connsiteX87" fmla="*/ 8285424 w 12193149"/>
              <a:gd name="connsiteY87" fmla="*/ 1994631 h 2344739"/>
              <a:gd name="connsiteX88" fmla="*/ 8284298 w 12193149"/>
              <a:gd name="connsiteY88" fmla="*/ 1999074 h 2344739"/>
              <a:gd name="connsiteX89" fmla="*/ 8267224 w 12193149"/>
              <a:gd name="connsiteY89" fmla="*/ 2006249 h 2344739"/>
              <a:gd name="connsiteX90" fmla="*/ 8264525 w 12193149"/>
              <a:gd name="connsiteY90" fmla="*/ 2006019 h 2344739"/>
              <a:gd name="connsiteX91" fmla="*/ 8253181 w 12193149"/>
              <a:gd name="connsiteY91" fmla="*/ 2015862 h 2344739"/>
              <a:gd name="connsiteX92" fmla="*/ 8246982 w 12193149"/>
              <a:gd name="connsiteY92" fmla="*/ 2028854 h 2344739"/>
              <a:gd name="connsiteX93" fmla="*/ 8091420 w 12193149"/>
              <a:gd name="connsiteY93" fmla="*/ 2075015 h 2344739"/>
              <a:gd name="connsiteX94" fmla="*/ 7906555 w 12193149"/>
              <a:gd name="connsiteY94" fmla="*/ 2116988 h 2344739"/>
              <a:gd name="connsiteX95" fmla="*/ 7719893 w 12193149"/>
              <a:gd name="connsiteY95" fmla="*/ 2142703 h 2344739"/>
              <a:gd name="connsiteX96" fmla="*/ 7615495 w 12193149"/>
              <a:gd name="connsiteY96" fmla="*/ 2139232 h 2344739"/>
              <a:gd name="connsiteX97" fmla="*/ 7528691 w 12193149"/>
              <a:gd name="connsiteY97" fmla="*/ 2145060 h 2344739"/>
              <a:gd name="connsiteX98" fmla="*/ 7520719 w 12193149"/>
              <a:gd name="connsiteY98" fmla="*/ 2147613 h 2344739"/>
              <a:gd name="connsiteX99" fmla="*/ 7508559 w 12193149"/>
              <a:gd name="connsiteY99" fmla="*/ 2148948 h 2344739"/>
              <a:gd name="connsiteX100" fmla="*/ 7508188 w 12193149"/>
              <a:gd name="connsiteY100" fmla="*/ 2148621 h 2344739"/>
              <a:gd name="connsiteX101" fmla="*/ 7496943 w 12193149"/>
              <a:gd name="connsiteY101" fmla="*/ 2150573 h 2344739"/>
              <a:gd name="connsiteX102" fmla="*/ 7219707 w 12193149"/>
              <a:gd name="connsiteY102" fmla="*/ 2156680 h 2344739"/>
              <a:gd name="connsiteX103" fmla="*/ 7202249 w 12193149"/>
              <a:gd name="connsiteY103" fmla="*/ 2161230 h 2344739"/>
              <a:gd name="connsiteX104" fmla="*/ 7198152 w 12193149"/>
              <a:gd name="connsiteY104" fmla="*/ 2166588 h 2344739"/>
              <a:gd name="connsiteX105" fmla="*/ 7171956 w 12193149"/>
              <a:gd name="connsiteY105" fmla="*/ 2171236 h 2344739"/>
              <a:gd name="connsiteX106" fmla="*/ 7098136 w 12193149"/>
              <a:gd name="connsiteY106" fmla="*/ 2183464 h 2344739"/>
              <a:gd name="connsiteX107" fmla="*/ 7019644 w 12193149"/>
              <a:gd name="connsiteY107" fmla="*/ 2183090 h 2344739"/>
              <a:gd name="connsiteX108" fmla="*/ 6905294 w 12193149"/>
              <a:gd name="connsiteY108" fmla="*/ 2212596 h 2344739"/>
              <a:gd name="connsiteX109" fmla="*/ 6709370 w 12193149"/>
              <a:gd name="connsiteY109" fmla="*/ 2240551 h 2344739"/>
              <a:gd name="connsiteX110" fmla="*/ 6550602 w 12193149"/>
              <a:gd name="connsiteY110" fmla="*/ 2269327 h 2344739"/>
              <a:gd name="connsiteX111" fmla="*/ 6318708 w 12193149"/>
              <a:gd name="connsiteY111" fmla="*/ 2316127 h 2344739"/>
              <a:gd name="connsiteX112" fmla="*/ 6169822 w 12193149"/>
              <a:gd name="connsiteY112" fmla="*/ 2318214 h 2344739"/>
              <a:gd name="connsiteX113" fmla="*/ 6074996 w 12193149"/>
              <a:gd name="connsiteY113" fmla="*/ 2338676 h 2344739"/>
              <a:gd name="connsiteX114" fmla="*/ 6069677 w 12193149"/>
              <a:gd name="connsiteY114" fmla="*/ 2337139 h 2344739"/>
              <a:gd name="connsiteX115" fmla="*/ 6049786 w 12193149"/>
              <a:gd name="connsiteY115" fmla="*/ 2337822 h 2344739"/>
              <a:gd name="connsiteX116" fmla="*/ 6042433 w 12193149"/>
              <a:gd name="connsiteY116" fmla="*/ 2329473 h 2344739"/>
              <a:gd name="connsiteX117" fmla="*/ 6011238 w 12193149"/>
              <a:gd name="connsiteY117" fmla="*/ 2324380 h 2344739"/>
              <a:gd name="connsiteX118" fmla="*/ 5958523 w 12193149"/>
              <a:gd name="connsiteY118" fmla="*/ 2328024 h 2344739"/>
              <a:gd name="connsiteX119" fmla="*/ 5760067 w 12193149"/>
              <a:gd name="connsiteY119" fmla="*/ 2343716 h 2344739"/>
              <a:gd name="connsiteX120" fmla="*/ 5628108 w 12193149"/>
              <a:gd name="connsiteY120" fmla="*/ 2344739 h 2344739"/>
              <a:gd name="connsiteX121" fmla="*/ 5472054 w 12193149"/>
              <a:gd name="connsiteY121" fmla="*/ 2330719 h 2344739"/>
              <a:gd name="connsiteX122" fmla="*/ 5433909 w 12193149"/>
              <a:gd name="connsiteY122" fmla="*/ 2319466 h 2344739"/>
              <a:gd name="connsiteX123" fmla="*/ 5382817 w 12193149"/>
              <a:gd name="connsiteY123" fmla="*/ 2301764 h 2344739"/>
              <a:gd name="connsiteX124" fmla="*/ 5262912 w 12193149"/>
              <a:gd name="connsiteY124" fmla="*/ 2281347 h 2344739"/>
              <a:gd name="connsiteX125" fmla="*/ 5224109 w 12193149"/>
              <a:gd name="connsiteY125" fmla="*/ 2270223 h 2344739"/>
              <a:gd name="connsiteX126" fmla="*/ 5175808 w 12193149"/>
              <a:gd name="connsiteY126" fmla="*/ 2267233 h 2344739"/>
              <a:gd name="connsiteX127" fmla="*/ 5157702 w 12193149"/>
              <a:gd name="connsiteY127" fmla="*/ 2260010 h 2344739"/>
              <a:gd name="connsiteX128" fmla="*/ 5143747 w 12193149"/>
              <a:gd name="connsiteY128" fmla="*/ 2256610 h 2344739"/>
              <a:gd name="connsiteX129" fmla="*/ 5140744 w 12193149"/>
              <a:gd name="connsiteY129" fmla="*/ 2254509 h 2344739"/>
              <a:gd name="connsiteX130" fmla="*/ 5122807 w 12193149"/>
              <a:gd name="connsiteY130" fmla="*/ 2243656 h 2344739"/>
              <a:gd name="connsiteX131" fmla="*/ 5066938 w 12193149"/>
              <a:gd name="connsiteY131" fmla="*/ 2250227 h 2344739"/>
              <a:gd name="connsiteX132" fmla="*/ 5012662 w 12193149"/>
              <a:gd name="connsiteY132" fmla="*/ 2233846 h 2344739"/>
              <a:gd name="connsiteX133" fmla="*/ 4841589 w 12193149"/>
              <a:gd name="connsiteY133" fmla="*/ 2209829 h 2344739"/>
              <a:gd name="connsiteX134" fmla="*/ 4763595 w 12193149"/>
              <a:gd name="connsiteY134" fmla="*/ 2182061 h 2344739"/>
              <a:gd name="connsiteX135" fmla="*/ 4724334 w 12193149"/>
              <a:gd name="connsiteY135" fmla="*/ 2173047 h 2344739"/>
              <a:gd name="connsiteX136" fmla="*/ 4722324 w 12193149"/>
              <a:gd name="connsiteY136" fmla="*/ 2172298 h 2344739"/>
              <a:gd name="connsiteX137" fmla="*/ 4723259 w 12193149"/>
              <a:gd name="connsiteY137" fmla="*/ 2172087 h 2344739"/>
              <a:gd name="connsiteX138" fmla="*/ 4718350 w 12193149"/>
              <a:gd name="connsiteY138" fmla="*/ 2170817 h 2344739"/>
              <a:gd name="connsiteX139" fmla="*/ 4722324 w 12193149"/>
              <a:gd name="connsiteY139" fmla="*/ 2172298 h 2344739"/>
              <a:gd name="connsiteX140" fmla="*/ 4716674 w 12193149"/>
              <a:gd name="connsiteY140" fmla="*/ 2173573 h 2344739"/>
              <a:gd name="connsiteX141" fmla="*/ 4516962 w 12193149"/>
              <a:gd name="connsiteY141" fmla="*/ 2163671 h 2344739"/>
              <a:gd name="connsiteX142" fmla="*/ 4429691 w 12193149"/>
              <a:gd name="connsiteY142" fmla="*/ 2153020 h 2344739"/>
              <a:gd name="connsiteX143" fmla="*/ 4364023 w 12193149"/>
              <a:gd name="connsiteY143" fmla="*/ 2151674 h 2344739"/>
              <a:gd name="connsiteX144" fmla="*/ 4318114 w 12193149"/>
              <a:gd name="connsiteY144" fmla="*/ 2158289 h 2344739"/>
              <a:gd name="connsiteX145" fmla="*/ 4316258 w 12193149"/>
              <a:gd name="connsiteY145" fmla="*/ 2156948 h 2344739"/>
              <a:gd name="connsiteX146" fmla="*/ 4296292 w 12193149"/>
              <a:gd name="connsiteY146" fmla="*/ 2155069 h 2344739"/>
              <a:gd name="connsiteX147" fmla="*/ 4291212 w 12193149"/>
              <a:gd name="connsiteY147" fmla="*/ 2157986 h 2344739"/>
              <a:gd name="connsiteX148" fmla="*/ 4277290 w 12193149"/>
              <a:gd name="connsiteY148" fmla="*/ 2157740 h 2344739"/>
              <a:gd name="connsiteX149" fmla="*/ 4249265 w 12193149"/>
              <a:gd name="connsiteY149" fmla="*/ 2160064 h 2344739"/>
              <a:gd name="connsiteX150" fmla="*/ 4203199 w 12193149"/>
              <a:gd name="connsiteY150" fmla="*/ 2157269 h 2344739"/>
              <a:gd name="connsiteX151" fmla="*/ 4202893 w 12193149"/>
              <a:gd name="connsiteY151" fmla="*/ 2156010 h 2344739"/>
              <a:gd name="connsiteX152" fmla="*/ 4192396 w 12193149"/>
              <a:gd name="connsiteY152" fmla="*/ 2150376 h 2344739"/>
              <a:gd name="connsiteX153" fmla="*/ 4143893 w 12193149"/>
              <a:gd name="connsiteY153" fmla="*/ 2134511 h 2344739"/>
              <a:gd name="connsiteX154" fmla="*/ 4084245 w 12193149"/>
              <a:gd name="connsiteY154" fmla="*/ 2107978 h 2344739"/>
              <a:gd name="connsiteX155" fmla="*/ 4075694 w 12193149"/>
              <a:gd name="connsiteY155" fmla="*/ 2107143 h 2344739"/>
              <a:gd name="connsiteX156" fmla="*/ 4075575 w 12193149"/>
              <a:gd name="connsiteY156" fmla="*/ 2106844 h 2344739"/>
              <a:gd name="connsiteX157" fmla="*/ 4066658 w 12193149"/>
              <a:gd name="connsiteY157" fmla="*/ 2105400 h 2344739"/>
              <a:gd name="connsiteX158" fmla="*/ 4060102 w 12193149"/>
              <a:gd name="connsiteY158" fmla="*/ 2105618 h 2344739"/>
              <a:gd name="connsiteX159" fmla="*/ 4043512 w 12193149"/>
              <a:gd name="connsiteY159" fmla="*/ 2103997 h 2344739"/>
              <a:gd name="connsiteX160" fmla="*/ 4038145 w 12193149"/>
              <a:gd name="connsiteY160" fmla="*/ 2101563 h 2344739"/>
              <a:gd name="connsiteX161" fmla="*/ 4036511 w 12193149"/>
              <a:gd name="connsiteY161" fmla="*/ 2097896 h 2344739"/>
              <a:gd name="connsiteX162" fmla="*/ 4034926 w 12193149"/>
              <a:gd name="connsiteY162" fmla="*/ 2098131 h 2344739"/>
              <a:gd name="connsiteX163" fmla="*/ 4005686 w 12193149"/>
              <a:gd name="connsiteY163" fmla="*/ 2085563 h 2344739"/>
              <a:gd name="connsiteX164" fmla="*/ 3937994 w 12193149"/>
              <a:gd name="connsiteY164" fmla="*/ 2068106 h 2344739"/>
              <a:gd name="connsiteX165" fmla="*/ 3898423 w 12193149"/>
              <a:gd name="connsiteY165" fmla="*/ 2062451 h 2344739"/>
              <a:gd name="connsiteX166" fmla="*/ 3790908 w 12193149"/>
              <a:gd name="connsiteY166" fmla="*/ 2042213 h 2344739"/>
              <a:gd name="connsiteX167" fmla="*/ 3683661 w 12193149"/>
              <a:gd name="connsiteY167" fmla="*/ 2018290 h 2344739"/>
              <a:gd name="connsiteX168" fmla="*/ 3611183 w 12193149"/>
              <a:gd name="connsiteY168" fmla="*/ 1986019 h 2344739"/>
              <a:gd name="connsiteX169" fmla="*/ 3605003 w 12193149"/>
              <a:gd name="connsiteY169" fmla="*/ 1987381 h 2344739"/>
              <a:gd name="connsiteX170" fmla="*/ 3595884 w 12193149"/>
              <a:gd name="connsiteY170" fmla="*/ 1987545 h 2344739"/>
              <a:gd name="connsiteX171" fmla="*/ 3595649 w 12193149"/>
              <a:gd name="connsiteY171" fmla="*/ 1987276 h 2344739"/>
              <a:gd name="connsiteX172" fmla="*/ 3587126 w 12193149"/>
              <a:gd name="connsiteY172" fmla="*/ 1987966 h 2344739"/>
              <a:gd name="connsiteX173" fmla="*/ 3537283 w 12193149"/>
              <a:gd name="connsiteY173" fmla="*/ 1978267 h 2344739"/>
              <a:gd name="connsiteX174" fmla="*/ 3474371 w 12193149"/>
              <a:gd name="connsiteY174" fmla="*/ 1974606 h 2344739"/>
              <a:gd name="connsiteX175" fmla="*/ 3401876 w 12193149"/>
              <a:gd name="connsiteY175" fmla="*/ 1962558 h 2344739"/>
              <a:gd name="connsiteX176" fmla="*/ 3365036 w 12193149"/>
              <a:gd name="connsiteY176" fmla="*/ 1979510 h 2344739"/>
              <a:gd name="connsiteX177" fmla="*/ 3345174 w 12193149"/>
              <a:gd name="connsiteY177" fmla="*/ 1981192 h 2344739"/>
              <a:gd name="connsiteX178" fmla="*/ 3342846 w 12193149"/>
              <a:gd name="connsiteY178" fmla="*/ 1980217 h 2344739"/>
              <a:gd name="connsiteX179" fmla="*/ 3263504 w 12193149"/>
              <a:gd name="connsiteY179" fmla="*/ 1986094 h 2344739"/>
              <a:gd name="connsiteX180" fmla="*/ 3143704 w 12193149"/>
              <a:gd name="connsiteY180" fmla="*/ 1993869 h 2344739"/>
              <a:gd name="connsiteX181" fmla="*/ 3031439 w 12193149"/>
              <a:gd name="connsiteY181" fmla="*/ 1996512 h 2344739"/>
              <a:gd name="connsiteX182" fmla="*/ 2782717 w 12193149"/>
              <a:gd name="connsiteY182" fmla="*/ 2018333 h 2344739"/>
              <a:gd name="connsiteX183" fmla="*/ 2647675 w 12193149"/>
              <a:gd name="connsiteY183" fmla="*/ 2028869 h 2344739"/>
              <a:gd name="connsiteX184" fmla="*/ 2569176 w 12193149"/>
              <a:gd name="connsiteY184" fmla="*/ 2002628 h 2344739"/>
              <a:gd name="connsiteX185" fmla="*/ 2444403 w 12193149"/>
              <a:gd name="connsiteY185" fmla="*/ 2016529 h 2344739"/>
              <a:gd name="connsiteX186" fmla="*/ 2316260 w 12193149"/>
              <a:gd name="connsiteY186" fmla="*/ 2024996 h 2344739"/>
              <a:gd name="connsiteX187" fmla="*/ 2209726 w 12193149"/>
              <a:gd name="connsiteY187" fmla="*/ 2019763 h 2344739"/>
              <a:gd name="connsiteX188" fmla="*/ 2095813 w 12193149"/>
              <a:gd name="connsiteY188" fmla="*/ 2003052 h 2344739"/>
              <a:gd name="connsiteX189" fmla="*/ 1998504 w 12193149"/>
              <a:gd name="connsiteY189" fmla="*/ 1995032 h 2344739"/>
              <a:gd name="connsiteX190" fmla="*/ 1929320 w 12193149"/>
              <a:gd name="connsiteY190" fmla="*/ 2016977 h 2344739"/>
              <a:gd name="connsiteX191" fmla="*/ 1922798 w 12193149"/>
              <a:gd name="connsiteY191" fmla="*/ 2012146 h 2344739"/>
              <a:gd name="connsiteX192" fmla="*/ 1874228 w 12193149"/>
              <a:gd name="connsiteY192" fmla="*/ 2013741 h 2344739"/>
              <a:gd name="connsiteX193" fmla="*/ 1787803 w 12193149"/>
              <a:gd name="connsiteY193" fmla="*/ 2041363 h 2344739"/>
              <a:gd name="connsiteX194" fmla="*/ 1739352 w 12193149"/>
              <a:gd name="connsiteY194" fmla="*/ 2036312 h 2344739"/>
              <a:gd name="connsiteX195" fmla="*/ 1676219 w 12193149"/>
              <a:gd name="connsiteY195" fmla="*/ 2019963 h 2344739"/>
              <a:gd name="connsiteX196" fmla="*/ 1609817 w 12193149"/>
              <a:gd name="connsiteY196" fmla="*/ 2013066 h 2344739"/>
              <a:gd name="connsiteX197" fmla="*/ 1497258 w 12193149"/>
              <a:gd name="connsiteY197" fmla="*/ 1987476 h 2344739"/>
              <a:gd name="connsiteX198" fmla="*/ 1151127 w 12193149"/>
              <a:gd name="connsiteY198" fmla="*/ 1938041 h 2344739"/>
              <a:gd name="connsiteX199" fmla="*/ 859417 w 12193149"/>
              <a:gd name="connsiteY199" fmla="*/ 1928608 h 2344739"/>
              <a:gd name="connsiteX200" fmla="*/ 838688 w 12193149"/>
              <a:gd name="connsiteY200" fmla="*/ 1929821 h 2344739"/>
              <a:gd name="connsiteX201" fmla="*/ 817957 w 12193149"/>
              <a:gd name="connsiteY201" fmla="*/ 1927857 h 2344739"/>
              <a:gd name="connsiteX202" fmla="*/ 812654 w 12193149"/>
              <a:gd name="connsiteY202" fmla="*/ 1930751 h 2344739"/>
              <a:gd name="connsiteX203" fmla="*/ 721195 w 12193149"/>
              <a:gd name="connsiteY203" fmla="*/ 1929661 h 2344739"/>
              <a:gd name="connsiteX204" fmla="*/ 720890 w 12193149"/>
              <a:gd name="connsiteY204" fmla="*/ 1928399 h 2344739"/>
              <a:gd name="connsiteX205" fmla="*/ 710023 w 12193149"/>
              <a:gd name="connsiteY205" fmla="*/ 1922722 h 2344739"/>
              <a:gd name="connsiteX206" fmla="*/ 597940 w 12193149"/>
              <a:gd name="connsiteY206" fmla="*/ 1879864 h 2344739"/>
              <a:gd name="connsiteX207" fmla="*/ 579683 w 12193149"/>
              <a:gd name="connsiteY207" fmla="*/ 1877212 h 2344739"/>
              <a:gd name="connsiteX208" fmla="*/ 572865 w 12193149"/>
              <a:gd name="connsiteY208" fmla="*/ 1877401 h 2344739"/>
              <a:gd name="connsiteX209" fmla="*/ 446247 w 12193149"/>
              <a:gd name="connsiteY209" fmla="*/ 1839371 h 2344739"/>
              <a:gd name="connsiteX210" fmla="*/ 405163 w 12193149"/>
              <a:gd name="connsiteY210" fmla="*/ 1833548 h 2344739"/>
              <a:gd name="connsiteX211" fmla="*/ 293583 w 12193149"/>
              <a:gd name="connsiteY211" fmla="*/ 1812852 h 2344739"/>
              <a:gd name="connsiteX212" fmla="*/ 119529 w 12193149"/>
              <a:gd name="connsiteY212" fmla="*/ 1761047 h 2344739"/>
              <a:gd name="connsiteX213" fmla="*/ 16674 w 12193149"/>
              <a:gd name="connsiteY213" fmla="*/ 1758191 h 2344739"/>
              <a:gd name="connsiteX214" fmla="*/ 1150 w 12193149"/>
              <a:gd name="connsiteY214" fmla="*/ 1752722 h 2344739"/>
              <a:gd name="connsiteX215" fmla="*/ 1148 w 12193149"/>
              <a:gd name="connsiteY215" fmla="*/ 222213 h 2344739"/>
              <a:gd name="connsiteX216" fmla="*/ 1148 w 12193149"/>
              <a:gd name="connsiteY216" fmla="*/ 0 h 2344739"/>
              <a:gd name="connsiteX0" fmla="*/ 1148 w 12193149"/>
              <a:gd name="connsiteY0" fmla="*/ 818782 h 3163521"/>
              <a:gd name="connsiteX1" fmla="*/ 12181789 w 12193149"/>
              <a:gd name="connsiteY1" fmla="*/ 0 h 3163521"/>
              <a:gd name="connsiteX2" fmla="*/ 12193149 w 12193149"/>
              <a:gd name="connsiteY2" fmla="*/ 1398521 h 3163521"/>
              <a:gd name="connsiteX3" fmla="*/ 12185986 w 12193149"/>
              <a:gd name="connsiteY3" fmla="*/ 1402971 h 3163521"/>
              <a:gd name="connsiteX4" fmla="*/ 12156363 w 12193149"/>
              <a:gd name="connsiteY4" fmla="*/ 1416148 h 3163521"/>
              <a:gd name="connsiteX5" fmla="*/ 12139215 w 12193149"/>
              <a:gd name="connsiteY5" fmla="*/ 1441961 h 3163521"/>
              <a:gd name="connsiteX6" fmla="*/ 12126327 w 12193149"/>
              <a:gd name="connsiteY6" fmla="*/ 1443472 h 3163521"/>
              <a:gd name="connsiteX7" fmla="*/ 12124007 w 12193149"/>
              <a:gd name="connsiteY7" fmla="*/ 1443576 h 3163521"/>
              <a:gd name="connsiteX8" fmla="*/ 12116854 w 12193149"/>
              <a:gd name="connsiteY8" fmla="*/ 1447390 h 3163521"/>
              <a:gd name="connsiteX9" fmla="*/ 12099497 w 12193149"/>
              <a:gd name="connsiteY9" fmla="*/ 1446921 h 3163521"/>
              <a:gd name="connsiteX10" fmla="*/ 12087073 w 12193149"/>
              <a:gd name="connsiteY10" fmla="*/ 1455123 h 3163521"/>
              <a:gd name="connsiteX11" fmla="*/ 12031073 w 12193149"/>
              <a:gd name="connsiteY11" fmla="*/ 1498791 h 3163521"/>
              <a:gd name="connsiteX12" fmla="*/ 11995833 w 12193149"/>
              <a:gd name="connsiteY12" fmla="*/ 1522240 h 3163521"/>
              <a:gd name="connsiteX13" fmla="*/ 11979717 w 12193149"/>
              <a:gd name="connsiteY13" fmla="*/ 1526943 h 3163521"/>
              <a:gd name="connsiteX14" fmla="*/ 11959046 w 12193149"/>
              <a:gd name="connsiteY14" fmla="*/ 1536340 h 3163521"/>
              <a:gd name="connsiteX15" fmla="*/ 11920454 w 12193149"/>
              <a:gd name="connsiteY15" fmla="*/ 1549665 h 3163521"/>
              <a:gd name="connsiteX16" fmla="*/ 11903656 w 12193149"/>
              <a:gd name="connsiteY16" fmla="*/ 1561208 h 3163521"/>
              <a:gd name="connsiteX17" fmla="*/ 11895048 w 12193149"/>
              <a:gd name="connsiteY17" fmla="*/ 1563573 h 3163521"/>
              <a:gd name="connsiteX18" fmla="*/ 11891968 w 12193149"/>
              <a:gd name="connsiteY18" fmla="*/ 1574511 h 3163521"/>
              <a:gd name="connsiteX19" fmla="*/ 11870776 w 12193149"/>
              <a:gd name="connsiteY19" fmla="*/ 1596598 h 3163521"/>
              <a:gd name="connsiteX20" fmla="*/ 11813376 w 12193149"/>
              <a:gd name="connsiteY20" fmla="*/ 1616441 h 3163521"/>
              <a:gd name="connsiteX21" fmla="*/ 11590693 w 12193149"/>
              <a:gd name="connsiteY21" fmla="*/ 1782559 h 3163521"/>
              <a:gd name="connsiteX22" fmla="*/ 11506817 w 12193149"/>
              <a:gd name="connsiteY22" fmla="*/ 1852405 h 3163521"/>
              <a:gd name="connsiteX23" fmla="*/ 11280332 w 12193149"/>
              <a:gd name="connsiteY23" fmla="*/ 2042353 h 3163521"/>
              <a:gd name="connsiteX24" fmla="*/ 11228309 w 12193149"/>
              <a:gd name="connsiteY24" fmla="*/ 2095018 h 3163521"/>
              <a:gd name="connsiteX25" fmla="*/ 11218087 w 12193149"/>
              <a:gd name="connsiteY25" fmla="*/ 2094743 h 3163521"/>
              <a:gd name="connsiteX26" fmla="*/ 11217184 w 12193149"/>
              <a:gd name="connsiteY26" fmla="*/ 2093800 h 3163521"/>
              <a:gd name="connsiteX27" fmla="*/ 11188885 w 12193149"/>
              <a:gd name="connsiteY27" fmla="*/ 2111165 h 3163521"/>
              <a:gd name="connsiteX28" fmla="*/ 11184501 w 12193149"/>
              <a:gd name="connsiteY28" fmla="*/ 2111307 h 3163521"/>
              <a:gd name="connsiteX29" fmla="*/ 11166854 w 12193149"/>
              <a:gd name="connsiteY29" fmla="*/ 2125394 h 3163521"/>
              <a:gd name="connsiteX30" fmla="*/ 11157311 w 12193149"/>
              <a:gd name="connsiteY30" fmla="*/ 2131196 h 3163521"/>
              <a:gd name="connsiteX31" fmla="*/ 11155496 w 12193149"/>
              <a:gd name="connsiteY31" fmla="*/ 2135879 h 3163521"/>
              <a:gd name="connsiteX32" fmla="*/ 11140961 w 12193149"/>
              <a:gd name="connsiteY32" fmla="*/ 2142897 h 3163521"/>
              <a:gd name="connsiteX33" fmla="*/ 11138961 w 12193149"/>
              <a:gd name="connsiteY33" fmla="*/ 2142554 h 3163521"/>
              <a:gd name="connsiteX34" fmla="*/ 11128208 w 12193149"/>
              <a:gd name="connsiteY34" fmla="*/ 2152614 h 3163521"/>
              <a:gd name="connsiteX35" fmla="*/ 11120691 w 12193149"/>
              <a:gd name="connsiteY35" fmla="*/ 2166206 h 3163521"/>
              <a:gd name="connsiteX36" fmla="*/ 10894683 w 12193149"/>
              <a:gd name="connsiteY36" fmla="*/ 2292181 h 3163521"/>
              <a:gd name="connsiteX37" fmla="*/ 10773300 w 12193149"/>
              <a:gd name="connsiteY37" fmla="*/ 2341973 h 3163521"/>
              <a:gd name="connsiteX38" fmla="*/ 10627668 w 12193149"/>
              <a:gd name="connsiteY38" fmla="*/ 2378011 h 3163521"/>
              <a:gd name="connsiteX39" fmla="*/ 10581895 w 12193149"/>
              <a:gd name="connsiteY39" fmla="*/ 2387471 h 3163521"/>
              <a:gd name="connsiteX40" fmla="*/ 10547790 w 12193149"/>
              <a:gd name="connsiteY40" fmla="*/ 2417205 h 3163521"/>
              <a:gd name="connsiteX41" fmla="*/ 10529643 w 12193149"/>
              <a:gd name="connsiteY41" fmla="*/ 2415689 h 3163521"/>
              <a:gd name="connsiteX42" fmla="*/ 10526446 w 12193149"/>
              <a:gd name="connsiteY42" fmla="*/ 2415193 h 3163521"/>
              <a:gd name="connsiteX43" fmla="*/ 10515129 w 12193149"/>
              <a:gd name="connsiteY43" fmla="*/ 2418319 h 3163521"/>
              <a:gd name="connsiteX44" fmla="*/ 10491735 w 12193149"/>
              <a:gd name="connsiteY44" fmla="*/ 2412938 h 3163521"/>
              <a:gd name="connsiteX45" fmla="*/ 10471418 w 12193149"/>
              <a:gd name="connsiteY45" fmla="*/ 2420475 h 3163521"/>
              <a:gd name="connsiteX46" fmla="*/ 10377042 w 12193149"/>
              <a:gd name="connsiteY46" fmla="*/ 2463380 h 3163521"/>
              <a:gd name="connsiteX47" fmla="*/ 10319338 w 12193149"/>
              <a:gd name="connsiteY47" fmla="*/ 2485003 h 3163521"/>
              <a:gd name="connsiteX48" fmla="*/ 10295467 w 12193149"/>
              <a:gd name="connsiteY48" fmla="*/ 2486861 h 3163521"/>
              <a:gd name="connsiteX49" fmla="*/ 10263443 w 12193149"/>
              <a:gd name="connsiteY49" fmla="*/ 2493730 h 3163521"/>
              <a:gd name="connsiteX50" fmla="*/ 10205418 w 12193149"/>
              <a:gd name="connsiteY50" fmla="*/ 2500931 h 3163521"/>
              <a:gd name="connsiteX51" fmla="*/ 10177759 w 12193149"/>
              <a:gd name="connsiteY51" fmla="*/ 2511725 h 3163521"/>
              <a:gd name="connsiteX52" fmla="*/ 10165070 w 12193149"/>
              <a:gd name="connsiteY52" fmla="*/ 2512521 h 3163521"/>
              <a:gd name="connsiteX53" fmla="*/ 10156308 w 12193149"/>
              <a:gd name="connsiteY53" fmla="*/ 2526269 h 3163521"/>
              <a:gd name="connsiteX54" fmla="*/ 10118267 w 12193149"/>
              <a:gd name="connsiteY54" fmla="*/ 2549924 h 3163521"/>
              <a:gd name="connsiteX55" fmla="*/ 10083317 w 12193149"/>
              <a:gd name="connsiteY55" fmla="*/ 2562078 h 3163521"/>
              <a:gd name="connsiteX56" fmla="*/ 10040388 w 12193149"/>
              <a:gd name="connsiteY56" fmla="*/ 2560414 h 3163521"/>
              <a:gd name="connsiteX57" fmla="*/ 9961167 w 12193149"/>
              <a:gd name="connsiteY57" fmla="*/ 2575929 h 3163521"/>
              <a:gd name="connsiteX58" fmla="*/ 9848940 w 12193149"/>
              <a:gd name="connsiteY58" fmla="*/ 2582697 h 3163521"/>
              <a:gd name="connsiteX59" fmla="*/ 9729457 w 12193149"/>
              <a:gd name="connsiteY59" fmla="*/ 2602904 h 3163521"/>
              <a:gd name="connsiteX60" fmla="*/ 9613704 w 12193149"/>
              <a:gd name="connsiteY60" fmla="*/ 2631153 h 3163521"/>
              <a:gd name="connsiteX61" fmla="*/ 9338590 w 12193149"/>
              <a:gd name="connsiteY61" fmla="*/ 2688075 h 3163521"/>
              <a:gd name="connsiteX62" fmla="*/ 9232518 w 12193149"/>
              <a:gd name="connsiteY62" fmla="*/ 2711931 h 3163521"/>
              <a:gd name="connsiteX63" fmla="*/ 9156690 w 12193149"/>
              <a:gd name="connsiteY63" fmla="*/ 2722010 h 3163521"/>
              <a:gd name="connsiteX64" fmla="*/ 9054601 w 12193149"/>
              <a:gd name="connsiteY64" fmla="*/ 2729537 h 3163521"/>
              <a:gd name="connsiteX65" fmla="*/ 9006634 w 12193149"/>
              <a:gd name="connsiteY65" fmla="*/ 2732822 h 3163521"/>
              <a:gd name="connsiteX66" fmla="*/ 9006349 w 12193149"/>
              <a:gd name="connsiteY66" fmla="*/ 2732582 h 3163521"/>
              <a:gd name="connsiteX67" fmla="*/ 8997380 w 12193149"/>
              <a:gd name="connsiteY67" fmla="*/ 2733793 h 3163521"/>
              <a:gd name="connsiteX68" fmla="*/ 8991542 w 12193149"/>
              <a:gd name="connsiteY68" fmla="*/ 2735854 h 3163521"/>
              <a:gd name="connsiteX69" fmla="*/ 8975485 w 12193149"/>
              <a:gd name="connsiteY69" fmla="*/ 2739080 h 3163521"/>
              <a:gd name="connsiteX70" fmla="*/ 8969159 w 12193149"/>
              <a:gd name="connsiteY70" fmla="*/ 2738380 h 3163521"/>
              <a:gd name="connsiteX71" fmla="*/ 8964196 w 12193149"/>
              <a:gd name="connsiteY71" fmla="*/ 2736155 h 3163521"/>
              <a:gd name="connsiteX72" fmla="*/ 8930136 w 12193149"/>
              <a:gd name="connsiteY72" fmla="*/ 2732967 h 3163521"/>
              <a:gd name="connsiteX73" fmla="*/ 8753592 w 12193149"/>
              <a:gd name="connsiteY73" fmla="*/ 2752199 h 3163521"/>
              <a:gd name="connsiteX74" fmla="*/ 8708995 w 12193149"/>
              <a:gd name="connsiteY74" fmla="*/ 2754300 h 3163521"/>
              <a:gd name="connsiteX75" fmla="*/ 8597219 w 12193149"/>
              <a:gd name="connsiteY75" fmla="*/ 2762872 h 3163521"/>
              <a:gd name="connsiteX76" fmla="*/ 8526378 w 12193149"/>
              <a:gd name="connsiteY76" fmla="*/ 2748030 h 3163521"/>
              <a:gd name="connsiteX77" fmla="*/ 8512131 w 12193149"/>
              <a:gd name="connsiteY77" fmla="*/ 2753945 h 3163521"/>
              <a:gd name="connsiteX78" fmla="*/ 8507315 w 12193149"/>
              <a:gd name="connsiteY78" fmla="*/ 2756946 h 3163521"/>
              <a:gd name="connsiteX79" fmla="*/ 8499116 w 12193149"/>
              <a:gd name="connsiteY79" fmla="*/ 2759684 h 3163521"/>
              <a:gd name="connsiteX80" fmla="*/ 8498742 w 12193149"/>
              <a:gd name="connsiteY80" fmla="*/ 2759505 h 3163521"/>
              <a:gd name="connsiteX81" fmla="*/ 8491397 w 12193149"/>
              <a:gd name="connsiteY81" fmla="*/ 2762555 h 3163521"/>
              <a:gd name="connsiteX82" fmla="*/ 8368330 w 12193149"/>
              <a:gd name="connsiteY82" fmla="*/ 2776597 h 3163521"/>
              <a:gd name="connsiteX83" fmla="*/ 8354947 w 12193149"/>
              <a:gd name="connsiteY83" fmla="*/ 2776791 h 3163521"/>
              <a:gd name="connsiteX84" fmla="*/ 8321252 w 12193149"/>
              <a:gd name="connsiteY84" fmla="*/ 2793369 h 3163521"/>
              <a:gd name="connsiteX85" fmla="*/ 8315581 w 12193149"/>
              <a:gd name="connsiteY85" fmla="*/ 2793695 h 3163521"/>
              <a:gd name="connsiteX86" fmla="*/ 8296322 w 12193149"/>
              <a:gd name="connsiteY86" fmla="*/ 2807590 h 3163521"/>
              <a:gd name="connsiteX87" fmla="*/ 8285424 w 12193149"/>
              <a:gd name="connsiteY87" fmla="*/ 2813413 h 3163521"/>
              <a:gd name="connsiteX88" fmla="*/ 8284298 w 12193149"/>
              <a:gd name="connsiteY88" fmla="*/ 2817856 h 3163521"/>
              <a:gd name="connsiteX89" fmla="*/ 8267224 w 12193149"/>
              <a:gd name="connsiteY89" fmla="*/ 2825031 h 3163521"/>
              <a:gd name="connsiteX90" fmla="*/ 8264525 w 12193149"/>
              <a:gd name="connsiteY90" fmla="*/ 2824801 h 3163521"/>
              <a:gd name="connsiteX91" fmla="*/ 8253181 w 12193149"/>
              <a:gd name="connsiteY91" fmla="*/ 2834644 h 3163521"/>
              <a:gd name="connsiteX92" fmla="*/ 8246982 w 12193149"/>
              <a:gd name="connsiteY92" fmla="*/ 2847636 h 3163521"/>
              <a:gd name="connsiteX93" fmla="*/ 8091420 w 12193149"/>
              <a:gd name="connsiteY93" fmla="*/ 2893797 h 3163521"/>
              <a:gd name="connsiteX94" fmla="*/ 7906555 w 12193149"/>
              <a:gd name="connsiteY94" fmla="*/ 2935770 h 3163521"/>
              <a:gd name="connsiteX95" fmla="*/ 7719893 w 12193149"/>
              <a:gd name="connsiteY95" fmla="*/ 2961485 h 3163521"/>
              <a:gd name="connsiteX96" fmla="*/ 7615495 w 12193149"/>
              <a:gd name="connsiteY96" fmla="*/ 2958014 h 3163521"/>
              <a:gd name="connsiteX97" fmla="*/ 7528691 w 12193149"/>
              <a:gd name="connsiteY97" fmla="*/ 2963842 h 3163521"/>
              <a:gd name="connsiteX98" fmla="*/ 7520719 w 12193149"/>
              <a:gd name="connsiteY98" fmla="*/ 2966395 h 3163521"/>
              <a:gd name="connsiteX99" fmla="*/ 7508559 w 12193149"/>
              <a:gd name="connsiteY99" fmla="*/ 2967730 h 3163521"/>
              <a:gd name="connsiteX100" fmla="*/ 7508188 w 12193149"/>
              <a:gd name="connsiteY100" fmla="*/ 2967403 h 3163521"/>
              <a:gd name="connsiteX101" fmla="*/ 7496943 w 12193149"/>
              <a:gd name="connsiteY101" fmla="*/ 2969355 h 3163521"/>
              <a:gd name="connsiteX102" fmla="*/ 7219707 w 12193149"/>
              <a:gd name="connsiteY102" fmla="*/ 2975462 h 3163521"/>
              <a:gd name="connsiteX103" fmla="*/ 7202249 w 12193149"/>
              <a:gd name="connsiteY103" fmla="*/ 2980012 h 3163521"/>
              <a:gd name="connsiteX104" fmla="*/ 7198152 w 12193149"/>
              <a:gd name="connsiteY104" fmla="*/ 2985370 h 3163521"/>
              <a:gd name="connsiteX105" fmla="*/ 7171956 w 12193149"/>
              <a:gd name="connsiteY105" fmla="*/ 2990018 h 3163521"/>
              <a:gd name="connsiteX106" fmla="*/ 7098136 w 12193149"/>
              <a:gd name="connsiteY106" fmla="*/ 3002246 h 3163521"/>
              <a:gd name="connsiteX107" fmla="*/ 7019644 w 12193149"/>
              <a:gd name="connsiteY107" fmla="*/ 3001872 h 3163521"/>
              <a:gd name="connsiteX108" fmla="*/ 6905294 w 12193149"/>
              <a:gd name="connsiteY108" fmla="*/ 3031378 h 3163521"/>
              <a:gd name="connsiteX109" fmla="*/ 6709370 w 12193149"/>
              <a:gd name="connsiteY109" fmla="*/ 3059333 h 3163521"/>
              <a:gd name="connsiteX110" fmla="*/ 6550602 w 12193149"/>
              <a:gd name="connsiteY110" fmla="*/ 3088109 h 3163521"/>
              <a:gd name="connsiteX111" fmla="*/ 6318708 w 12193149"/>
              <a:gd name="connsiteY111" fmla="*/ 3134909 h 3163521"/>
              <a:gd name="connsiteX112" fmla="*/ 6169822 w 12193149"/>
              <a:gd name="connsiteY112" fmla="*/ 3136996 h 3163521"/>
              <a:gd name="connsiteX113" fmla="*/ 6074996 w 12193149"/>
              <a:gd name="connsiteY113" fmla="*/ 3157458 h 3163521"/>
              <a:gd name="connsiteX114" fmla="*/ 6069677 w 12193149"/>
              <a:gd name="connsiteY114" fmla="*/ 3155921 h 3163521"/>
              <a:gd name="connsiteX115" fmla="*/ 6049786 w 12193149"/>
              <a:gd name="connsiteY115" fmla="*/ 3156604 h 3163521"/>
              <a:gd name="connsiteX116" fmla="*/ 6042433 w 12193149"/>
              <a:gd name="connsiteY116" fmla="*/ 3148255 h 3163521"/>
              <a:gd name="connsiteX117" fmla="*/ 6011238 w 12193149"/>
              <a:gd name="connsiteY117" fmla="*/ 3143162 h 3163521"/>
              <a:gd name="connsiteX118" fmla="*/ 5958523 w 12193149"/>
              <a:gd name="connsiteY118" fmla="*/ 3146806 h 3163521"/>
              <a:gd name="connsiteX119" fmla="*/ 5760067 w 12193149"/>
              <a:gd name="connsiteY119" fmla="*/ 3162498 h 3163521"/>
              <a:gd name="connsiteX120" fmla="*/ 5628108 w 12193149"/>
              <a:gd name="connsiteY120" fmla="*/ 3163521 h 3163521"/>
              <a:gd name="connsiteX121" fmla="*/ 5472054 w 12193149"/>
              <a:gd name="connsiteY121" fmla="*/ 3149501 h 3163521"/>
              <a:gd name="connsiteX122" fmla="*/ 5433909 w 12193149"/>
              <a:gd name="connsiteY122" fmla="*/ 3138248 h 3163521"/>
              <a:gd name="connsiteX123" fmla="*/ 5382817 w 12193149"/>
              <a:gd name="connsiteY123" fmla="*/ 3120546 h 3163521"/>
              <a:gd name="connsiteX124" fmla="*/ 5262912 w 12193149"/>
              <a:gd name="connsiteY124" fmla="*/ 3100129 h 3163521"/>
              <a:gd name="connsiteX125" fmla="*/ 5224109 w 12193149"/>
              <a:gd name="connsiteY125" fmla="*/ 3089005 h 3163521"/>
              <a:gd name="connsiteX126" fmla="*/ 5175808 w 12193149"/>
              <a:gd name="connsiteY126" fmla="*/ 3086015 h 3163521"/>
              <a:gd name="connsiteX127" fmla="*/ 5157702 w 12193149"/>
              <a:gd name="connsiteY127" fmla="*/ 3078792 h 3163521"/>
              <a:gd name="connsiteX128" fmla="*/ 5143747 w 12193149"/>
              <a:gd name="connsiteY128" fmla="*/ 3075392 h 3163521"/>
              <a:gd name="connsiteX129" fmla="*/ 5140744 w 12193149"/>
              <a:gd name="connsiteY129" fmla="*/ 3073291 h 3163521"/>
              <a:gd name="connsiteX130" fmla="*/ 5122807 w 12193149"/>
              <a:gd name="connsiteY130" fmla="*/ 3062438 h 3163521"/>
              <a:gd name="connsiteX131" fmla="*/ 5066938 w 12193149"/>
              <a:gd name="connsiteY131" fmla="*/ 3069009 h 3163521"/>
              <a:gd name="connsiteX132" fmla="*/ 5012662 w 12193149"/>
              <a:gd name="connsiteY132" fmla="*/ 3052628 h 3163521"/>
              <a:gd name="connsiteX133" fmla="*/ 4841589 w 12193149"/>
              <a:gd name="connsiteY133" fmla="*/ 3028611 h 3163521"/>
              <a:gd name="connsiteX134" fmla="*/ 4763595 w 12193149"/>
              <a:gd name="connsiteY134" fmla="*/ 3000843 h 3163521"/>
              <a:gd name="connsiteX135" fmla="*/ 4724334 w 12193149"/>
              <a:gd name="connsiteY135" fmla="*/ 2991829 h 3163521"/>
              <a:gd name="connsiteX136" fmla="*/ 4722324 w 12193149"/>
              <a:gd name="connsiteY136" fmla="*/ 2991080 h 3163521"/>
              <a:gd name="connsiteX137" fmla="*/ 4723259 w 12193149"/>
              <a:gd name="connsiteY137" fmla="*/ 2990869 h 3163521"/>
              <a:gd name="connsiteX138" fmla="*/ 4718350 w 12193149"/>
              <a:gd name="connsiteY138" fmla="*/ 2989599 h 3163521"/>
              <a:gd name="connsiteX139" fmla="*/ 4722324 w 12193149"/>
              <a:gd name="connsiteY139" fmla="*/ 2991080 h 3163521"/>
              <a:gd name="connsiteX140" fmla="*/ 4716674 w 12193149"/>
              <a:gd name="connsiteY140" fmla="*/ 2992355 h 3163521"/>
              <a:gd name="connsiteX141" fmla="*/ 4516962 w 12193149"/>
              <a:gd name="connsiteY141" fmla="*/ 2982453 h 3163521"/>
              <a:gd name="connsiteX142" fmla="*/ 4429691 w 12193149"/>
              <a:gd name="connsiteY142" fmla="*/ 2971802 h 3163521"/>
              <a:gd name="connsiteX143" fmla="*/ 4364023 w 12193149"/>
              <a:gd name="connsiteY143" fmla="*/ 2970456 h 3163521"/>
              <a:gd name="connsiteX144" fmla="*/ 4318114 w 12193149"/>
              <a:gd name="connsiteY144" fmla="*/ 2977071 h 3163521"/>
              <a:gd name="connsiteX145" fmla="*/ 4316258 w 12193149"/>
              <a:gd name="connsiteY145" fmla="*/ 2975730 h 3163521"/>
              <a:gd name="connsiteX146" fmla="*/ 4296292 w 12193149"/>
              <a:gd name="connsiteY146" fmla="*/ 2973851 h 3163521"/>
              <a:gd name="connsiteX147" fmla="*/ 4291212 w 12193149"/>
              <a:gd name="connsiteY147" fmla="*/ 2976768 h 3163521"/>
              <a:gd name="connsiteX148" fmla="*/ 4277290 w 12193149"/>
              <a:gd name="connsiteY148" fmla="*/ 2976522 h 3163521"/>
              <a:gd name="connsiteX149" fmla="*/ 4249265 w 12193149"/>
              <a:gd name="connsiteY149" fmla="*/ 2978846 h 3163521"/>
              <a:gd name="connsiteX150" fmla="*/ 4203199 w 12193149"/>
              <a:gd name="connsiteY150" fmla="*/ 2976051 h 3163521"/>
              <a:gd name="connsiteX151" fmla="*/ 4202893 w 12193149"/>
              <a:gd name="connsiteY151" fmla="*/ 2974792 h 3163521"/>
              <a:gd name="connsiteX152" fmla="*/ 4192396 w 12193149"/>
              <a:gd name="connsiteY152" fmla="*/ 2969158 h 3163521"/>
              <a:gd name="connsiteX153" fmla="*/ 4143893 w 12193149"/>
              <a:gd name="connsiteY153" fmla="*/ 2953293 h 3163521"/>
              <a:gd name="connsiteX154" fmla="*/ 4084245 w 12193149"/>
              <a:gd name="connsiteY154" fmla="*/ 2926760 h 3163521"/>
              <a:gd name="connsiteX155" fmla="*/ 4075694 w 12193149"/>
              <a:gd name="connsiteY155" fmla="*/ 2925925 h 3163521"/>
              <a:gd name="connsiteX156" fmla="*/ 4075575 w 12193149"/>
              <a:gd name="connsiteY156" fmla="*/ 2925626 h 3163521"/>
              <a:gd name="connsiteX157" fmla="*/ 4066658 w 12193149"/>
              <a:gd name="connsiteY157" fmla="*/ 2924182 h 3163521"/>
              <a:gd name="connsiteX158" fmla="*/ 4060102 w 12193149"/>
              <a:gd name="connsiteY158" fmla="*/ 2924400 h 3163521"/>
              <a:gd name="connsiteX159" fmla="*/ 4043512 w 12193149"/>
              <a:gd name="connsiteY159" fmla="*/ 2922779 h 3163521"/>
              <a:gd name="connsiteX160" fmla="*/ 4038145 w 12193149"/>
              <a:gd name="connsiteY160" fmla="*/ 2920345 h 3163521"/>
              <a:gd name="connsiteX161" fmla="*/ 4036511 w 12193149"/>
              <a:gd name="connsiteY161" fmla="*/ 2916678 h 3163521"/>
              <a:gd name="connsiteX162" fmla="*/ 4034926 w 12193149"/>
              <a:gd name="connsiteY162" fmla="*/ 2916913 h 3163521"/>
              <a:gd name="connsiteX163" fmla="*/ 4005686 w 12193149"/>
              <a:gd name="connsiteY163" fmla="*/ 2904345 h 3163521"/>
              <a:gd name="connsiteX164" fmla="*/ 3937994 w 12193149"/>
              <a:gd name="connsiteY164" fmla="*/ 2886888 h 3163521"/>
              <a:gd name="connsiteX165" fmla="*/ 3898423 w 12193149"/>
              <a:gd name="connsiteY165" fmla="*/ 2881233 h 3163521"/>
              <a:gd name="connsiteX166" fmla="*/ 3790908 w 12193149"/>
              <a:gd name="connsiteY166" fmla="*/ 2860995 h 3163521"/>
              <a:gd name="connsiteX167" fmla="*/ 3683661 w 12193149"/>
              <a:gd name="connsiteY167" fmla="*/ 2837072 h 3163521"/>
              <a:gd name="connsiteX168" fmla="*/ 3611183 w 12193149"/>
              <a:gd name="connsiteY168" fmla="*/ 2804801 h 3163521"/>
              <a:gd name="connsiteX169" fmla="*/ 3605003 w 12193149"/>
              <a:gd name="connsiteY169" fmla="*/ 2806163 h 3163521"/>
              <a:gd name="connsiteX170" fmla="*/ 3595884 w 12193149"/>
              <a:gd name="connsiteY170" fmla="*/ 2806327 h 3163521"/>
              <a:gd name="connsiteX171" fmla="*/ 3595649 w 12193149"/>
              <a:gd name="connsiteY171" fmla="*/ 2806058 h 3163521"/>
              <a:gd name="connsiteX172" fmla="*/ 3587126 w 12193149"/>
              <a:gd name="connsiteY172" fmla="*/ 2806748 h 3163521"/>
              <a:gd name="connsiteX173" fmla="*/ 3537283 w 12193149"/>
              <a:gd name="connsiteY173" fmla="*/ 2797049 h 3163521"/>
              <a:gd name="connsiteX174" fmla="*/ 3474371 w 12193149"/>
              <a:gd name="connsiteY174" fmla="*/ 2793388 h 3163521"/>
              <a:gd name="connsiteX175" fmla="*/ 3401876 w 12193149"/>
              <a:gd name="connsiteY175" fmla="*/ 2781340 h 3163521"/>
              <a:gd name="connsiteX176" fmla="*/ 3365036 w 12193149"/>
              <a:gd name="connsiteY176" fmla="*/ 2798292 h 3163521"/>
              <a:gd name="connsiteX177" fmla="*/ 3345174 w 12193149"/>
              <a:gd name="connsiteY177" fmla="*/ 2799974 h 3163521"/>
              <a:gd name="connsiteX178" fmla="*/ 3342846 w 12193149"/>
              <a:gd name="connsiteY178" fmla="*/ 2798999 h 3163521"/>
              <a:gd name="connsiteX179" fmla="*/ 3263504 w 12193149"/>
              <a:gd name="connsiteY179" fmla="*/ 2804876 h 3163521"/>
              <a:gd name="connsiteX180" fmla="*/ 3143704 w 12193149"/>
              <a:gd name="connsiteY180" fmla="*/ 2812651 h 3163521"/>
              <a:gd name="connsiteX181" fmla="*/ 3031439 w 12193149"/>
              <a:gd name="connsiteY181" fmla="*/ 2815294 h 3163521"/>
              <a:gd name="connsiteX182" fmla="*/ 2782717 w 12193149"/>
              <a:gd name="connsiteY182" fmla="*/ 2837115 h 3163521"/>
              <a:gd name="connsiteX183" fmla="*/ 2647675 w 12193149"/>
              <a:gd name="connsiteY183" fmla="*/ 2847651 h 3163521"/>
              <a:gd name="connsiteX184" fmla="*/ 2569176 w 12193149"/>
              <a:gd name="connsiteY184" fmla="*/ 2821410 h 3163521"/>
              <a:gd name="connsiteX185" fmla="*/ 2444403 w 12193149"/>
              <a:gd name="connsiteY185" fmla="*/ 2835311 h 3163521"/>
              <a:gd name="connsiteX186" fmla="*/ 2316260 w 12193149"/>
              <a:gd name="connsiteY186" fmla="*/ 2843778 h 3163521"/>
              <a:gd name="connsiteX187" fmla="*/ 2209726 w 12193149"/>
              <a:gd name="connsiteY187" fmla="*/ 2838545 h 3163521"/>
              <a:gd name="connsiteX188" fmla="*/ 2095813 w 12193149"/>
              <a:gd name="connsiteY188" fmla="*/ 2821834 h 3163521"/>
              <a:gd name="connsiteX189" fmla="*/ 1998504 w 12193149"/>
              <a:gd name="connsiteY189" fmla="*/ 2813814 h 3163521"/>
              <a:gd name="connsiteX190" fmla="*/ 1929320 w 12193149"/>
              <a:gd name="connsiteY190" fmla="*/ 2835759 h 3163521"/>
              <a:gd name="connsiteX191" fmla="*/ 1922798 w 12193149"/>
              <a:gd name="connsiteY191" fmla="*/ 2830928 h 3163521"/>
              <a:gd name="connsiteX192" fmla="*/ 1874228 w 12193149"/>
              <a:gd name="connsiteY192" fmla="*/ 2832523 h 3163521"/>
              <a:gd name="connsiteX193" fmla="*/ 1787803 w 12193149"/>
              <a:gd name="connsiteY193" fmla="*/ 2860145 h 3163521"/>
              <a:gd name="connsiteX194" fmla="*/ 1739352 w 12193149"/>
              <a:gd name="connsiteY194" fmla="*/ 2855094 h 3163521"/>
              <a:gd name="connsiteX195" fmla="*/ 1676219 w 12193149"/>
              <a:gd name="connsiteY195" fmla="*/ 2838745 h 3163521"/>
              <a:gd name="connsiteX196" fmla="*/ 1609817 w 12193149"/>
              <a:gd name="connsiteY196" fmla="*/ 2831848 h 3163521"/>
              <a:gd name="connsiteX197" fmla="*/ 1497258 w 12193149"/>
              <a:gd name="connsiteY197" fmla="*/ 2806258 h 3163521"/>
              <a:gd name="connsiteX198" fmla="*/ 1151127 w 12193149"/>
              <a:gd name="connsiteY198" fmla="*/ 2756823 h 3163521"/>
              <a:gd name="connsiteX199" fmla="*/ 859417 w 12193149"/>
              <a:gd name="connsiteY199" fmla="*/ 2747390 h 3163521"/>
              <a:gd name="connsiteX200" fmla="*/ 838688 w 12193149"/>
              <a:gd name="connsiteY200" fmla="*/ 2748603 h 3163521"/>
              <a:gd name="connsiteX201" fmla="*/ 817957 w 12193149"/>
              <a:gd name="connsiteY201" fmla="*/ 2746639 h 3163521"/>
              <a:gd name="connsiteX202" fmla="*/ 812654 w 12193149"/>
              <a:gd name="connsiteY202" fmla="*/ 2749533 h 3163521"/>
              <a:gd name="connsiteX203" fmla="*/ 721195 w 12193149"/>
              <a:gd name="connsiteY203" fmla="*/ 2748443 h 3163521"/>
              <a:gd name="connsiteX204" fmla="*/ 720890 w 12193149"/>
              <a:gd name="connsiteY204" fmla="*/ 2747181 h 3163521"/>
              <a:gd name="connsiteX205" fmla="*/ 710023 w 12193149"/>
              <a:gd name="connsiteY205" fmla="*/ 2741504 h 3163521"/>
              <a:gd name="connsiteX206" fmla="*/ 597940 w 12193149"/>
              <a:gd name="connsiteY206" fmla="*/ 2698646 h 3163521"/>
              <a:gd name="connsiteX207" fmla="*/ 579683 w 12193149"/>
              <a:gd name="connsiteY207" fmla="*/ 2695994 h 3163521"/>
              <a:gd name="connsiteX208" fmla="*/ 572865 w 12193149"/>
              <a:gd name="connsiteY208" fmla="*/ 2696183 h 3163521"/>
              <a:gd name="connsiteX209" fmla="*/ 446247 w 12193149"/>
              <a:gd name="connsiteY209" fmla="*/ 2658153 h 3163521"/>
              <a:gd name="connsiteX210" fmla="*/ 405163 w 12193149"/>
              <a:gd name="connsiteY210" fmla="*/ 2652330 h 3163521"/>
              <a:gd name="connsiteX211" fmla="*/ 293583 w 12193149"/>
              <a:gd name="connsiteY211" fmla="*/ 2631634 h 3163521"/>
              <a:gd name="connsiteX212" fmla="*/ 119529 w 12193149"/>
              <a:gd name="connsiteY212" fmla="*/ 2579829 h 3163521"/>
              <a:gd name="connsiteX213" fmla="*/ 16674 w 12193149"/>
              <a:gd name="connsiteY213" fmla="*/ 2576973 h 3163521"/>
              <a:gd name="connsiteX214" fmla="*/ 1150 w 12193149"/>
              <a:gd name="connsiteY214" fmla="*/ 2571504 h 3163521"/>
              <a:gd name="connsiteX215" fmla="*/ 1148 w 12193149"/>
              <a:gd name="connsiteY215" fmla="*/ 1040995 h 3163521"/>
              <a:gd name="connsiteX216" fmla="*/ 1148 w 12193149"/>
              <a:gd name="connsiteY216" fmla="*/ 818782 h 3163521"/>
              <a:gd name="connsiteX0" fmla="*/ 1148 w 12193149"/>
              <a:gd name="connsiteY0" fmla="*/ 0 h 3171710"/>
              <a:gd name="connsiteX1" fmla="*/ 12181789 w 12193149"/>
              <a:gd name="connsiteY1" fmla="*/ 8189 h 3171710"/>
              <a:gd name="connsiteX2" fmla="*/ 12193149 w 12193149"/>
              <a:gd name="connsiteY2" fmla="*/ 1406710 h 3171710"/>
              <a:gd name="connsiteX3" fmla="*/ 12185986 w 12193149"/>
              <a:gd name="connsiteY3" fmla="*/ 1411160 h 3171710"/>
              <a:gd name="connsiteX4" fmla="*/ 12156363 w 12193149"/>
              <a:gd name="connsiteY4" fmla="*/ 1424337 h 3171710"/>
              <a:gd name="connsiteX5" fmla="*/ 12139215 w 12193149"/>
              <a:gd name="connsiteY5" fmla="*/ 1450150 h 3171710"/>
              <a:gd name="connsiteX6" fmla="*/ 12126327 w 12193149"/>
              <a:gd name="connsiteY6" fmla="*/ 1451661 h 3171710"/>
              <a:gd name="connsiteX7" fmla="*/ 12124007 w 12193149"/>
              <a:gd name="connsiteY7" fmla="*/ 1451765 h 3171710"/>
              <a:gd name="connsiteX8" fmla="*/ 12116854 w 12193149"/>
              <a:gd name="connsiteY8" fmla="*/ 1455579 h 3171710"/>
              <a:gd name="connsiteX9" fmla="*/ 12099497 w 12193149"/>
              <a:gd name="connsiteY9" fmla="*/ 1455110 h 3171710"/>
              <a:gd name="connsiteX10" fmla="*/ 12087073 w 12193149"/>
              <a:gd name="connsiteY10" fmla="*/ 1463312 h 3171710"/>
              <a:gd name="connsiteX11" fmla="*/ 12031073 w 12193149"/>
              <a:gd name="connsiteY11" fmla="*/ 1506980 h 3171710"/>
              <a:gd name="connsiteX12" fmla="*/ 11995833 w 12193149"/>
              <a:gd name="connsiteY12" fmla="*/ 1530429 h 3171710"/>
              <a:gd name="connsiteX13" fmla="*/ 11979717 w 12193149"/>
              <a:gd name="connsiteY13" fmla="*/ 1535132 h 3171710"/>
              <a:gd name="connsiteX14" fmla="*/ 11959046 w 12193149"/>
              <a:gd name="connsiteY14" fmla="*/ 1544529 h 3171710"/>
              <a:gd name="connsiteX15" fmla="*/ 11920454 w 12193149"/>
              <a:gd name="connsiteY15" fmla="*/ 1557854 h 3171710"/>
              <a:gd name="connsiteX16" fmla="*/ 11903656 w 12193149"/>
              <a:gd name="connsiteY16" fmla="*/ 1569397 h 3171710"/>
              <a:gd name="connsiteX17" fmla="*/ 11895048 w 12193149"/>
              <a:gd name="connsiteY17" fmla="*/ 1571762 h 3171710"/>
              <a:gd name="connsiteX18" fmla="*/ 11891968 w 12193149"/>
              <a:gd name="connsiteY18" fmla="*/ 1582700 h 3171710"/>
              <a:gd name="connsiteX19" fmla="*/ 11870776 w 12193149"/>
              <a:gd name="connsiteY19" fmla="*/ 1604787 h 3171710"/>
              <a:gd name="connsiteX20" fmla="*/ 11813376 w 12193149"/>
              <a:gd name="connsiteY20" fmla="*/ 1624630 h 3171710"/>
              <a:gd name="connsiteX21" fmla="*/ 11590693 w 12193149"/>
              <a:gd name="connsiteY21" fmla="*/ 1790748 h 3171710"/>
              <a:gd name="connsiteX22" fmla="*/ 11506817 w 12193149"/>
              <a:gd name="connsiteY22" fmla="*/ 1860594 h 3171710"/>
              <a:gd name="connsiteX23" fmla="*/ 11280332 w 12193149"/>
              <a:gd name="connsiteY23" fmla="*/ 2050542 h 3171710"/>
              <a:gd name="connsiteX24" fmla="*/ 11228309 w 12193149"/>
              <a:gd name="connsiteY24" fmla="*/ 2103207 h 3171710"/>
              <a:gd name="connsiteX25" fmla="*/ 11218087 w 12193149"/>
              <a:gd name="connsiteY25" fmla="*/ 2102932 h 3171710"/>
              <a:gd name="connsiteX26" fmla="*/ 11217184 w 12193149"/>
              <a:gd name="connsiteY26" fmla="*/ 2101989 h 3171710"/>
              <a:gd name="connsiteX27" fmla="*/ 11188885 w 12193149"/>
              <a:gd name="connsiteY27" fmla="*/ 2119354 h 3171710"/>
              <a:gd name="connsiteX28" fmla="*/ 11184501 w 12193149"/>
              <a:gd name="connsiteY28" fmla="*/ 2119496 h 3171710"/>
              <a:gd name="connsiteX29" fmla="*/ 11166854 w 12193149"/>
              <a:gd name="connsiteY29" fmla="*/ 2133583 h 3171710"/>
              <a:gd name="connsiteX30" fmla="*/ 11157311 w 12193149"/>
              <a:gd name="connsiteY30" fmla="*/ 2139385 h 3171710"/>
              <a:gd name="connsiteX31" fmla="*/ 11155496 w 12193149"/>
              <a:gd name="connsiteY31" fmla="*/ 2144068 h 3171710"/>
              <a:gd name="connsiteX32" fmla="*/ 11140961 w 12193149"/>
              <a:gd name="connsiteY32" fmla="*/ 2151086 h 3171710"/>
              <a:gd name="connsiteX33" fmla="*/ 11138961 w 12193149"/>
              <a:gd name="connsiteY33" fmla="*/ 2150743 h 3171710"/>
              <a:gd name="connsiteX34" fmla="*/ 11128208 w 12193149"/>
              <a:gd name="connsiteY34" fmla="*/ 2160803 h 3171710"/>
              <a:gd name="connsiteX35" fmla="*/ 11120691 w 12193149"/>
              <a:gd name="connsiteY35" fmla="*/ 2174395 h 3171710"/>
              <a:gd name="connsiteX36" fmla="*/ 10894683 w 12193149"/>
              <a:gd name="connsiteY36" fmla="*/ 2300370 h 3171710"/>
              <a:gd name="connsiteX37" fmla="*/ 10773300 w 12193149"/>
              <a:gd name="connsiteY37" fmla="*/ 2350162 h 3171710"/>
              <a:gd name="connsiteX38" fmla="*/ 10627668 w 12193149"/>
              <a:gd name="connsiteY38" fmla="*/ 2386200 h 3171710"/>
              <a:gd name="connsiteX39" fmla="*/ 10581895 w 12193149"/>
              <a:gd name="connsiteY39" fmla="*/ 2395660 h 3171710"/>
              <a:gd name="connsiteX40" fmla="*/ 10547790 w 12193149"/>
              <a:gd name="connsiteY40" fmla="*/ 2425394 h 3171710"/>
              <a:gd name="connsiteX41" fmla="*/ 10529643 w 12193149"/>
              <a:gd name="connsiteY41" fmla="*/ 2423878 h 3171710"/>
              <a:gd name="connsiteX42" fmla="*/ 10526446 w 12193149"/>
              <a:gd name="connsiteY42" fmla="*/ 2423382 h 3171710"/>
              <a:gd name="connsiteX43" fmla="*/ 10515129 w 12193149"/>
              <a:gd name="connsiteY43" fmla="*/ 2426508 h 3171710"/>
              <a:gd name="connsiteX44" fmla="*/ 10491735 w 12193149"/>
              <a:gd name="connsiteY44" fmla="*/ 2421127 h 3171710"/>
              <a:gd name="connsiteX45" fmla="*/ 10471418 w 12193149"/>
              <a:gd name="connsiteY45" fmla="*/ 2428664 h 3171710"/>
              <a:gd name="connsiteX46" fmla="*/ 10377042 w 12193149"/>
              <a:gd name="connsiteY46" fmla="*/ 2471569 h 3171710"/>
              <a:gd name="connsiteX47" fmla="*/ 10319338 w 12193149"/>
              <a:gd name="connsiteY47" fmla="*/ 2493192 h 3171710"/>
              <a:gd name="connsiteX48" fmla="*/ 10295467 w 12193149"/>
              <a:gd name="connsiteY48" fmla="*/ 2495050 h 3171710"/>
              <a:gd name="connsiteX49" fmla="*/ 10263443 w 12193149"/>
              <a:gd name="connsiteY49" fmla="*/ 2501919 h 3171710"/>
              <a:gd name="connsiteX50" fmla="*/ 10205418 w 12193149"/>
              <a:gd name="connsiteY50" fmla="*/ 2509120 h 3171710"/>
              <a:gd name="connsiteX51" fmla="*/ 10177759 w 12193149"/>
              <a:gd name="connsiteY51" fmla="*/ 2519914 h 3171710"/>
              <a:gd name="connsiteX52" fmla="*/ 10165070 w 12193149"/>
              <a:gd name="connsiteY52" fmla="*/ 2520710 h 3171710"/>
              <a:gd name="connsiteX53" fmla="*/ 10156308 w 12193149"/>
              <a:gd name="connsiteY53" fmla="*/ 2534458 h 3171710"/>
              <a:gd name="connsiteX54" fmla="*/ 10118267 w 12193149"/>
              <a:gd name="connsiteY54" fmla="*/ 2558113 h 3171710"/>
              <a:gd name="connsiteX55" fmla="*/ 10083317 w 12193149"/>
              <a:gd name="connsiteY55" fmla="*/ 2570267 h 3171710"/>
              <a:gd name="connsiteX56" fmla="*/ 10040388 w 12193149"/>
              <a:gd name="connsiteY56" fmla="*/ 2568603 h 3171710"/>
              <a:gd name="connsiteX57" fmla="*/ 9961167 w 12193149"/>
              <a:gd name="connsiteY57" fmla="*/ 2584118 h 3171710"/>
              <a:gd name="connsiteX58" fmla="*/ 9848940 w 12193149"/>
              <a:gd name="connsiteY58" fmla="*/ 2590886 h 3171710"/>
              <a:gd name="connsiteX59" fmla="*/ 9729457 w 12193149"/>
              <a:gd name="connsiteY59" fmla="*/ 2611093 h 3171710"/>
              <a:gd name="connsiteX60" fmla="*/ 9613704 w 12193149"/>
              <a:gd name="connsiteY60" fmla="*/ 2639342 h 3171710"/>
              <a:gd name="connsiteX61" fmla="*/ 9338590 w 12193149"/>
              <a:gd name="connsiteY61" fmla="*/ 2696264 h 3171710"/>
              <a:gd name="connsiteX62" fmla="*/ 9232518 w 12193149"/>
              <a:gd name="connsiteY62" fmla="*/ 2720120 h 3171710"/>
              <a:gd name="connsiteX63" fmla="*/ 9156690 w 12193149"/>
              <a:gd name="connsiteY63" fmla="*/ 2730199 h 3171710"/>
              <a:gd name="connsiteX64" fmla="*/ 9054601 w 12193149"/>
              <a:gd name="connsiteY64" fmla="*/ 2737726 h 3171710"/>
              <a:gd name="connsiteX65" fmla="*/ 9006634 w 12193149"/>
              <a:gd name="connsiteY65" fmla="*/ 2741011 h 3171710"/>
              <a:gd name="connsiteX66" fmla="*/ 9006349 w 12193149"/>
              <a:gd name="connsiteY66" fmla="*/ 2740771 h 3171710"/>
              <a:gd name="connsiteX67" fmla="*/ 8997380 w 12193149"/>
              <a:gd name="connsiteY67" fmla="*/ 2741982 h 3171710"/>
              <a:gd name="connsiteX68" fmla="*/ 8991542 w 12193149"/>
              <a:gd name="connsiteY68" fmla="*/ 2744043 h 3171710"/>
              <a:gd name="connsiteX69" fmla="*/ 8975485 w 12193149"/>
              <a:gd name="connsiteY69" fmla="*/ 2747269 h 3171710"/>
              <a:gd name="connsiteX70" fmla="*/ 8969159 w 12193149"/>
              <a:gd name="connsiteY70" fmla="*/ 2746569 h 3171710"/>
              <a:gd name="connsiteX71" fmla="*/ 8964196 w 12193149"/>
              <a:gd name="connsiteY71" fmla="*/ 2744344 h 3171710"/>
              <a:gd name="connsiteX72" fmla="*/ 8930136 w 12193149"/>
              <a:gd name="connsiteY72" fmla="*/ 2741156 h 3171710"/>
              <a:gd name="connsiteX73" fmla="*/ 8753592 w 12193149"/>
              <a:gd name="connsiteY73" fmla="*/ 2760388 h 3171710"/>
              <a:gd name="connsiteX74" fmla="*/ 8708995 w 12193149"/>
              <a:gd name="connsiteY74" fmla="*/ 2762489 h 3171710"/>
              <a:gd name="connsiteX75" fmla="*/ 8597219 w 12193149"/>
              <a:gd name="connsiteY75" fmla="*/ 2771061 h 3171710"/>
              <a:gd name="connsiteX76" fmla="*/ 8526378 w 12193149"/>
              <a:gd name="connsiteY76" fmla="*/ 2756219 h 3171710"/>
              <a:gd name="connsiteX77" fmla="*/ 8512131 w 12193149"/>
              <a:gd name="connsiteY77" fmla="*/ 2762134 h 3171710"/>
              <a:gd name="connsiteX78" fmla="*/ 8507315 w 12193149"/>
              <a:gd name="connsiteY78" fmla="*/ 2765135 h 3171710"/>
              <a:gd name="connsiteX79" fmla="*/ 8499116 w 12193149"/>
              <a:gd name="connsiteY79" fmla="*/ 2767873 h 3171710"/>
              <a:gd name="connsiteX80" fmla="*/ 8498742 w 12193149"/>
              <a:gd name="connsiteY80" fmla="*/ 2767694 h 3171710"/>
              <a:gd name="connsiteX81" fmla="*/ 8491397 w 12193149"/>
              <a:gd name="connsiteY81" fmla="*/ 2770744 h 3171710"/>
              <a:gd name="connsiteX82" fmla="*/ 8368330 w 12193149"/>
              <a:gd name="connsiteY82" fmla="*/ 2784786 h 3171710"/>
              <a:gd name="connsiteX83" fmla="*/ 8354947 w 12193149"/>
              <a:gd name="connsiteY83" fmla="*/ 2784980 h 3171710"/>
              <a:gd name="connsiteX84" fmla="*/ 8321252 w 12193149"/>
              <a:gd name="connsiteY84" fmla="*/ 2801558 h 3171710"/>
              <a:gd name="connsiteX85" fmla="*/ 8315581 w 12193149"/>
              <a:gd name="connsiteY85" fmla="*/ 2801884 h 3171710"/>
              <a:gd name="connsiteX86" fmla="*/ 8296322 w 12193149"/>
              <a:gd name="connsiteY86" fmla="*/ 2815779 h 3171710"/>
              <a:gd name="connsiteX87" fmla="*/ 8285424 w 12193149"/>
              <a:gd name="connsiteY87" fmla="*/ 2821602 h 3171710"/>
              <a:gd name="connsiteX88" fmla="*/ 8284298 w 12193149"/>
              <a:gd name="connsiteY88" fmla="*/ 2826045 h 3171710"/>
              <a:gd name="connsiteX89" fmla="*/ 8267224 w 12193149"/>
              <a:gd name="connsiteY89" fmla="*/ 2833220 h 3171710"/>
              <a:gd name="connsiteX90" fmla="*/ 8264525 w 12193149"/>
              <a:gd name="connsiteY90" fmla="*/ 2832990 h 3171710"/>
              <a:gd name="connsiteX91" fmla="*/ 8253181 w 12193149"/>
              <a:gd name="connsiteY91" fmla="*/ 2842833 h 3171710"/>
              <a:gd name="connsiteX92" fmla="*/ 8246982 w 12193149"/>
              <a:gd name="connsiteY92" fmla="*/ 2855825 h 3171710"/>
              <a:gd name="connsiteX93" fmla="*/ 8091420 w 12193149"/>
              <a:gd name="connsiteY93" fmla="*/ 2901986 h 3171710"/>
              <a:gd name="connsiteX94" fmla="*/ 7906555 w 12193149"/>
              <a:gd name="connsiteY94" fmla="*/ 2943959 h 3171710"/>
              <a:gd name="connsiteX95" fmla="*/ 7719893 w 12193149"/>
              <a:gd name="connsiteY95" fmla="*/ 2969674 h 3171710"/>
              <a:gd name="connsiteX96" fmla="*/ 7615495 w 12193149"/>
              <a:gd name="connsiteY96" fmla="*/ 2966203 h 3171710"/>
              <a:gd name="connsiteX97" fmla="*/ 7528691 w 12193149"/>
              <a:gd name="connsiteY97" fmla="*/ 2972031 h 3171710"/>
              <a:gd name="connsiteX98" fmla="*/ 7520719 w 12193149"/>
              <a:gd name="connsiteY98" fmla="*/ 2974584 h 3171710"/>
              <a:gd name="connsiteX99" fmla="*/ 7508559 w 12193149"/>
              <a:gd name="connsiteY99" fmla="*/ 2975919 h 3171710"/>
              <a:gd name="connsiteX100" fmla="*/ 7508188 w 12193149"/>
              <a:gd name="connsiteY100" fmla="*/ 2975592 h 3171710"/>
              <a:gd name="connsiteX101" fmla="*/ 7496943 w 12193149"/>
              <a:gd name="connsiteY101" fmla="*/ 2977544 h 3171710"/>
              <a:gd name="connsiteX102" fmla="*/ 7219707 w 12193149"/>
              <a:gd name="connsiteY102" fmla="*/ 2983651 h 3171710"/>
              <a:gd name="connsiteX103" fmla="*/ 7202249 w 12193149"/>
              <a:gd name="connsiteY103" fmla="*/ 2988201 h 3171710"/>
              <a:gd name="connsiteX104" fmla="*/ 7198152 w 12193149"/>
              <a:gd name="connsiteY104" fmla="*/ 2993559 h 3171710"/>
              <a:gd name="connsiteX105" fmla="*/ 7171956 w 12193149"/>
              <a:gd name="connsiteY105" fmla="*/ 2998207 h 3171710"/>
              <a:gd name="connsiteX106" fmla="*/ 7098136 w 12193149"/>
              <a:gd name="connsiteY106" fmla="*/ 3010435 h 3171710"/>
              <a:gd name="connsiteX107" fmla="*/ 7019644 w 12193149"/>
              <a:gd name="connsiteY107" fmla="*/ 3010061 h 3171710"/>
              <a:gd name="connsiteX108" fmla="*/ 6905294 w 12193149"/>
              <a:gd name="connsiteY108" fmla="*/ 3039567 h 3171710"/>
              <a:gd name="connsiteX109" fmla="*/ 6709370 w 12193149"/>
              <a:gd name="connsiteY109" fmla="*/ 3067522 h 3171710"/>
              <a:gd name="connsiteX110" fmla="*/ 6550602 w 12193149"/>
              <a:gd name="connsiteY110" fmla="*/ 3096298 h 3171710"/>
              <a:gd name="connsiteX111" fmla="*/ 6318708 w 12193149"/>
              <a:gd name="connsiteY111" fmla="*/ 3143098 h 3171710"/>
              <a:gd name="connsiteX112" fmla="*/ 6169822 w 12193149"/>
              <a:gd name="connsiteY112" fmla="*/ 3145185 h 3171710"/>
              <a:gd name="connsiteX113" fmla="*/ 6074996 w 12193149"/>
              <a:gd name="connsiteY113" fmla="*/ 3165647 h 3171710"/>
              <a:gd name="connsiteX114" fmla="*/ 6069677 w 12193149"/>
              <a:gd name="connsiteY114" fmla="*/ 3164110 h 3171710"/>
              <a:gd name="connsiteX115" fmla="*/ 6049786 w 12193149"/>
              <a:gd name="connsiteY115" fmla="*/ 3164793 h 3171710"/>
              <a:gd name="connsiteX116" fmla="*/ 6042433 w 12193149"/>
              <a:gd name="connsiteY116" fmla="*/ 3156444 h 3171710"/>
              <a:gd name="connsiteX117" fmla="*/ 6011238 w 12193149"/>
              <a:gd name="connsiteY117" fmla="*/ 3151351 h 3171710"/>
              <a:gd name="connsiteX118" fmla="*/ 5958523 w 12193149"/>
              <a:gd name="connsiteY118" fmla="*/ 3154995 h 3171710"/>
              <a:gd name="connsiteX119" fmla="*/ 5760067 w 12193149"/>
              <a:gd name="connsiteY119" fmla="*/ 3170687 h 3171710"/>
              <a:gd name="connsiteX120" fmla="*/ 5628108 w 12193149"/>
              <a:gd name="connsiteY120" fmla="*/ 3171710 h 3171710"/>
              <a:gd name="connsiteX121" fmla="*/ 5472054 w 12193149"/>
              <a:gd name="connsiteY121" fmla="*/ 3157690 h 3171710"/>
              <a:gd name="connsiteX122" fmla="*/ 5433909 w 12193149"/>
              <a:gd name="connsiteY122" fmla="*/ 3146437 h 3171710"/>
              <a:gd name="connsiteX123" fmla="*/ 5382817 w 12193149"/>
              <a:gd name="connsiteY123" fmla="*/ 3128735 h 3171710"/>
              <a:gd name="connsiteX124" fmla="*/ 5262912 w 12193149"/>
              <a:gd name="connsiteY124" fmla="*/ 3108318 h 3171710"/>
              <a:gd name="connsiteX125" fmla="*/ 5224109 w 12193149"/>
              <a:gd name="connsiteY125" fmla="*/ 3097194 h 3171710"/>
              <a:gd name="connsiteX126" fmla="*/ 5175808 w 12193149"/>
              <a:gd name="connsiteY126" fmla="*/ 3094204 h 3171710"/>
              <a:gd name="connsiteX127" fmla="*/ 5157702 w 12193149"/>
              <a:gd name="connsiteY127" fmla="*/ 3086981 h 3171710"/>
              <a:gd name="connsiteX128" fmla="*/ 5143747 w 12193149"/>
              <a:gd name="connsiteY128" fmla="*/ 3083581 h 3171710"/>
              <a:gd name="connsiteX129" fmla="*/ 5140744 w 12193149"/>
              <a:gd name="connsiteY129" fmla="*/ 3081480 h 3171710"/>
              <a:gd name="connsiteX130" fmla="*/ 5122807 w 12193149"/>
              <a:gd name="connsiteY130" fmla="*/ 3070627 h 3171710"/>
              <a:gd name="connsiteX131" fmla="*/ 5066938 w 12193149"/>
              <a:gd name="connsiteY131" fmla="*/ 3077198 h 3171710"/>
              <a:gd name="connsiteX132" fmla="*/ 5012662 w 12193149"/>
              <a:gd name="connsiteY132" fmla="*/ 3060817 h 3171710"/>
              <a:gd name="connsiteX133" fmla="*/ 4841589 w 12193149"/>
              <a:gd name="connsiteY133" fmla="*/ 3036800 h 3171710"/>
              <a:gd name="connsiteX134" fmla="*/ 4763595 w 12193149"/>
              <a:gd name="connsiteY134" fmla="*/ 3009032 h 3171710"/>
              <a:gd name="connsiteX135" fmla="*/ 4724334 w 12193149"/>
              <a:gd name="connsiteY135" fmla="*/ 3000018 h 3171710"/>
              <a:gd name="connsiteX136" fmla="*/ 4722324 w 12193149"/>
              <a:gd name="connsiteY136" fmla="*/ 2999269 h 3171710"/>
              <a:gd name="connsiteX137" fmla="*/ 4723259 w 12193149"/>
              <a:gd name="connsiteY137" fmla="*/ 2999058 h 3171710"/>
              <a:gd name="connsiteX138" fmla="*/ 4718350 w 12193149"/>
              <a:gd name="connsiteY138" fmla="*/ 2997788 h 3171710"/>
              <a:gd name="connsiteX139" fmla="*/ 4722324 w 12193149"/>
              <a:gd name="connsiteY139" fmla="*/ 2999269 h 3171710"/>
              <a:gd name="connsiteX140" fmla="*/ 4716674 w 12193149"/>
              <a:gd name="connsiteY140" fmla="*/ 3000544 h 3171710"/>
              <a:gd name="connsiteX141" fmla="*/ 4516962 w 12193149"/>
              <a:gd name="connsiteY141" fmla="*/ 2990642 h 3171710"/>
              <a:gd name="connsiteX142" fmla="*/ 4429691 w 12193149"/>
              <a:gd name="connsiteY142" fmla="*/ 2979991 h 3171710"/>
              <a:gd name="connsiteX143" fmla="*/ 4364023 w 12193149"/>
              <a:gd name="connsiteY143" fmla="*/ 2978645 h 3171710"/>
              <a:gd name="connsiteX144" fmla="*/ 4318114 w 12193149"/>
              <a:gd name="connsiteY144" fmla="*/ 2985260 h 3171710"/>
              <a:gd name="connsiteX145" fmla="*/ 4316258 w 12193149"/>
              <a:gd name="connsiteY145" fmla="*/ 2983919 h 3171710"/>
              <a:gd name="connsiteX146" fmla="*/ 4296292 w 12193149"/>
              <a:gd name="connsiteY146" fmla="*/ 2982040 h 3171710"/>
              <a:gd name="connsiteX147" fmla="*/ 4291212 w 12193149"/>
              <a:gd name="connsiteY147" fmla="*/ 2984957 h 3171710"/>
              <a:gd name="connsiteX148" fmla="*/ 4277290 w 12193149"/>
              <a:gd name="connsiteY148" fmla="*/ 2984711 h 3171710"/>
              <a:gd name="connsiteX149" fmla="*/ 4249265 w 12193149"/>
              <a:gd name="connsiteY149" fmla="*/ 2987035 h 3171710"/>
              <a:gd name="connsiteX150" fmla="*/ 4203199 w 12193149"/>
              <a:gd name="connsiteY150" fmla="*/ 2984240 h 3171710"/>
              <a:gd name="connsiteX151" fmla="*/ 4202893 w 12193149"/>
              <a:gd name="connsiteY151" fmla="*/ 2982981 h 3171710"/>
              <a:gd name="connsiteX152" fmla="*/ 4192396 w 12193149"/>
              <a:gd name="connsiteY152" fmla="*/ 2977347 h 3171710"/>
              <a:gd name="connsiteX153" fmla="*/ 4143893 w 12193149"/>
              <a:gd name="connsiteY153" fmla="*/ 2961482 h 3171710"/>
              <a:gd name="connsiteX154" fmla="*/ 4084245 w 12193149"/>
              <a:gd name="connsiteY154" fmla="*/ 2934949 h 3171710"/>
              <a:gd name="connsiteX155" fmla="*/ 4075694 w 12193149"/>
              <a:gd name="connsiteY155" fmla="*/ 2934114 h 3171710"/>
              <a:gd name="connsiteX156" fmla="*/ 4075575 w 12193149"/>
              <a:gd name="connsiteY156" fmla="*/ 2933815 h 3171710"/>
              <a:gd name="connsiteX157" fmla="*/ 4066658 w 12193149"/>
              <a:gd name="connsiteY157" fmla="*/ 2932371 h 3171710"/>
              <a:gd name="connsiteX158" fmla="*/ 4060102 w 12193149"/>
              <a:gd name="connsiteY158" fmla="*/ 2932589 h 3171710"/>
              <a:gd name="connsiteX159" fmla="*/ 4043512 w 12193149"/>
              <a:gd name="connsiteY159" fmla="*/ 2930968 h 3171710"/>
              <a:gd name="connsiteX160" fmla="*/ 4038145 w 12193149"/>
              <a:gd name="connsiteY160" fmla="*/ 2928534 h 3171710"/>
              <a:gd name="connsiteX161" fmla="*/ 4036511 w 12193149"/>
              <a:gd name="connsiteY161" fmla="*/ 2924867 h 3171710"/>
              <a:gd name="connsiteX162" fmla="*/ 4034926 w 12193149"/>
              <a:gd name="connsiteY162" fmla="*/ 2925102 h 3171710"/>
              <a:gd name="connsiteX163" fmla="*/ 4005686 w 12193149"/>
              <a:gd name="connsiteY163" fmla="*/ 2912534 h 3171710"/>
              <a:gd name="connsiteX164" fmla="*/ 3937994 w 12193149"/>
              <a:gd name="connsiteY164" fmla="*/ 2895077 h 3171710"/>
              <a:gd name="connsiteX165" fmla="*/ 3898423 w 12193149"/>
              <a:gd name="connsiteY165" fmla="*/ 2889422 h 3171710"/>
              <a:gd name="connsiteX166" fmla="*/ 3790908 w 12193149"/>
              <a:gd name="connsiteY166" fmla="*/ 2869184 h 3171710"/>
              <a:gd name="connsiteX167" fmla="*/ 3683661 w 12193149"/>
              <a:gd name="connsiteY167" fmla="*/ 2845261 h 3171710"/>
              <a:gd name="connsiteX168" fmla="*/ 3611183 w 12193149"/>
              <a:gd name="connsiteY168" fmla="*/ 2812990 h 3171710"/>
              <a:gd name="connsiteX169" fmla="*/ 3605003 w 12193149"/>
              <a:gd name="connsiteY169" fmla="*/ 2814352 h 3171710"/>
              <a:gd name="connsiteX170" fmla="*/ 3595884 w 12193149"/>
              <a:gd name="connsiteY170" fmla="*/ 2814516 h 3171710"/>
              <a:gd name="connsiteX171" fmla="*/ 3595649 w 12193149"/>
              <a:gd name="connsiteY171" fmla="*/ 2814247 h 3171710"/>
              <a:gd name="connsiteX172" fmla="*/ 3587126 w 12193149"/>
              <a:gd name="connsiteY172" fmla="*/ 2814937 h 3171710"/>
              <a:gd name="connsiteX173" fmla="*/ 3537283 w 12193149"/>
              <a:gd name="connsiteY173" fmla="*/ 2805238 h 3171710"/>
              <a:gd name="connsiteX174" fmla="*/ 3474371 w 12193149"/>
              <a:gd name="connsiteY174" fmla="*/ 2801577 h 3171710"/>
              <a:gd name="connsiteX175" fmla="*/ 3401876 w 12193149"/>
              <a:gd name="connsiteY175" fmla="*/ 2789529 h 3171710"/>
              <a:gd name="connsiteX176" fmla="*/ 3365036 w 12193149"/>
              <a:gd name="connsiteY176" fmla="*/ 2806481 h 3171710"/>
              <a:gd name="connsiteX177" fmla="*/ 3345174 w 12193149"/>
              <a:gd name="connsiteY177" fmla="*/ 2808163 h 3171710"/>
              <a:gd name="connsiteX178" fmla="*/ 3342846 w 12193149"/>
              <a:gd name="connsiteY178" fmla="*/ 2807188 h 3171710"/>
              <a:gd name="connsiteX179" fmla="*/ 3263504 w 12193149"/>
              <a:gd name="connsiteY179" fmla="*/ 2813065 h 3171710"/>
              <a:gd name="connsiteX180" fmla="*/ 3143704 w 12193149"/>
              <a:gd name="connsiteY180" fmla="*/ 2820840 h 3171710"/>
              <a:gd name="connsiteX181" fmla="*/ 3031439 w 12193149"/>
              <a:gd name="connsiteY181" fmla="*/ 2823483 h 3171710"/>
              <a:gd name="connsiteX182" fmla="*/ 2782717 w 12193149"/>
              <a:gd name="connsiteY182" fmla="*/ 2845304 h 3171710"/>
              <a:gd name="connsiteX183" fmla="*/ 2647675 w 12193149"/>
              <a:gd name="connsiteY183" fmla="*/ 2855840 h 3171710"/>
              <a:gd name="connsiteX184" fmla="*/ 2569176 w 12193149"/>
              <a:gd name="connsiteY184" fmla="*/ 2829599 h 3171710"/>
              <a:gd name="connsiteX185" fmla="*/ 2444403 w 12193149"/>
              <a:gd name="connsiteY185" fmla="*/ 2843500 h 3171710"/>
              <a:gd name="connsiteX186" fmla="*/ 2316260 w 12193149"/>
              <a:gd name="connsiteY186" fmla="*/ 2851967 h 3171710"/>
              <a:gd name="connsiteX187" fmla="*/ 2209726 w 12193149"/>
              <a:gd name="connsiteY187" fmla="*/ 2846734 h 3171710"/>
              <a:gd name="connsiteX188" fmla="*/ 2095813 w 12193149"/>
              <a:gd name="connsiteY188" fmla="*/ 2830023 h 3171710"/>
              <a:gd name="connsiteX189" fmla="*/ 1998504 w 12193149"/>
              <a:gd name="connsiteY189" fmla="*/ 2822003 h 3171710"/>
              <a:gd name="connsiteX190" fmla="*/ 1929320 w 12193149"/>
              <a:gd name="connsiteY190" fmla="*/ 2843948 h 3171710"/>
              <a:gd name="connsiteX191" fmla="*/ 1922798 w 12193149"/>
              <a:gd name="connsiteY191" fmla="*/ 2839117 h 3171710"/>
              <a:gd name="connsiteX192" fmla="*/ 1874228 w 12193149"/>
              <a:gd name="connsiteY192" fmla="*/ 2840712 h 3171710"/>
              <a:gd name="connsiteX193" fmla="*/ 1787803 w 12193149"/>
              <a:gd name="connsiteY193" fmla="*/ 2868334 h 3171710"/>
              <a:gd name="connsiteX194" fmla="*/ 1739352 w 12193149"/>
              <a:gd name="connsiteY194" fmla="*/ 2863283 h 3171710"/>
              <a:gd name="connsiteX195" fmla="*/ 1676219 w 12193149"/>
              <a:gd name="connsiteY195" fmla="*/ 2846934 h 3171710"/>
              <a:gd name="connsiteX196" fmla="*/ 1609817 w 12193149"/>
              <a:gd name="connsiteY196" fmla="*/ 2840037 h 3171710"/>
              <a:gd name="connsiteX197" fmla="*/ 1497258 w 12193149"/>
              <a:gd name="connsiteY197" fmla="*/ 2814447 h 3171710"/>
              <a:gd name="connsiteX198" fmla="*/ 1151127 w 12193149"/>
              <a:gd name="connsiteY198" fmla="*/ 2765012 h 3171710"/>
              <a:gd name="connsiteX199" fmla="*/ 859417 w 12193149"/>
              <a:gd name="connsiteY199" fmla="*/ 2755579 h 3171710"/>
              <a:gd name="connsiteX200" fmla="*/ 838688 w 12193149"/>
              <a:gd name="connsiteY200" fmla="*/ 2756792 h 3171710"/>
              <a:gd name="connsiteX201" fmla="*/ 817957 w 12193149"/>
              <a:gd name="connsiteY201" fmla="*/ 2754828 h 3171710"/>
              <a:gd name="connsiteX202" fmla="*/ 812654 w 12193149"/>
              <a:gd name="connsiteY202" fmla="*/ 2757722 h 3171710"/>
              <a:gd name="connsiteX203" fmla="*/ 721195 w 12193149"/>
              <a:gd name="connsiteY203" fmla="*/ 2756632 h 3171710"/>
              <a:gd name="connsiteX204" fmla="*/ 720890 w 12193149"/>
              <a:gd name="connsiteY204" fmla="*/ 2755370 h 3171710"/>
              <a:gd name="connsiteX205" fmla="*/ 710023 w 12193149"/>
              <a:gd name="connsiteY205" fmla="*/ 2749693 h 3171710"/>
              <a:gd name="connsiteX206" fmla="*/ 597940 w 12193149"/>
              <a:gd name="connsiteY206" fmla="*/ 2706835 h 3171710"/>
              <a:gd name="connsiteX207" fmla="*/ 579683 w 12193149"/>
              <a:gd name="connsiteY207" fmla="*/ 2704183 h 3171710"/>
              <a:gd name="connsiteX208" fmla="*/ 572865 w 12193149"/>
              <a:gd name="connsiteY208" fmla="*/ 2704372 h 3171710"/>
              <a:gd name="connsiteX209" fmla="*/ 446247 w 12193149"/>
              <a:gd name="connsiteY209" fmla="*/ 2666342 h 3171710"/>
              <a:gd name="connsiteX210" fmla="*/ 405163 w 12193149"/>
              <a:gd name="connsiteY210" fmla="*/ 2660519 h 3171710"/>
              <a:gd name="connsiteX211" fmla="*/ 293583 w 12193149"/>
              <a:gd name="connsiteY211" fmla="*/ 2639823 h 3171710"/>
              <a:gd name="connsiteX212" fmla="*/ 119529 w 12193149"/>
              <a:gd name="connsiteY212" fmla="*/ 2588018 h 3171710"/>
              <a:gd name="connsiteX213" fmla="*/ 16674 w 12193149"/>
              <a:gd name="connsiteY213" fmla="*/ 2585162 h 3171710"/>
              <a:gd name="connsiteX214" fmla="*/ 1150 w 12193149"/>
              <a:gd name="connsiteY214" fmla="*/ 2579693 h 3171710"/>
              <a:gd name="connsiteX215" fmla="*/ 1148 w 12193149"/>
              <a:gd name="connsiteY215" fmla="*/ 1049184 h 3171710"/>
              <a:gd name="connsiteX216" fmla="*/ 1148 w 12193149"/>
              <a:gd name="connsiteY216" fmla="*/ 0 h 3171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</a:cxnLst>
            <a:rect l="l" t="t" r="r" b="b"/>
            <a:pathLst>
              <a:path w="12193149" h="3171710">
                <a:moveTo>
                  <a:pt x="1148" y="0"/>
                </a:moveTo>
                <a:lnTo>
                  <a:pt x="12181789" y="8189"/>
                </a:lnTo>
                <a:cubicBezTo>
                  <a:pt x="12181789" y="201435"/>
                  <a:pt x="12193149" y="1213464"/>
                  <a:pt x="12193149" y="1406710"/>
                </a:cubicBezTo>
                <a:lnTo>
                  <a:pt x="12185986" y="1411160"/>
                </a:lnTo>
                <a:cubicBezTo>
                  <a:pt x="12156393" y="1404401"/>
                  <a:pt x="12176978" y="1415299"/>
                  <a:pt x="12156363" y="1424337"/>
                </a:cubicBezTo>
                <a:cubicBezTo>
                  <a:pt x="12172308" y="1438279"/>
                  <a:pt x="12127905" y="1429847"/>
                  <a:pt x="12139215" y="1450150"/>
                </a:cubicBezTo>
                <a:cubicBezTo>
                  <a:pt x="12135103" y="1451151"/>
                  <a:pt x="12130766" y="1451483"/>
                  <a:pt x="12126327" y="1451661"/>
                </a:cubicBezTo>
                <a:lnTo>
                  <a:pt x="12124007" y="1451765"/>
                </a:lnTo>
                <a:lnTo>
                  <a:pt x="12116854" y="1455579"/>
                </a:lnTo>
                <a:lnTo>
                  <a:pt x="12099497" y="1455110"/>
                </a:lnTo>
                <a:cubicBezTo>
                  <a:pt x="12095162" y="1456775"/>
                  <a:pt x="12090978" y="1459336"/>
                  <a:pt x="12087073" y="1463312"/>
                </a:cubicBezTo>
                <a:cubicBezTo>
                  <a:pt x="12078890" y="1483714"/>
                  <a:pt x="12040481" y="1480817"/>
                  <a:pt x="12031073" y="1506980"/>
                </a:cubicBezTo>
                <a:cubicBezTo>
                  <a:pt x="12026399" y="1515225"/>
                  <a:pt x="12004497" y="1532326"/>
                  <a:pt x="11995833" y="1530429"/>
                </a:cubicBezTo>
                <a:cubicBezTo>
                  <a:pt x="11990333" y="1532938"/>
                  <a:pt x="11986699" y="1539016"/>
                  <a:pt x="11979717" y="1535132"/>
                </a:cubicBezTo>
                <a:cubicBezTo>
                  <a:pt x="11970382" y="1531211"/>
                  <a:pt x="11963763" y="1554233"/>
                  <a:pt x="11959046" y="1544529"/>
                </a:cubicBezTo>
                <a:lnTo>
                  <a:pt x="11920454" y="1557854"/>
                </a:lnTo>
                <a:cubicBezTo>
                  <a:pt x="11919152" y="1564914"/>
                  <a:pt x="11912619" y="1567116"/>
                  <a:pt x="11903656" y="1569397"/>
                </a:cubicBezTo>
                <a:lnTo>
                  <a:pt x="11895048" y="1571762"/>
                </a:lnTo>
                <a:lnTo>
                  <a:pt x="11891968" y="1582700"/>
                </a:lnTo>
                <a:cubicBezTo>
                  <a:pt x="11881074" y="1573372"/>
                  <a:pt x="11884523" y="1604713"/>
                  <a:pt x="11870776" y="1604787"/>
                </a:cubicBezTo>
                <a:lnTo>
                  <a:pt x="11813376" y="1624630"/>
                </a:lnTo>
                <a:lnTo>
                  <a:pt x="11590693" y="1790748"/>
                </a:lnTo>
                <a:cubicBezTo>
                  <a:pt x="11550201" y="1817685"/>
                  <a:pt x="11542649" y="1767741"/>
                  <a:pt x="11506817" y="1860594"/>
                </a:cubicBezTo>
                <a:cubicBezTo>
                  <a:pt x="11450023" y="1916431"/>
                  <a:pt x="11337127" y="2017145"/>
                  <a:pt x="11280332" y="2050542"/>
                </a:cubicBezTo>
                <a:cubicBezTo>
                  <a:pt x="11267547" y="2058142"/>
                  <a:pt x="11229147" y="2123560"/>
                  <a:pt x="11228309" y="2103207"/>
                </a:cubicBezTo>
                <a:cubicBezTo>
                  <a:pt x="11223950" y="2105174"/>
                  <a:pt x="11220761" y="2104651"/>
                  <a:pt x="11218087" y="2102932"/>
                </a:cubicBezTo>
                <a:lnTo>
                  <a:pt x="11217184" y="2101989"/>
                </a:lnTo>
                <a:lnTo>
                  <a:pt x="11188885" y="2119354"/>
                </a:lnTo>
                <a:lnTo>
                  <a:pt x="11184501" y="2119496"/>
                </a:lnTo>
                <a:lnTo>
                  <a:pt x="11166854" y="2133583"/>
                </a:lnTo>
                <a:lnTo>
                  <a:pt x="11157311" y="2139385"/>
                </a:lnTo>
                <a:lnTo>
                  <a:pt x="11155496" y="2144068"/>
                </a:lnTo>
                <a:cubicBezTo>
                  <a:pt x="11153045" y="2147436"/>
                  <a:pt x="11148902" y="2150083"/>
                  <a:pt x="11140961" y="2151086"/>
                </a:cubicBezTo>
                <a:lnTo>
                  <a:pt x="11138961" y="2150743"/>
                </a:lnTo>
                <a:lnTo>
                  <a:pt x="11128208" y="2160803"/>
                </a:lnTo>
                <a:cubicBezTo>
                  <a:pt x="11124962" y="2164785"/>
                  <a:pt x="11122359" y="2169258"/>
                  <a:pt x="11120691" y="2174395"/>
                </a:cubicBezTo>
                <a:cubicBezTo>
                  <a:pt x="11081770" y="2197656"/>
                  <a:pt x="10952581" y="2271077"/>
                  <a:pt x="10894683" y="2300370"/>
                </a:cubicBezTo>
                <a:cubicBezTo>
                  <a:pt x="10861781" y="2315405"/>
                  <a:pt x="10817803" y="2335857"/>
                  <a:pt x="10773300" y="2350162"/>
                </a:cubicBezTo>
                <a:cubicBezTo>
                  <a:pt x="10733414" y="2394390"/>
                  <a:pt x="10677791" y="2353706"/>
                  <a:pt x="10627668" y="2386200"/>
                </a:cubicBezTo>
                <a:cubicBezTo>
                  <a:pt x="10590276" y="2369074"/>
                  <a:pt x="10613693" y="2389253"/>
                  <a:pt x="10581895" y="2395660"/>
                </a:cubicBezTo>
                <a:cubicBezTo>
                  <a:pt x="10597733" y="2418627"/>
                  <a:pt x="10540912" y="2395212"/>
                  <a:pt x="10547790" y="2425394"/>
                </a:cubicBezTo>
                <a:cubicBezTo>
                  <a:pt x="10541784" y="2425603"/>
                  <a:pt x="10535750" y="2424857"/>
                  <a:pt x="10529643" y="2423878"/>
                </a:cubicBezTo>
                <a:lnTo>
                  <a:pt x="10526446" y="2423382"/>
                </a:lnTo>
                <a:lnTo>
                  <a:pt x="10515129" y="2426508"/>
                </a:lnTo>
                <a:lnTo>
                  <a:pt x="10491735" y="2421127"/>
                </a:lnTo>
                <a:cubicBezTo>
                  <a:pt x="10485147" y="2422161"/>
                  <a:pt x="10478389" y="2424430"/>
                  <a:pt x="10471418" y="2428664"/>
                </a:cubicBezTo>
                <a:cubicBezTo>
                  <a:pt x="10451763" y="2453636"/>
                  <a:pt x="10400774" y="2439247"/>
                  <a:pt x="10377042" y="2471569"/>
                </a:cubicBezTo>
                <a:cubicBezTo>
                  <a:pt x="10367240" y="2481286"/>
                  <a:pt x="10330319" y="2498097"/>
                  <a:pt x="10319338" y="2493192"/>
                </a:cubicBezTo>
                <a:cubicBezTo>
                  <a:pt x="10310813" y="2495031"/>
                  <a:pt x="10303331" y="2502144"/>
                  <a:pt x="10295467" y="2495050"/>
                </a:cubicBezTo>
                <a:cubicBezTo>
                  <a:pt x="10284420" y="2487261"/>
                  <a:pt x="10265794" y="2516157"/>
                  <a:pt x="10263443" y="2501919"/>
                </a:cubicBezTo>
                <a:lnTo>
                  <a:pt x="10205418" y="2509120"/>
                </a:lnTo>
                <a:cubicBezTo>
                  <a:pt x="10200696" y="2518180"/>
                  <a:pt x="10190895" y="2519327"/>
                  <a:pt x="10177759" y="2519914"/>
                </a:cubicBezTo>
                <a:lnTo>
                  <a:pt x="10165070" y="2520710"/>
                </a:lnTo>
                <a:lnTo>
                  <a:pt x="10156308" y="2534458"/>
                </a:lnTo>
                <a:cubicBezTo>
                  <a:pt x="10145406" y="2519028"/>
                  <a:pt x="10136981" y="2561781"/>
                  <a:pt x="10118267" y="2558113"/>
                </a:cubicBezTo>
                <a:lnTo>
                  <a:pt x="10083317" y="2570267"/>
                </a:lnTo>
                <a:cubicBezTo>
                  <a:pt x="10075718" y="2568198"/>
                  <a:pt x="10048011" y="2569526"/>
                  <a:pt x="10040388" y="2568603"/>
                </a:cubicBezTo>
                <a:cubicBezTo>
                  <a:pt x="9999609" y="2578704"/>
                  <a:pt x="9985545" y="2579194"/>
                  <a:pt x="9961167" y="2584118"/>
                </a:cubicBezTo>
                <a:cubicBezTo>
                  <a:pt x="9920131" y="2584260"/>
                  <a:pt x="9889892" y="2581061"/>
                  <a:pt x="9848940" y="2590886"/>
                </a:cubicBezTo>
                <a:lnTo>
                  <a:pt x="9729457" y="2611093"/>
                </a:lnTo>
                <a:cubicBezTo>
                  <a:pt x="9676207" y="2601507"/>
                  <a:pt x="9631235" y="2626730"/>
                  <a:pt x="9613704" y="2639342"/>
                </a:cubicBezTo>
                <a:cubicBezTo>
                  <a:pt x="9548152" y="2653618"/>
                  <a:pt x="9410970" y="2690964"/>
                  <a:pt x="9338590" y="2696264"/>
                </a:cubicBezTo>
                <a:lnTo>
                  <a:pt x="9232518" y="2720120"/>
                </a:lnTo>
                <a:lnTo>
                  <a:pt x="9156690" y="2730199"/>
                </a:lnTo>
                <a:lnTo>
                  <a:pt x="9054601" y="2737726"/>
                </a:lnTo>
                <a:lnTo>
                  <a:pt x="9006634" y="2741011"/>
                </a:lnTo>
                <a:lnTo>
                  <a:pt x="9006349" y="2740771"/>
                </a:lnTo>
                <a:cubicBezTo>
                  <a:pt x="9004294" y="2740551"/>
                  <a:pt x="9001475" y="2740879"/>
                  <a:pt x="8997380" y="2741982"/>
                </a:cubicBezTo>
                <a:lnTo>
                  <a:pt x="8991542" y="2744043"/>
                </a:lnTo>
                <a:lnTo>
                  <a:pt x="8975485" y="2747269"/>
                </a:lnTo>
                <a:lnTo>
                  <a:pt x="8969159" y="2746569"/>
                </a:lnTo>
                <a:lnTo>
                  <a:pt x="8964196" y="2744344"/>
                </a:lnTo>
                <a:cubicBezTo>
                  <a:pt x="8955841" y="2752295"/>
                  <a:pt x="8956668" y="2761243"/>
                  <a:pt x="8930136" y="2741156"/>
                </a:cubicBezTo>
                <a:cubicBezTo>
                  <a:pt x="8899182" y="2742176"/>
                  <a:pt x="8790451" y="2756831"/>
                  <a:pt x="8753592" y="2760388"/>
                </a:cubicBezTo>
                <a:cubicBezTo>
                  <a:pt x="8720970" y="2771108"/>
                  <a:pt x="8749345" y="2757447"/>
                  <a:pt x="8708995" y="2762489"/>
                </a:cubicBezTo>
                <a:cubicBezTo>
                  <a:pt x="8672757" y="2782024"/>
                  <a:pt x="8640293" y="2765584"/>
                  <a:pt x="8597219" y="2771061"/>
                </a:cubicBezTo>
                <a:lnTo>
                  <a:pt x="8526378" y="2756219"/>
                </a:lnTo>
                <a:lnTo>
                  <a:pt x="8512131" y="2762134"/>
                </a:lnTo>
                <a:lnTo>
                  <a:pt x="8507315" y="2765135"/>
                </a:lnTo>
                <a:cubicBezTo>
                  <a:pt x="8503797" y="2766912"/>
                  <a:pt x="8501196" y="2767723"/>
                  <a:pt x="8499116" y="2767873"/>
                </a:cubicBezTo>
                <a:lnTo>
                  <a:pt x="8498742" y="2767694"/>
                </a:lnTo>
                <a:lnTo>
                  <a:pt x="8491397" y="2770744"/>
                </a:lnTo>
                <a:lnTo>
                  <a:pt x="8368330" y="2784786"/>
                </a:lnTo>
                <a:cubicBezTo>
                  <a:pt x="8363173" y="2786811"/>
                  <a:pt x="8358881" y="2786463"/>
                  <a:pt x="8354947" y="2784980"/>
                </a:cubicBezTo>
                <a:lnTo>
                  <a:pt x="8321252" y="2801558"/>
                </a:lnTo>
                <a:lnTo>
                  <a:pt x="8315581" y="2801884"/>
                </a:lnTo>
                <a:lnTo>
                  <a:pt x="8296322" y="2815779"/>
                </a:lnTo>
                <a:lnTo>
                  <a:pt x="8285424" y="2821602"/>
                </a:lnTo>
                <a:lnTo>
                  <a:pt x="8284298" y="2826045"/>
                </a:lnTo>
                <a:cubicBezTo>
                  <a:pt x="8281994" y="2829290"/>
                  <a:pt x="8277300" y="2831938"/>
                  <a:pt x="8267224" y="2833220"/>
                </a:cubicBezTo>
                <a:lnTo>
                  <a:pt x="8264525" y="2832990"/>
                </a:lnTo>
                <a:lnTo>
                  <a:pt x="8253181" y="2842833"/>
                </a:lnTo>
                <a:cubicBezTo>
                  <a:pt x="8250007" y="2846683"/>
                  <a:pt x="8247795" y="2850965"/>
                  <a:pt x="8246982" y="2855825"/>
                </a:cubicBezTo>
                <a:cubicBezTo>
                  <a:pt x="8182975" y="2852918"/>
                  <a:pt x="8148279" y="2887040"/>
                  <a:pt x="8091420" y="2901986"/>
                </a:cubicBezTo>
                <a:cubicBezTo>
                  <a:pt x="8026616" y="2925128"/>
                  <a:pt x="7968218" y="2946364"/>
                  <a:pt x="7906555" y="2943959"/>
                </a:cubicBezTo>
                <a:cubicBezTo>
                  <a:pt x="7836267" y="2958871"/>
                  <a:pt x="7782114" y="2961102"/>
                  <a:pt x="7719893" y="2969674"/>
                </a:cubicBezTo>
                <a:lnTo>
                  <a:pt x="7615495" y="2966203"/>
                </a:lnTo>
                <a:lnTo>
                  <a:pt x="7528691" y="2972031"/>
                </a:lnTo>
                <a:lnTo>
                  <a:pt x="7520719" y="2974584"/>
                </a:lnTo>
                <a:cubicBezTo>
                  <a:pt x="7515141" y="2975923"/>
                  <a:pt x="7511320" y="2976273"/>
                  <a:pt x="7508559" y="2975919"/>
                </a:cubicBezTo>
                <a:lnTo>
                  <a:pt x="7508188" y="2975592"/>
                </a:lnTo>
                <a:lnTo>
                  <a:pt x="7496943" y="2977544"/>
                </a:lnTo>
                <a:lnTo>
                  <a:pt x="7219707" y="2983651"/>
                </a:lnTo>
                <a:lnTo>
                  <a:pt x="7202249" y="2988201"/>
                </a:lnTo>
                <a:lnTo>
                  <a:pt x="7198152" y="2993559"/>
                </a:lnTo>
                <a:cubicBezTo>
                  <a:pt x="7193259" y="2997082"/>
                  <a:pt x="7185654" y="2999221"/>
                  <a:pt x="7171956" y="2998207"/>
                </a:cubicBezTo>
                <a:lnTo>
                  <a:pt x="7098136" y="3010435"/>
                </a:lnTo>
                <a:cubicBezTo>
                  <a:pt x="7062296" y="3011413"/>
                  <a:pt x="7051336" y="3012390"/>
                  <a:pt x="7019644" y="3010061"/>
                </a:cubicBezTo>
                <a:cubicBezTo>
                  <a:pt x="6938675" y="3020999"/>
                  <a:pt x="6944793" y="3045165"/>
                  <a:pt x="6905294" y="3039567"/>
                </a:cubicBezTo>
                <a:cubicBezTo>
                  <a:pt x="6873070" y="3034359"/>
                  <a:pt x="6789137" y="3053433"/>
                  <a:pt x="6709370" y="3067522"/>
                </a:cubicBezTo>
                <a:cubicBezTo>
                  <a:pt x="6650254" y="3076977"/>
                  <a:pt x="6629253" y="3091078"/>
                  <a:pt x="6550602" y="3096298"/>
                </a:cubicBezTo>
                <a:cubicBezTo>
                  <a:pt x="6473302" y="3140388"/>
                  <a:pt x="6410843" y="3116665"/>
                  <a:pt x="6318708" y="3143098"/>
                </a:cubicBezTo>
                <a:cubicBezTo>
                  <a:pt x="6298698" y="3158620"/>
                  <a:pt x="6210439" y="3141427"/>
                  <a:pt x="6169822" y="3145185"/>
                </a:cubicBezTo>
                <a:cubicBezTo>
                  <a:pt x="6129203" y="3148943"/>
                  <a:pt x="6091688" y="3162491"/>
                  <a:pt x="6074996" y="3165647"/>
                </a:cubicBezTo>
                <a:lnTo>
                  <a:pt x="6069677" y="3164110"/>
                </a:lnTo>
                <a:lnTo>
                  <a:pt x="6049786" y="3164793"/>
                </a:lnTo>
                <a:lnTo>
                  <a:pt x="6042433" y="3156444"/>
                </a:lnTo>
                <a:lnTo>
                  <a:pt x="6011238" y="3151351"/>
                </a:lnTo>
                <a:cubicBezTo>
                  <a:pt x="5999830" y="3150764"/>
                  <a:pt x="5971276" y="3151677"/>
                  <a:pt x="5958523" y="3154995"/>
                </a:cubicBezTo>
                <a:lnTo>
                  <a:pt x="5760067" y="3170687"/>
                </a:lnTo>
                <a:lnTo>
                  <a:pt x="5628108" y="3171710"/>
                </a:lnTo>
                <a:lnTo>
                  <a:pt x="5472054" y="3157690"/>
                </a:lnTo>
                <a:cubicBezTo>
                  <a:pt x="5479284" y="3144662"/>
                  <a:pt x="5440157" y="3158728"/>
                  <a:pt x="5433909" y="3146437"/>
                </a:cubicBezTo>
                <a:cubicBezTo>
                  <a:pt x="5430517" y="3136405"/>
                  <a:pt x="5392976" y="3131721"/>
                  <a:pt x="5382817" y="3128735"/>
                </a:cubicBezTo>
                <a:lnTo>
                  <a:pt x="5262912" y="3108318"/>
                </a:lnTo>
                <a:cubicBezTo>
                  <a:pt x="5252746" y="3108134"/>
                  <a:pt x="5231699" y="3099824"/>
                  <a:pt x="5224109" y="3097194"/>
                </a:cubicBezTo>
                <a:lnTo>
                  <a:pt x="5175808" y="3094204"/>
                </a:lnTo>
                <a:lnTo>
                  <a:pt x="5157702" y="3086981"/>
                </a:lnTo>
                <a:lnTo>
                  <a:pt x="5143747" y="3083581"/>
                </a:lnTo>
                <a:lnTo>
                  <a:pt x="5140744" y="3081480"/>
                </a:lnTo>
                <a:cubicBezTo>
                  <a:pt x="5135026" y="3077440"/>
                  <a:pt x="5129229" y="3073629"/>
                  <a:pt x="5122807" y="3070627"/>
                </a:cubicBezTo>
                <a:cubicBezTo>
                  <a:pt x="5109467" y="3099246"/>
                  <a:pt x="5066004" y="3049810"/>
                  <a:pt x="5066938" y="3077198"/>
                </a:cubicBezTo>
                <a:cubicBezTo>
                  <a:pt x="5029345" y="3065682"/>
                  <a:pt x="5040096" y="3094771"/>
                  <a:pt x="5012662" y="3060817"/>
                </a:cubicBezTo>
                <a:cubicBezTo>
                  <a:pt x="4938174" y="3061200"/>
                  <a:pt x="4917504" y="3074207"/>
                  <a:pt x="4841589" y="3036800"/>
                </a:cubicBezTo>
                <a:cubicBezTo>
                  <a:pt x="4807890" y="3020158"/>
                  <a:pt x="4785258" y="3009012"/>
                  <a:pt x="4763595" y="3009032"/>
                </a:cubicBezTo>
                <a:cubicBezTo>
                  <a:pt x="4742475" y="3004532"/>
                  <a:pt x="4730631" y="3001709"/>
                  <a:pt x="4724334" y="3000018"/>
                </a:cubicBezTo>
                <a:lnTo>
                  <a:pt x="4722324" y="2999269"/>
                </a:lnTo>
                <a:lnTo>
                  <a:pt x="4723259" y="2999058"/>
                </a:lnTo>
                <a:cubicBezTo>
                  <a:pt x="4722296" y="2998416"/>
                  <a:pt x="4719415" y="2997810"/>
                  <a:pt x="4718350" y="2997788"/>
                </a:cubicBezTo>
                <a:lnTo>
                  <a:pt x="4722324" y="2999269"/>
                </a:lnTo>
                <a:lnTo>
                  <a:pt x="4716674" y="3000544"/>
                </a:lnTo>
                <a:cubicBezTo>
                  <a:pt x="4681300" y="2993588"/>
                  <a:pt x="4525895" y="2992780"/>
                  <a:pt x="4516962" y="2990642"/>
                </a:cubicBezTo>
                <a:cubicBezTo>
                  <a:pt x="4458971" y="2977530"/>
                  <a:pt x="4463810" y="2976789"/>
                  <a:pt x="4429691" y="2979991"/>
                </a:cubicBezTo>
                <a:cubicBezTo>
                  <a:pt x="4424455" y="2983362"/>
                  <a:pt x="4370126" y="2977068"/>
                  <a:pt x="4364023" y="2978645"/>
                </a:cubicBezTo>
                <a:lnTo>
                  <a:pt x="4318114" y="2985260"/>
                </a:lnTo>
                <a:lnTo>
                  <a:pt x="4316258" y="2983919"/>
                </a:lnTo>
                <a:cubicBezTo>
                  <a:pt x="4307275" y="2980548"/>
                  <a:pt x="4301145" y="2980549"/>
                  <a:pt x="4296292" y="2982040"/>
                </a:cubicBezTo>
                <a:lnTo>
                  <a:pt x="4291212" y="2984957"/>
                </a:lnTo>
                <a:lnTo>
                  <a:pt x="4277290" y="2984711"/>
                </a:lnTo>
                <a:lnTo>
                  <a:pt x="4249265" y="2987035"/>
                </a:lnTo>
                <a:lnTo>
                  <a:pt x="4203199" y="2984240"/>
                </a:lnTo>
                <a:cubicBezTo>
                  <a:pt x="4203096" y="2983820"/>
                  <a:pt x="4202995" y="2983401"/>
                  <a:pt x="4202893" y="2982981"/>
                </a:cubicBezTo>
                <a:cubicBezTo>
                  <a:pt x="4201267" y="2980144"/>
                  <a:pt x="4198292" y="2978025"/>
                  <a:pt x="4192396" y="2977347"/>
                </a:cubicBezTo>
                <a:cubicBezTo>
                  <a:pt x="4205365" y="2960058"/>
                  <a:pt x="4162425" y="2961953"/>
                  <a:pt x="4143893" y="2961482"/>
                </a:cubicBezTo>
                <a:cubicBezTo>
                  <a:pt x="4125868" y="2954416"/>
                  <a:pt x="4100250" y="2940836"/>
                  <a:pt x="4084245" y="2934949"/>
                </a:cubicBezTo>
                <a:lnTo>
                  <a:pt x="4075694" y="2934114"/>
                </a:lnTo>
                <a:cubicBezTo>
                  <a:pt x="4075655" y="2934013"/>
                  <a:pt x="4075614" y="2933914"/>
                  <a:pt x="4075575" y="2933815"/>
                </a:cubicBezTo>
                <a:cubicBezTo>
                  <a:pt x="4073829" y="2933031"/>
                  <a:pt x="4071057" y="2932530"/>
                  <a:pt x="4066658" y="2932371"/>
                </a:cubicBezTo>
                <a:lnTo>
                  <a:pt x="4060102" y="2932589"/>
                </a:lnTo>
                <a:lnTo>
                  <a:pt x="4043512" y="2930968"/>
                </a:lnTo>
                <a:lnTo>
                  <a:pt x="4038145" y="2928534"/>
                </a:lnTo>
                <a:lnTo>
                  <a:pt x="4036511" y="2924867"/>
                </a:lnTo>
                <a:lnTo>
                  <a:pt x="4034926" y="2925102"/>
                </a:lnTo>
                <a:cubicBezTo>
                  <a:pt x="4022576" y="2929966"/>
                  <a:pt x="4018025" y="2938342"/>
                  <a:pt x="4005686" y="2912534"/>
                </a:cubicBezTo>
                <a:lnTo>
                  <a:pt x="3937994" y="2895077"/>
                </a:lnTo>
                <a:cubicBezTo>
                  <a:pt x="3921658" y="2902801"/>
                  <a:pt x="3909686" y="2898112"/>
                  <a:pt x="3898423" y="2889422"/>
                </a:cubicBezTo>
                <a:cubicBezTo>
                  <a:pt x="3862243" y="2889918"/>
                  <a:pt x="3830779" y="2876048"/>
                  <a:pt x="3790908" y="2869184"/>
                </a:cubicBezTo>
                <a:cubicBezTo>
                  <a:pt x="3742158" y="2854478"/>
                  <a:pt x="3726280" y="2852501"/>
                  <a:pt x="3683661" y="2845261"/>
                </a:cubicBezTo>
                <a:lnTo>
                  <a:pt x="3611183" y="2812990"/>
                </a:lnTo>
                <a:lnTo>
                  <a:pt x="3605003" y="2814352"/>
                </a:lnTo>
                <a:cubicBezTo>
                  <a:pt x="3600731" y="2814971"/>
                  <a:pt x="3597877" y="2814971"/>
                  <a:pt x="3595884" y="2814516"/>
                </a:cubicBezTo>
                <a:lnTo>
                  <a:pt x="3595649" y="2814247"/>
                </a:lnTo>
                <a:lnTo>
                  <a:pt x="3587126" y="2814937"/>
                </a:lnTo>
                <a:cubicBezTo>
                  <a:pt x="3572774" y="2816728"/>
                  <a:pt x="3550540" y="2802529"/>
                  <a:pt x="3537283" y="2805238"/>
                </a:cubicBezTo>
                <a:cubicBezTo>
                  <a:pt x="3515092" y="2800942"/>
                  <a:pt x="3489773" y="2807207"/>
                  <a:pt x="3474371" y="2801577"/>
                </a:cubicBezTo>
                <a:lnTo>
                  <a:pt x="3401876" y="2789529"/>
                </a:lnTo>
                <a:lnTo>
                  <a:pt x="3365036" y="2806481"/>
                </a:lnTo>
                <a:cubicBezTo>
                  <a:pt x="3361007" y="2808779"/>
                  <a:pt x="3355145" y="2809857"/>
                  <a:pt x="3345174" y="2808163"/>
                </a:cubicBezTo>
                <a:lnTo>
                  <a:pt x="3342846" y="2807188"/>
                </a:lnTo>
                <a:cubicBezTo>
                  <a:pt x="3337528" y="2809659"/>
                  <a:pt x="3296694" y="2810789"/>
                  <a:pt x="3263504" y="2813065"/>
                </a:cubicBezTo>
                <a:cubicBezTo>
                  <a:pt x="3210873" y="2815406"/>
                  <a:pt x="3204538" y="2823378"/>
                  <a:pt x="3143704" y="2820840"/>
                </a:cubicBezTo>
                <a:cubicBezTo>
                  <a:pt x="3083839" y="2822069"/>
                  <a:pt x="3073438" y="2828075"/>
                  <a:pt x="3031439" y="2823483"/>
                </a:cubicBezTo>
                <a:lnTo>
                  <a:pt x="2782717" y="2845304"/>
                </a:lnTo>
                <a:cubicBezTo>
                  <a:pt x="2720447" y="2872959"/>
                  <a:pt x="2718750" y="2842390"/>
                  <a:pt x="2647675" y="2855840"/>
                </a:cubicBezTo>
                <a:cubicBezTo>
                  <a:pt x="2583664" y="2795905"/>
                  <a:pt x="2609849" y="2834173"/>
                  <a:pt x="2569176" y="2829599"/>
                </a:cubicBezTo>
                <a:lnTo>
                  <a:pt x="2444403" y="2843500"/>
                </a:lnTo>
                <a:cubicBezTo>
                  <a:pt x="2412730" y="2860060"/>
                  <a:pt x="2355175" y="2829971"/>
                  <a:pt x="2316260" y="2851967"/>
                </a:cubicBezTo>
                <a:cubicBezTo>
                  <a:pt x="2277148" y="2852505"/>
                  <a:pt x="2234330" y="2848310"/>
                  <a:pt x="2209726" y="2846734"/>
                </a:cubicBezTo>
                <a:cubicBezTo>
                  <a:pt x="2172984" y="2843077"/>
                  <a:pt x="2131016" y="2834145"/>
                  <a:pt x="2095813" y="2830023"/>
                </a:cubicBezTo>
                <a:cubicBezTo>
                  <a:pt x="2078687" y="2843632"/>
                  <a:pt x="2046700" y="2821328"/>
                  <a:pt x="1998504" y="2822003"/>
                </a:cubicBezTo>
                <a:cubicBezTo>
                  <a:pt x="1979851" y="2837650"/>
                  <a:pt x="1965997" y="2822267"/>
                  <a:pt x="1929320" y="2843948"/>
                </a:cubicBezTo>
                <a:cubicBezTo>
                  <a:pt x="1927506" y="2842156"/>
                  <a:pt x="1925308" y="2840529"/>
                  <a:pt x="1922798" y="2839117"/>
                </a:cubicBezTo>
                <a:cubicBezTo>
                  <a:pt x="1908224" y="2830923"/>
                  <a:pt x="1886476" y="2831636"/>
                  <a:pt x="1874228" y="2840712"/>
                </a:cubicBezTo>
                <a:cubicBezTo>
                  <a:pt x="1844711" y="2855471"/>
                  <a:pt x="1815838" y="2863248"/>
                  <a:pt x="1787803" y="2868334"/>
                </a:cubicBezTo>
                <a:lnTo>
                  <a:pt x="1739352" y="2863283"/>
                </a:lnTo>
                <a:cubicBezTo>
                  <a:pt x="1720756" y="2859717"/>
                  <a:pt x="1697809" y="2850808"/>
                  <a:pt x="1676219" y="2846934"/>
                </a:cubicBezTo>
                <a:cubicBezTo>
                  <a:pt x="1653856" y="2845729"/>
                  <a:pt x="1629782" y="2852334"/>
                  <a:pt x="1609817" y="2840037"/>
                </a:cubicBezTo>
                <a:cubicBezTo>
                  <a:pt x="1570834" y="2828361"/>
                  <a:pt x="1525521" y="2848516"/>
                  <a:pt x="1497258" y="2814447"/>
                </a:cubicBezTo>
                <a:cubicBezTo>
                  <a:pt x="1419429" y="2799738"/>
                  <a:pt x="1265224" y="2779725"/>
                  <a:pt x="1151127" y="2765012"/>
                </a:cubicBezTo>
                <a:cubicBezTo>
                  <a:pt x="1044820" y="2755201"/>
                  <a:pt x="911490" y="2756949"/>
                  <a:pt x="859417" y="2755579"/>
                </a:cubicBezTo>
                <a:lnTo>
                  <a:pt x="838688" y="2756792"/>
                </a:lnTo>
                <a:cubicBezTo>
                  <a:pt x="829380" y="2753383"/>
                  <a:pt x="823010" y="2753358"/>
                  <a:pt x="817957" y="2754828"/>
                </a:cubicBezTo>
                <a:lnTo>
                  <a:pt x="812654" y="2757722"/>
                </a:lnTo>
                <a:lnTo>
                  <a:pt x="721195" y="2756632"/>
                </a:lnTo>
                <a:cubicBezTo>
                  <a:pt x="721095" y="2756212"/>
                  <a:pt x="720991" y="2755791"/>
                  <a:pt x="720890" y="2755370"/>
                </a:cubicBezTo>
                <a:cubicBezTo>
                  <a:pt x="719222" y="2752527"/>
                  <a:pt x="716144" y="2750395"/>
                  <a:pt x="710023" y="2749693"/>
                </a:cubicBezTo>
                <a:cubicBezTo>
                  <a:pt x="689532" y="2741604"/>
                  <a:pt x="619665" y="2714421"/>
                  <a:pt x="597940" y="2706835"/>
                </a:cubicBezTo>
                <a:cubicBezTo>
                  <a:pt x="587430" y="2706236"/>
                  <a:pt x="583862" y="2704593"/>
                  <a:pt x="579683" y="2704183"/>
                </a:cubicBezTo>
                <a:lnTo>
                  <a:pt x="572865" y="2704372"/>
                </a:lnTo>
                <a:cubicBezTo>
                  <a:pt x="550627" y="2698066"/>
                  <a:pt x="474197" y="2673651"/>
                  <a:pt x="446247" y="2666342"/>
                </a:cubicBezTo>
                <a:cubicBezTo>
                  <a:pt x="429213" y="2673994"/>
                  <a:pt x="416808" y="2669256"/>
                  <a:pt x="405163" y="2660519"/>
                </a:cubicBezTo>
                <a:cubicBezTo>
                  <a:pt x="367566" y="2660861"/>
                  <a:pt x="334968" y="2646856"/>
                  <a:pt x="293583" y="2639823"/>
                </a:cubicBezTo>
                <a:lnTo>
                  <a:pt x="119529" y="2588018"/>
                </a:lnTo>
                <a:cubicBezTo>
                  <a:pt x="73377" y="2578908"/>
                  <a:pt x="36403" y="2586550"/>
                  <a:pt x="16674" y="2585162"/>
                </a:cubicBezTo>
                <a:lnTo>
                  <a:pt x="1150" y="2579693"/>
                </a:lnTo>
                <a:cubicBezTo>
                  <a:pt x="-1438" y="2323697"/>
                  <a:pt x="1148" y="1341304"/>
                  <a:pt x="1148" y="1049184"/>
                </a:cubicBezTo>
                <a:lnTo>
                  <a:pt x="1148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D5E0E9-5F93-5254-912F-BF87D16D7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6" y="548640"/>
            <a:ext cx="9916632" cy="118872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Testing Plan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DEA535-3A48-9225-F0F0-E1210E5A3507}"/>
              </a:ext>
            </a:extLst>
          </p:cNvPr>
          <p:cNvSpPr txBox="1"/>
          <p:nvPr/>
        </p:nvSpPr>
        <p:spPr>
          <a:xfrm>
            <a:off x="1720681" y="2200059"/>
            <a:ext cx="8749342" cy="38309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 marL="0" marR="0" lvl="0" indent="-228600" fontAlgn="base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</a:rPr>
              <a:t>Input Hardware:</a:t>
            </a:r>
            <a:r>
              <a:rPr kumimoji="0" lang="en-US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</a:rPr>
              <a:t> Test that the app accesses monitor, keyboard, and mouse correctly.</a:t>
            </a:r>
          </a:p>
          <a:p>
            <a:pPr marL="0" marR="0" lvl="0" indent="-228600" fontAlgn="base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</a:rPr>
              <a:t>Desktop App:</a:t>
            </a:r>
            <a:r>
              <a:rPr kumimoji="0" lang="en-US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</a:rPr>
              <a:t> Ensure all features work, including login, screen calibration, test execution, and result display.</a:t>
            </a:r>
          </a:p>
          <a:p>
            <a:pPr marL="0" marR="0" lvl="0" indent="-228600" fontAlgn="base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</a:rPr>
              <a:t>Database Interaction:</a:t>
            </a:r>
            <a:r>
              <a:rPr kumimoji="0" lang="en-US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</a:rPr>
              <a:t> Test data storage, retrieval, and validation for user accounts and test results.</a:t>
            </a:r>
          </a:p>
          <a:p>
            <a:pPr marL="0" marR="0" lvl="0" indent="-228600" fontAlgn="base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</a:rPr>
              <a:t>Vision Test Accuracy:</a:t>
            </a:r>
            <a:r>
              <a:rPr kumimoji="0" lang="en-US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</a:rPr>
              <a:t> Validate that all tests (visual acuity, color vision, etc.) are accurate when compared to industry benchmarks. </a:t>
            </a:r>
          </a:p>
        </p:txBody>
      </p:sp>
    </p:spTree>
    <p:extLst>
      <p:ext uri="{BB962C8B-B14F-4D97-AF65-F5344CB8AC3E}">
        <p14:creationId xmlns:p14="http://schemas.microsoft.com/office/powerpoint/2010/main" val="2225124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C9A36457-A5F4-4103-A443-02581C0918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C5FB7E8-B636-40FA-BE8D-48145C0F5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"/>
            <a:ext cx="12192000" cy="2295238"/>
          </a:xfrm>
          <a:custGeom>
            <a:avLst/>
            <a:gdLst>
              <a:gd name="connsiteX0" fmla="*/ 12160143 w 12192000"/>
              <a:gd name="connsiteY0" fmla="*/ 831692 h 2079137"/>
              <a:gd name="connsiteX1" fmla="*/ 12159112 w 12192000"/>
              <a:gd name="connsiteY1" fmla="*/ 833361 h 2079137"/>
              <a:gd name="connsiteX2" fmla="*/ 12158912 w 12192000"/>
              <a:gd name="connsiteY2" fmla="*/ 832430 h 2079137"/>
              <a:gd name="connsiteX3" fmla="*/ 0 w 12192000"/>
              <a:gd name="connsiteY3" fmla="*/ 0 h 2079137"/>
              <a:gd name="connsiteX4" fmla="*/ 12192000 w 12192000"/>
              <a:gd name="connsiteY4" fmla="*/ 0 h 2079137"/>
              <a:gd name="connsiteX5" fmla="*/ 12192000 w 12192000"/>
              <a:gd name="connsiteY5" fmla="*/ 558063 h 2079137"/>
              <a:gd name="connsiteX6" fmla="*/ 12189259 w 12192000"/>
              <a:gd name="connsiteY6" fmla="*/ 810508 h 2079137"/>
              <a:gd name="connsiteX7" fmla="*/ 12170847 w 12192000"/>
              <a:gd name="connsiteY7" fmla="*/ 825280 h 2079137"/>
              <a:gd name="connsiteX8" fmla="*/ 12160143 w 12192000"/>
              <a:gd name="connsiteY8" fmla="*/ 831692 h 2079137"/>
              <a:gd name="connsiteX9" fmla="*/ 12163806 w 12192000"/>
              <a:gd name="connsiteY9" fmla="*/ 825759 h 2079137"/>
              <a:gd name="connsiteX10" fmla="*/ 12056557 w 12192000"/>
              <a:gd name="connsiteY10" fmla="*/ 810176 h 2079137"/>
              <a:gd name="connsiteX11" fmla="*/ 11900316 w 12192000"/>
              <a:gd name="connsiteY11" fmla="*/ 789618 h 2079137"/>
              <a:gd name="connsiteX12" fmla="*/ 11791206 w 12192000"/>
              <a:gd name="connsiteY12" fmla="*/ 824176 h 2079137"/>
              <a:gd name="connsiteX13" fmla="*/ 11659257 w 12192000"/>
              <a:gd name="connsiteY13" fmla="*/ 800841 h 2079137"/>
              <a:gd name="connsiteX14" fmla="*/ 11569789 w 12192000"/>
              <a:gd name="connsiteY14" fmla="*/ 797135 h 2079137"/>
              <a:gd name="connsiteX15" fmla="*/ 11367885 w 12192000"/>
              <a:gd name="connsiteY15" fmla="*/ 791985 h 2079137"/>
              <a:gd name="connsiteX16" fmla="*/ 11174663 w 12192000"/>
              <a:gd name="connsiteY16" fmla="*/ 788721 h 2079137"/>
              <a:gd name="connsiteX17" fmla="*/ 11068220 w 12192000"/>
              <a:gd name="connsiteY17" fmla="*/ 786994 h 2079137"/>
              <a:gd name="connsiteX18" fmla="*/ 10893266 w 12192000"/>
              <a:gd name="connsiteY18" fmla="*/ 794013 h 2079137"/>
              <a:gd name="connsiteX19" fmla="*/ 10844025 w 12192000"/>
              <a:gd name="connsiteY19" fmla="*/ 789857 h 2079137"/>
              <a:gd name="connsiteX20" fmla="*/ 10814353 w 12192000"/>
              <a:gd name="connsiteY20" fmla="*/ 789010 h 2079137"/>
              <a:gd name="connsiteX21" fmla="*/ 10748393 w 12192000"/>
              <a:gd name="connsiteY21" fmla="*/ 806738 h 2079137"/>
              <a:gd name="connsiteX22" fmla="*/ 10468256 w 12192000"/>
              <a:gd name="connsiteY22" fmla="*/ 778733 h 2079137"/>
              <a:gd name="connsiteX23" fmla="*/ 10256131 w 12192000"/>
              <a:gd name="connsiteY23" fmla="*/ 788332 h 2079137"/>
              <a:gd name="connsiteX24" fmla="*/ 10177442 w 12192000"/>
              <a:gd name="connsiteY24" fmla="*/ 777371 h 2079137"/>
              <a:gd name="connsiteX25" fmla="*/ 10006086 w 12192000"/>
              <a:gd name="connsiteY25" fmla="*/ 792651 h 2079137"/>
              <a:gd name="connsiteX26" fmla="*/ 9952382 w 12192000"/>
              <a:gd name="connsiteY26" fmla="*/ 815411 h 2079137"/>
              <a:gd name="connsiteX27" fmla="*/ 9926457 w 12192000"/>
              <a:gd name="connsiteY27" fmla="*/ 827295 h 2079137"/>
              <a:gd name="connsiteX28" fmla="*/ 9843405 w 12192000"/>
              <a:gd name="connsiteY28" fmla="*/ 867046 h 2079137"/>
              <a:gd name="connsiteX29" fmla="*/ 9830866 w 12192000"/>
              <a:gd name="connsiteY29" fmla="*/ 875047 h 2079137"/>
              <a:gd name="connsiteX30" fmla="*/ 9801807 w 12192000"/>
              <a:gd name="connsiteY30" fmla="*/ 872272 h 2079137"/>
              <a:gd name="connsiteX31" fmla="*/ 9785653 w 12192000"/>
              <a:gd name="connsiteY31" fmla="*/ 861743 h 2079137"/>
              <a:gd name="connsiteX32" fmla="*/ 9781177 w 12192000"/>
              <a:gd name="connsiteY32" fmla="*/ 864820 h 2079137"/>
              <a:gd name="connsiteX33" fmla="*/ 9768640 w 12192000"/>
              <a:gd name="connsiteY33" fmla="*/ 869379 h 2079137"/>
              <a:gd name="connsiteX34" fmla="*/ 9712211 w 12192000"/>
              <a:gd name="connsiteY34" fmla="*/ 900283 h 2079137"/>
              <a:gd name="connsiteX35" fmla="*/ 9689465 w 12192000"/>
              <a:gd name="connsiteY35" fmla="*/ 899268 h 2079137"/>
              <a:gd name="connsiteX36" fmla="*/ 9600339 w 12192000"/>
              <a:gd name="connsiteY36" fmla="*/ 922112 h 2079137"/>
              <a:gd name="connsiteX37" fmla="*/ 9582850 w 12192000"/>
              <a:gd name="connsiteY37" fmla="*/ 925510 h 2079137"/>
              <a:gd name="connsiteX38" fmla="*/ 9549638 w 12192000"/>
              <a:gd name="connsiteY38" fmla="*/ 940845 h 2079137"/>
              <a:gd name="connsiteX39" fmla="*/ 9539471 w 12192000"/>
              <a:gd name="connsiteY39" fmla="*/ 941799 h 2079137"/>
              <a:gd name="connsiteX40" fmla="*/ 9505592 w 12192000"/>
              <a:gd name="connsiteY40" fmla="*/ 955533 h 2079137"/>
              <a:gd name="connsiteX41" fmla="*/ 9432569 w 12192000"/>
              <a:gd name="connsiteY41" fmla="*/ 985377 h 2079137"/>
              <a:gd name="connsiteX42" fmla="*/ 9414216 w 12192000"/>
              <a:gd name="connsiteY42" fmla="*/ 992655 h 2079137"/>
              <a:gd name="connsiteX43" fmla="*/ 9397106 w 12192000"/>
              <a:gd name="connsiteY43" fmla="*/ 992980 h 2079137"/>
              <a:gd name="connsiteX44" fmla="*/ 9305108 w 12192000"/>
              <a:gd name="connsiteY44" fmla="*/ 1007767 h 2079137"/>
              <a:gd name="connsiteX45" fmla="*/ 9282434 w 12192000"/>
              <a:gd name="connsiteY45" fmla="*/ 1007523 h 2079137"/>
              <a:gd name="connsiteX46" fmla="*/ 9271941 w 12192000"/>
              <a:gd name="connsiteY46" fmla="*/ 1002839 h 2079137"/>
              <a:gd name="connsiteX47" fmla="*/ 9238227 w 12192000"/>
              <a:gd name="connsiteY47" fmla="*/ 1017668 h 2079137"/>
              <a:gd name="connsiteX48" fmla="*/ 9184265 w 12192000"/>
              <a:gd name="connsiteY48" fmla="*/ 1031275 h 2079137"/>
              <a:gd name="connsiteX49" fmla="*/ 9159000 w 12192000"/>
              <a:gd name="connsiteY49" fmla="*/ 1039569 h 2079137"/>
              <a:gd name="connsiteX50" fmla="*/ 9137031 w 12192000"/>
              <a:gd name="connsiteY50" fmla="*/ 1038699 h 2079137"/>
              <a:gd name="connsiteX51" fmla="*/ 9015702 w 12192000"/>
              <a:gd name="connsiteY51" fmla="*/ 1051400 h 2079137"/>
              <a:gd name="connsiteX52" fmla="*/ 8971403 w 12192000"/>
              <a:gd name="connsiteY52" fmla="*/ 1040542 h 2079137"/>
              <a:gd name="connsiteX53" fmla="*/ 8961826 w 12192000"/>
              <a:gd name="connsiteY53" fmla="*/ 1045364 h 2079137"/>
              <a:gd name="connsiteX54" fmla="*/ 8888623 w 12192000"/>
              <a:gd name="connsiteY54" fmla="*/ 1053908 h 2079137"/>
              <a:gd name="connsiteX55" fmla="*/ 8841066 w 12192000"/>
              <a:gd name="connsiteY55" fmla="*/ 1060421 h 2079137"/>
              <a:gd name="connsiteX56" fmla="*/ 8752342 w 12192000"/>
              <a:gd name="connsiteY56" fmla="*/ 1080646 h 2079137"/>
              <a:gd name="connsiteX57" fmla="*/ 8699139 w 12192000"/>
              <a:gd name="connsiteY57" fmla="*/ 1087885 h 2079137"/>
              <a:gd name="connsiteX58" fmla="*/ 8667273 w 12192000"/>
              <a:gd name="connsiteY58" fmla="*/ 1092062 h 2079137"/>
              <a:gd name="connsiteX59" fmla="*/ 8586064 w 12192000"/>
              <a:gd name="connsiteY59" fmla="*/ 1114603 h 2079137"/>
              <a:gd name="connsiteX60" fmla="*/ 8460312 w 12192000"/>
              <a:gd name="connsiteY60" fmla="*/ 1179878 h 2079137"/>
              <a:gd name="connsiteX61" fmla="*/ 8419023 w 12192000"/>
              <a:gd name="connsiteY61" fmla="*/ 1191748 h 2079137"/>
              <a:gd name="connsiteX62" fmla="*/ 8410939 w 12192000"/>
              <a:gd name="connsiteY62" fmla="*/ 1189696 h 2079137"/>
              <a:gd name="connsiteX63" fmla="*/ 8362040 w 12192000"/>
              <a:gd name="connsiteY63" fmla="*/ 1220820 h 2079137"/>
              <a:gd name="connsiteX64" fmla="*/ 8273677 w 12192000"/>
              <a:gd name="connsiteY64" fmla="*/ 1236495 h 2079137"/>
              <a:gd name="connsiteX65" fmla="*/ 8204283 w 12192000"/>
              <a:gd name="connsiteY65" fmla="*/ 1243537 h 2079137"/>
              <a:gd name="connsiteX66" fmla="*/ 8166550 w 12192000"/>
              <a:gd name="connsiteY66" fmla="*/ 1249551 h 2079137"/>
              <a:gd name="connsiteX67" fmla="*/ 8137785 w 12192000"/>
              <a:gd name="connsiteY67" fmla="*/ 1251636 h 2079137"/>
              <a:gd name="connsiteX68" fmla="*/ 8071596 w 12192000"/>
              <a:gd name="connsiteY68" fmla="*/ 1269274 h 2079137"/>
              <a:gd name="connsiteX69" fmla="*/ 7964816 w 12192000"/>
              <a:gd name="connsiteY69" fmla="*/ 1303668 h 2079137"/>
              <a:gd name="connsiteX70" fmla="*/ 7941495 w 12192000"/>
              <a:gd name="connsiteY70" fmla="*/ 1309821 h 2079137"/>
              <a:gd name="connsiteX71" fmla="*/ 7919123 w 12192000"/>
              <a:gd name="connsiteY71" fmla="*/ 1310466 h 2079137"/>
              <a:gd name="connsiteX72" fmla="*/ 7911902 w 12192000"/>
              <a:gd name="connsiteY72" fmla="*/ 1306569 h 2079137"/>
              <a:gd name="connsiteX73" fmla="*/ 7898703 w 12192000"/>
              <a:gd name="connsiteY73" fmla="*/ 1309208 h 2079137"/>
              <a:gd name="connsiteX74" fmla="*/ 7894703 w 12192000"/>
              <a:gd name="connsiteY74" fmla="*/ 1308939 h 2079137"/>
              <a:gd name="connsiteX75" fmla="*/ 7872267 w 12192000"/>
              <a:gd name="connsiteY75" fmla="*/ 1308370 h 2079137"/>
              <a:gd name="connsiteX76" fmla="*/ 7836454 w 12192000"/>
              <a:gd name="connsiteY76" fmla="*/ 1331265 h 2079137"/>
              <a:gd name="connsiteX77" fmla="*/ 7782451 w 12192000"/>
              <a:gd name="connsiteY77" fmla="*/ 1339601 h 2079137"/>
              <a:gd name="connsiteX78" fmla="*/ 7542969 w 12192000"/>
              <a:gd name="connsiteY78" fmla="*/ 1372495 h 2079137"/>
              <a:gd name="connsiteX79" fmla="*/ 7476832 w 12192000"/>
              <a:gd name="connsiteY79" fmla="*/ 1431655 h 2079137"/>
              <a:gd name="connsiteX80" fmla="*/ 7370237 w 12192000"/>
              <a:gd name="connsiteY80" fmla="*/ 1474339 h 2079137"/>
              <a:gd name="connsiteX81" fmla="*/ 7222223 w 12192000"/>
              <a:gd name="connsiteY81" fmla="*/ 1510199 h 2079137"/>
              <a:gd name="connsiteX82" fmla="*/ 7215703 w 12192000"/>
              <a:gd name="connsiteY82" fmla="*/ 1520424 h 2079137"/>
              <a:gd name="connsiteX83" fmla="*/ 7204548 w 12192000"/>
              <a:gd name="connsiteY83" fmla="*/ 1528145 h 2079137"/>
              <a:gd name="connsiteX84" fmla="*/ 7202038 w 12192000"/>
              <a:gd name="connsiteY84" fmla="*/ 1527954 h 2079137"/>
              <a:gd name="connsiteX85" fmla="*/ 7173860 w 12192000"/>
              <a:gd name="connsiteY85" fmla="*/ 1541605 h 2079137"/>
              <a:gd name="connsiteX86" fmla="*/ 7155079 w 12192000"/>
              <a:gd name="connsiteY86" fmla="*/ 1552495 h 2079137"/>
              <a:gd name="connsiteX87" fmla="*/ 7149757 w 12192000"/>
              <a:gd name="connsiteY87" fmla="*/ 1552732 h 2079137"/>
              <a:gd name="connsiteX88" fmla="*/ 7104804 w 12192000"/>
              <a:gd name="connsiteY88" fmla="*/ 1565792 h 2079137"/>
              <a:gd name="connsiteX89" fmla="*/ 7082824 w 12192000"/>
              <a:gd name="connsiteY89" fmla="*/ 1567947 h 2079137"/>
              <a:gd name="connsiteX90" fmla="*/ 7021520 w 12192000"/>
              <a:gd name="connsiteY90" fmla="*/ 1562334 h 2079137"/>
              <a:gd name="connsiteX91" fmla="*/ 6988956 w 12192000"/>
              <a:gd name="connsiteY91" fmla="*/ 1576442 h 2079137"/>
              <a:gd name="connsiteX92" fmla="*/ 6981922 w 12192000"/>
              <a:gd name="connsiteY92" fmla="*/ 1578821 h 2079137"/>
              <a:gd name="connsiteX93" fmla="*/ 6981583 w 12192000"/>
              <a:gd name="connsiteY93" fmla="*/ 1578678 h 2079137"/>
              <a:gd name="connsiteX94" fmla="*/ 6973762 w 12192000"/>
              <a:gd name="connsiteY94" fmla="*/ 1580811 h 2079137"/>
              <a:gd name="connsiteX95" fmla="*/ 6969093 w 12192000"/>
              <a:gd name="connsiteY95" fmla="*/ 1583157 h 2079137"/>
              <a:gd name="connsiteX96" fmla="*/ 6890037 w 12192000"/>
              <a:gd name="connsiteY96" fmla="*/ 1575825 h 2079137"/>
              <a:gd name="connsiteX97" fmla="*/ 6785054 w 12192000"/>
              <a:gd name="connsiteY97" fmla="*/ 1582200 h 2079137"/>
              <a:gd name="connsiteX98" fmla="*/ 6681692 w 12192000"/>
              <a:gd name="connsiteY98" fmla="*/ 1591296 h 2079137"/>
              <a:gd name="connsiteX99" fmla="*/ 6644556 w 12192000"/>
              <a:gd name="connsiteY99" fmla="*/ 1595940 h 2079137"/>
              <a:gd name="connsiteX100" fmla="*/ 6577106 w 12192000"/>
              <a:gd name="connsiteY100" fmla="*/ 1598261 h 2079137"/>
              <a:gd name="connsiteX101" fmla="*/ 6544183 w 12192000"/>
              <a:gd name="connsiteY101" fmla="*/ 1596149 h 2079137"/>
              <a:gd name="connsiteX102" fmla="*/ 6540921 w 12192000"/>
              <a:gd name="connsiteY102" fmla="*/ 1593857 h 2079137"/>
              <a:gd name="connsiteX103" fmla="*/ 6535046 w 12192000"/>
              <a:gd name="connsiteY103" fmla="*/ 1593283 h 2079137"/>
              <a:gd name="connsiteX104" fmla="*/ 6519853 w 12192000"/>
              <a:gd name="connsiteY104" fmla="*/ 1595771 h 2079137"/>
              <a:gd name="connsiteX105" fmla="*/ 6514280 w 12192000"/>
              <a:gd name="connsiteY105" fmla="*/ 1597376 h 2079137"/>
              <a:gd name="connsiteX106" fmla="*/ 6505824 w 12192000"/>
              <a:gd name="connsiteY106" fmla="*/ 1598298 h 2079137"/>
              <a:gd name="connsiteX107" fmla="*/ 6505573 w 12192000"/>
              <a:gd name="connsiteY107" fmla="*/ 1598109 h 2079137"/>
              <a:gd name="connsiteX108" fmla="*/ 6497741 w 12192000"/>
              <a:gd name="connsiteY108" fmla="*/ 1599392 h 2079137"/>
              <a:gd name="connsiteX109" fmla="*/ 6459992 w 12192000"/>
              <a:gd name="connsiteY109" fmla="*/ 1608358 h 2079137"/>
              <a:gd name="connsiteX110" fmla="*/ 6404572 w 12192000"/>
              <a:gd name="connsiteY110" fmla="*/ 1593771 h 2079137"/>
              <a:gd name="connsiteX111" fmla="*/ 6382671 w 12192000"/>
              <a:gd name="connsiteY111" fmla="*/ 1592612 h 2079137"/>
              <a:gd name="connsiteX112" fmla="*/ 6369843 w 12192000"/>
              <a:gd name="connsiteY112" fmla="*/ 1590015 h 2079137"/>
              <a:gd name="connsiteX113" fmla="*/ 6269740 w 12192000"/>
              <a:gd name="connsiteY113" fmla="*/ 1614633 h 2079137"/>
              <a:gd name="connsiteX114" fmla="*/ 6255405 w 12192000"/>
              <a:gd name="connsiteY114" fmla="*/ 1620529 h 2079137"/>
              <a:gd name="connsiteX115" fmla="*/ 6244248 w 12192000"/>
              <a:gd name="connsiteY115" fmla="*/ 1629561 h 2079137"/>
              <a:gd name="connsiteX116" fmla="*/ 6086396 w 12192000"/>
              <a:gd name="connsiteY116" fmla="*/ 1642666 h 2079137"/>
              <a:gd name="connsiteX117" fmla="*/ 5867429 w 12192000"/>
              <a:gd name="connsiteY117" fmla="*/ 1695554 h 2079137"/>
              <a:gd name="connsiteX118" fmla="*/ 5772864 w 12192000"/>
              <a:gd name="connsiteY118" fmla="*/ 1689002 h 2079137"/>
              <a:gd name="connsiteX119" fmla="*/ 5629833 w 12192000"/>
              <a:gd name="connsiteY119" fmla="*/ 1713273 h 2079137"/>
              <a:gd name="connsiteX120" fmla="*/ 5504771 w 12192000"/>
              <a:gd name="connsiteY120" fmla="*/ 1725744 h 2079137"/>
              <a:gd name="connsiteX121" fmla="*/ 5490967 w 12192000"/>
              <a:gd name="connsiteY121" fmla="*/ 1726367 h 2079137"/>
              <a:gd name="connsiteX122" fmla="*/ 5486015 w 12192000"/>
              <a:gd name="connsiteY122" fmla="*/ 1721481 h 2079137"/>
              <a:gd name="connsiteX123" fmla="*/ 5439364 w 12192000"/>
              <a:gd name="connsiteY123" fmla="*/ 1721349 h 2079137"/>
              <a:gd name="connsiteX124" fmla="*/ 5350025 w 12192000"/>
              <a:gd name="connsiteY124" fmla="*/ 1729885 h 2079137"/>
              <a:gd name="connsiteX125" fmla="*/ 5336104 w 12192000"/>
              <a:gd name="connsiteY125" fmla="*/ 1734377 h 2079137"/>
              <a:gd name="connsiteX126" fmla="*/ 5245234 w 12192000"/>
              <a:gd name="connsiteY126" fmla="*/ 1738520 h 2079137"/>
              <a:gd name="connsiteX127" fmla="*/ 5182955 w 12192000"/>
              <a:gd name="connsiteY127" fmla="*/ 1744622 h 2079137"/>
              <a:gd name="connsiteX128" fmla="*/ 5169506 w 12192000"/>
              <a:gd name="connsiteY128" fmla="*/ 1748993 h 2079137"/>
              <a:gd name="connsiteX129" fmla="*/ 5154299 w 12192000"/>
              <a:gd name="connsiteY129" fmla="*/ 1744080 h 2079137"/>
              <a:gd name="connsiteX130" fmla="*/ 5149917 w 12192000"/>
              <a:gd name="connsiteY130" fmla="*/ 1739727 h 2079137"/>
              <a:gd name="connsiteX131" fmla="*/ 5100319 w 12192000"/>
              <a:gd name="connsiteY131" fmla="*/ 1745797 h 2079137"/>
              <a:gd name="connsiteX132" fmla="*/ 5094361 w 12192000"/>
              <a:gd name="connsiteY132" fmla="*/ 1745767 h 2079137"/>
              <a:gd name="connsiteX133" fmla="*/ 5053410 w 12192000"/>
              <a:gd name="connsiteY133" fmla="*/ 1742790 h 2079137"/>
              <a:gd name="connsiteX134" fmla="*/ 4992711 w 12192000"/>
              <a:gd name="connsiteY134" fmla="*/ 1734075 h 2079137"/>
              <a:gd name="connsiteX135" fmla="*/ 4930098 w 12192000"/>
              <a:gd name="connsiteY135" fmla="*/ 1717312 h 2079137"/>
              <a:gd name="connsiteX136" fmla="*/ 4893834 w 12192000"/>
              <a:gd name="connsiteY136" fmla="*/ 1710028 h 2079137"/>
              <a:gd name="connsiteX137" fmla="*/ 4868730 w 12192000"/>
              <a:gd name="connsiteY137" fmla="*/ 1702384 h 2079137"/>
              <a:gd name="connsiteX138" fmla="*/ 4797925 w 12192000"/>
              <a:gd name="connsiteY138" fmla="*/ 1695535 h 2079137"/>
              <a:gd name="connsiteX139" fmla="*/ 4677670 w 12192000"/>
              <a:gd name="connsiteY139" fmla="*/ 1689453 h 2079137"/>
              <a:gd name="connsiteX140" fmla="*/ 4634248 w 12192000"/>
              <a:gd name="connsiteY140" fmla="*/ 1680227 h 2079137"/>
              <a:gd name="connsiteX141" fmla="*/ 4632434 w 12192000"/>
              <a:gd name="connsiteY141" fmla="*/ 1674607 h 2079137"/>
              <a:gd name="connsiteX142" fmla="*/ 4619204 w 12192000"/>
              <a:gd name="connsiteY142" fmla="*/ 1672507 h 2079137"/>
              <a:gd name="connsiteX143" fmla="*/ 4616283 w 12192000"/>
              <a:gd name="connsiteY143" fmla="*/ 1670977 h 2079137"/>
              <a:gd name="connsiteX144" fmla="*/ 4598926 w 12192000"/>
              <a:gd name="connsiteY144" fmla="*/ 1663178 h 2079137"/>
              <a:gd name="connsiteX145" fmla="*/ 4547069 w 12192000"/>
              <a:gd name="connsiteY145" fmla="*/ 1670642 h 2079137"/>
              <a:gd name="connsiteX146" fmla="*/ 4523516 w 12192000"/>
              <a:gd name="connsiteY146" fmla="*/ 1669785 h 2079137"/>
              <a:gd name="connsiteX147" fmla="*/ 4500586 w 12192000"/>
              <a:gd name="connsiteY147" fmla="*/ 1675912 h 2079137"/>
              <a:gd name="connsiteX148" fmla="*/ 4488196 w 12192000"/>
              <a:gd name="connsiteY148" fmla="*/ 1683463 h 2079137"/>
              <a:gd name="connsiteX149" fmla="*/ 4445463 w 12192000"/>
              <a:gd name="connsiteY149" fmla="*/ 1695634 h 2079137"/>
              <a:gd name="connsiteX150" fmla="*/ 4446550 w 12192000"/>
              <a:gd name="connsiteY150" fmla="*/ 1680538 h 2079137"/>
              <a:gd name="connsiteX151" fmla="*/ 4365375 w 12192000"/>
              <a:gd name="connsiteY151" fmla="*/ 1697935 h 2079137"/>
              <a:gd name="connsiteX152" fmla="*/ 4305123 w 12192000"/>
              <a:gd name="connsiteY152" fmla="*/ 1714185 h 2079137"/>
              <a:gd name="connsiteX153" fmla="*/ 4292665 w 12192000"/>
              <a:gd name="connsiteY153" fmla="*/ 1720703 h 2079137"/>
              <a:gd name="connsiteX154" fmla="*/ 4276789 w 12192000"/>
              <a:gd name="connsiteY154" fmla="*/ 1718367 h 2079137"/>
              <a:gd name="connsiteX155" fmla="*/ 4271683 w 12192000"/>
              <a:gd name="connsiteY155" fmla="*/ 1714801 h 2079137"/>
              <a:gd name="connsiteX156" fmla="*/ 4223918 w 12192000"/>
              <a:gd name="connsiteY156" fmla="*/ 1728936 h 2079137"/>
              <a:gd name="connsiteX157" fmla="*/ 4218039 w 12192000"/>
              <a:gd name="connsiteY157" fmla="*/ 1729885 h 2079137"/>
              <a:gd name="connsiteX158" fmla="*/ 4177153 w 12192000"/>
              <a:gd name="connsiteY158" fmla="*/ 1733691 h 2079137"/>
              <a:gd name="connsiteX159" fmla="*/ 4051032 w 12192000"/>
              <a:gd name="connsiteY159" fmla="*/ 1728886 h 2079137"/>
              <a:gd name="connsiteX160" fmla="*/ 4013978 w 12192000"/>
              <a:gd name="connsiteY160" fmla="*/ 1727679 h 2079137"/>
              <a:gd name="connsiteX161" fmla="*/ 3987857 w 12192000"/>
              <a:gd name="connsiteY161" fmla="*/ 1724282 h 2079137"/>
              <a:gd name="connsiteX162" fmla="*/ 3916852 w 12192000"/>
              <a:gd name="connsiteY162" fmla="*/ 1729184 h 2079137"/>
              <a:gd name="connsiteX163" fmla="*/ 3797263 w 12192000"/>
              <a:gd name="connsiteY163" fmla="*/ 1742976 h 2079137"/>
              <a:gd name="connsiteX164" fmla="*/ 3752806 w 12192000"/>
              <a:gd name="connsiteY164" fmla="*/ 1741033 h 2079137"/>
              <a:gd name="connsiteX165" fmla="*/ 3749997 w 12192000"/>
              <a:gd name="connsiteY165" fmla="*/ 1735799 h 2079137"/>
              <a:gd name="connsiteX166" fmla="*/ 3736582 w 12192000"/>
              <a:gd name="connsiteY166" fmla="*/ 1735907 h 2079137"/>
              <a:gd name="connsiteX167" fmla="*/ 3733428 w 12192000"/>
              <a:gd name="connsiteY167" fmla="*/ 1734881 h 2079137"/>
              <a:gd name="connsiteX168" fmla="*/ 3714911 w 12192000"/>
              <a:gd name="connsiteY168" fmla="*/ 1730056 h 2079137"/>
              <a:gd name="connsiteX169" fmla="*/ 3665172 w 12192000"/>
              <a:gd name="connsiteY169" fmla="*/ 1745936 h 2079137"/>
              <a:gd name="connsiteX170" fmla="*/ 3552006 w 12192000"/>
              <a:gd name="connsiteY170" fmla="*/ 1755220 h 2079137"/>
              <a:gd name="connsiteX171" fmla="*/ 3390301 w 12192000"/>
              <a:gd name="connsiteY171" fmla="*/ 1762546 h 2079137"/>
              <a:gd name="connsiteX172" fmla="*/ 3264312 w 12192000"/>
              <a:gd name="connsiteY172" fmla="*/ 1774620 h 2079137"/>
              <a:gd name="connsiteX173" fmla="*/ 3106901 w 12192000"/>
              <a:gd name="connsiteY173" fmla="*/ 1804264 h 2079137"/>
              <a:gd name="connsiteX174" fmla="*/ 2993303 w 12192000"/>
              <a:gd name="connsiteY174" fmla="*/ 1806542 h 2079137"/>
              <a:gd name="connsiteX175" fmla="*/ 2979115 w 12192000"/>
              <a:gd name="connsiteY175" fmla="*/ 1815432 h 2079137"/>
              <a:gd name="connsiteX176" fmla="*/ 2963118 w 12192000"/>
              <a:gd name="connsiteY176" fmla="*/ 1820962 h 2079137"/>
              <a:gd name="connsiteX177" fmla="*/ 2961156 w 12192000"/>
              <a:gd name="connsiteY177" fmla="*/ 1820297 h 2079137"/>
              <a:gd name="connsiteX178" fmla="*/ 2925719 w 12192000"/>
              <a:gd name="connsiteY178" fmla="*/ 1828468 h 2079137"/>
              <a:gd name="connsiteX179" fmla="*/ 2857951 w 12192000"/>
              <a:gd name="connsiteY179" fmla="*/ 1842496 h 2079137"/>
              <a:gd name="connsiteX180" fmla="*/ 2857427 w 12192000"/>
              <a:gd name="connsiteY180" fmla="*/ 1841591 h 2079137"/>
              <a:gd name="connsiteX181" fmla="*/ 2846731 w 12192000"/>
              <a:gd name="connsiteY181" fmla="*/ 1839316 h 2079137"/>
              <a:gd name="connsiteX182" fmla="*/ 2826290 w 12192000"/>
              <a:gd name="connsiteY182" fmla="*/ 1837274 h 2079137"/>
              <a:gd name="connsiteX183" fmla="*/ 2779146 w 12192000"/>
              <a:gd name="connsiteY183" fmla="*/ 1820071 h 2079137"/>
              <a:gd name="connsiteX184" fmla="*/ 2739608 w 12192000"/>
              <a:gd name="connsiteY184" fmla="*/ 1827861 h 2079137"/>
              <a:gd name="connsiteX185" fmla="*/ 2731631 w 12192000"/>
              <a:gd name="connsiteY185" fmla="*/ 1828881 h 2079137"/>
              <a:gd name="connsiteX186" fmla="*/ 2731464 w 12192000"/>
              <a:gd name="connsiteY186" fmla="*/ 1828677 h 2079137"/>
              <a:gd name="connsiteX187" fmla="*/ 2723037 w 12192000"/>
              <a:gd name="connsiteY187" fmla="*/ 1829303 h 2079137"/>
              <a:gd name="connsiteX188" fmla="*/ 2701616 w 12192000"/>
              <a:gd name="connsiteY188" fmla="*/ 1832725 h 2079137"/>
              <a:gd name="connsiteX189" fmla="*/ 2696239 w 12192000"/>
              <a:gd name="connsiteY189" fmla="*/ 1831904 h 2079137"/>
              <a:gd name="connsiteX190" fmla="*/ 2663445 w 12192000"/>
              <a:gd name="connsiteY190" fmla="*/ 1825958 h 2079137"/>
              <a:gd name="connsiteX191" fmla="*/ 2560925 w 12192000"/>
              <a:gd name="connsiteY191" fmla="*/ 1829094 h 2079137"/>
              <a:gd name="connsiteX192" fmla="*/ 2458739 w 12192000"/>
              <a:gd name="connsiteY192" fmla="*/ 1834479 h 2079137"/>
              <a:gd name="connsiteX193" fmla="*/ 2356074 w 12192000"/>
              <a:gd name="connsiteY193" fmla="*/ 1836991 h 2079137"/>
              <a:gd name="connsiteX194" fmla="*/ 2304241 w 12192000"/>
              <a:gd name="connsiteY194" fmla="*/ 1822021 h 2079137"/>
              <a:gd name="connsiteX195" fmla="*/ 2298362 w 12192000"/>
              <a:gd name="connsiteY195" fmla="*/ 1822125 h 2079137"/>
              <a:gd name="connsiteX196" fmla="*/ 2283527 w 12192000"/>
              <a:gd name="connsiteY196" fmla="*/ 1826361 h 2079137"/>
              <a:gd name="connsiteX197" fmla="*/ 2278150 w 12192000"/>
              <a:gd name="connsiteY197" fmla="*/ 1828604 h 2079137"/>
              <a:gd name="connsiteX198" fmla="*/ 2269853 w 12192000"/>
              <a:gd name="connsiteY198" fmla="*/ 1830502 h 2079137"/>
              <a:gd name="connsiteX199" fmla="*/ 2269585 w 12192000"/>
              <a:gd name="connsiteY199" fmla="*/ 1830341 h 2079137"/>
              <a:gd name="connsiteX200" fmla="*/ 2225332 w 12192000"/>
              <a:gd name="connsiteY200" fmla="*/ 1845825 h 2079137"/>
              <a:gd name="connsiteX201" fmla="*/ 2169048 w 12192000"/>
              <a:gd name="connsiteY201" fmla="*/ 1837658 h 2079137"/>
              <a:gd name="connsiteX202" fmla="*/ 2147231 w 12192000"/>
              <a:gd name="connsiteY202" fmla="*/ 1839027 h 2079137"/>
              <a:gd name="connsiteX203" fmla="*/ 2135241 w 12192000"/>
              <a:gd name="connsiteY203" fmla="*/ 1838652 h 2079137"/>
              <a:gd name="connsiteX204" fmla="*/ 2099215 w 12192000"/>
              <a:gd name="connsiteY204" fmla="*/ 1850768 h 2079137"/>
              <a:gd name="connsiteX205" fmla="*/ 2094046 w 12192000"/>
              <a:gd name="connsiteY205" fmla="*/ 1850806 h 2079137"/>
              <a:gd name="connsiteX206" fmla="*/ 2071850 w 12192000"/>
              <a:gd name="connsiteY206" fmla="*/ 1861319 h 2079137"/>
              <a:gd name="connsiteX207" fmla="*/ 2039607 w 12192000"/>
              <a:gd name="connsiteY207" fmla="*/ 1874318 h 2079137"/>
              <a:gd name="connsiteX208" fmla="*/ 2037289 w 12192000"/>
              <a:gd name="connsiteY208" fmla="*/ 1874025 h 2079137"/>
              <a:gd name="connsiteX209" fmla="*/ 2023615 w 12192000"/>
              <a:gd name="connsiteY209" fmla="*/ 1881562 h 2079137"/>
              <a:gd name="connsiteX210" fmla="*/ 1957176 w 12192000"/>
              <a:gd name="connsiteY210" fmla="*/ 1898709 h 2079137"/>
              <a:gd name="connsiteX211" fmla="*/ 1858081 w 12192000"/>
              <a:gd name="connsiteY211" fmla="*/ 1923144 h 2079137"/>
              <a:gd name="connsiteX212" fmla="*/ 1738865 w 12192000"/>
              <a:gd name="connsiteY212" fmla="*/ 1944965 h 2079137"/>
              <a:gd name="connsiteX213" fmla="*/ 1616692 w 12192000"/>
              <a:gd name="connsiteY213" fmla="*/ 1989107 h 2079137"/>
              <a:gd name="connsiteX214" fmla="*/ 1411898 w 12192000"/>
              <a:gd name="connsiteY214" fmla="*/ 2046254 h 2079137"/>
              <a:gd name="connsiteX215" fmla="*/ 1375780 w 12192000"/>
              <a:gd name="connsiteY215" fmla="*/ 2047961 h 2079137"/>
              <a:gd name="connsiteX216" fmla="*/ 1375707 w 12192000"/>
              <a:gd name="connsiteY216" fmla="*/ 2047981 h 2079137"/>
              <a:gd name="connsiteX217" fmla="*/ 1285585 w 12192000"/>
              <a:gd name="connsiteY217" fmla="*/ 2047113 h 2079137"/>
              <a:gd name="connsiteX218" fmla="*/ 1263658 w 12192000"/>
              <a:gd name="connsiteY218" fmla="*/ 2041397 h 2079137"/>
              <a:gd name="connsiteX219" fmla="*/ 1170403 w 12192000"/>
              <a:gd name="connsiteY219" fmla="*/ 2033399 h 2079137"/>
              <a:gd name="connsiteX220" fmla="*/ 1153718 w 12192000"/>
              <a:gd name="connsiteY220" fmla="*/ 2029576 h 2079137"/>
              <a:gd name="connsiteX221" fmla="*/ 1133937 w 12192000"/>
              <a:gd name="connsiteY221" fmla="*/ 2032149 h 2079137"/>
              <a:gd name="connsiteX222" fmla="*/ 1054999 w 12192000"/>
              <a:gd name="connsiteY222" fmla="*/ 2043242 h 2079137"/>
              <a:gd name="connsiteX223" fmla="*/ 1018405 w 12192000"/>
              <a:gd name="connsiteY223" fmla="*/ 2048281 h 2079137"/>
              <a:gd name="connsiteX224" fmla="*/ 1016563 w 12192000"/>
              <a:gd name="connsiteY224" fmla="*/ 2051718 h 2079137"/>
              <a:gd name="connsiteX225" fmla="*/ 1008284 w 12192000"/>
              <a:gd name="connsiteY225" fmla="*/ 2046742 h 2079137"/>
              <a:gd name="connsiteX226" fmla="*/ 981974 w 12192000"/>
              <a:gd name="connsiteY226" fmla="*/ 2048363 h 2079137"/>
              <a:gd name="connsiteX227" fmla="*/ 971903 w 12192000"/>
              <a:gd name="connsiteY227" fmla="*/ 2053484 h 2079137"/>
              <a:gd name="connsiteX228" fmla="*/ 954015 w 12192000"/>
              <a:gd name="connsiteY228" fmla="*/ 2052529 h 2079137"/>
              <a:gd name="connsiteX229" fmla="*/ 839571 w 12192000"/>
              <a:gd name="connsiteY229" fmla="*/ 2046509 h 2079137"/>
              <a:gd name="connsiteX230" fmla="*/ 823321 w 12192000"/>
              <a:gd name="connsiteY230" fmla="*/ 2054296 h 2079137"/>
              <a:gd name="connsiteX231" fmla="*/ 800990 w 12192000"/>
              <a:gd name="connsiteY231" fmla="*/ 2051523 h 2079137"/>
              <a:gd name="connsiteX232" fmla="*/ 776439 w 12192000"/>
              <a:gd name="connsiteY232" fmla="*/ 2062634 h 2079137"/>
              <a:gd name="connsiteX233" fmla="*/ 763041 w 12192000"/>
              <a:gd name="connsiteY233" fmla="*/ 2063995 h 2079137"/>
              <a:gd name="connsiteX234" fmla="*/ 757863 w 12192000"/>
              <a:gd name="connsiteY234" fmla="*/ 2065877 h 2079137"/>
              <a:gd name="connsiteX235" fmla="*/ 745053 w 12192000"/>
              <a:gd name="connsiteY235" fmla="*/ 2051831 h 2079137"/>
              <a:gd name="connsiteX236" fmla="*/ 722609 w 12192000"/>
              <a:gd name="connsiteY236" fmla="*/ 2049504 h 2079137"/>
              <a:gd name="connsiteX237" fmla="*/ 717618 w 12192000"/>
              <a:gd name="connsiteY237" fmla="*/ 2042131 h 2079137"/>
              <a:gd name="connsiteX238" fmla="*/ 703285 w 12192000"/>
              <a:gd name="connsiteY238" fmla="*/ 2046808 h 2079137"/>
              <a:gd name="connsiteX239" fmla="*/ 680199 w 12192000"/>
              <a:gd name="connsiteY239" fmla="*/ 2051947 h 2079137"/>
              <a:gd name="connsiteX240" fmla="*/ 667351 w 12192000"/>
              <a:gd name="connsiteY240" fmla="*/ 2054469 h 2079137"/>
              <a:gd name="connsiteX241" fmla="*/ 660961 w 12192000"/>
              <a:gd name="connsiteY241" fmla="*/ 2049404 h 2079137"/>
              <a:gd name="connsiteX242" fmla="*/ 638282 w 12192000"/>
              <a:gd name="connsiteY242" fmla="*/ 2060093 h 2079137"/>
              <a:gd name="connsiteX243" fmla="*/ 583551 w 12192000"/>
              <a:gd name="connsiteY243" fmla="*/ 2070197 h 2079137"/>
              <a:gd name="connsiteX244" fmla="*/ 525274 w 12192000"/>
              <a:gd name="connsiteY244" fmla="*/ 2079137 h 2079137"/>
              <a:gd name="connsiteX245" fmla="*/ 405635 w 12192000"/>
              <a:gd name="connsiteY245" fmla="*/ 2059339 h 2079137"/>
              <a:gd name="connsiteX246" fmla="*/ 281555 w 12192000"/>
              <a:gd name="connsiteY246" fmla="*/ 2022847 h 2079137"/>
              <a:gd name="connsiteX247" fmla="*/ 98513 w 12192000"/>
              <a:gd name="connsiteY247" fmla="*/ 1969504 h 2079137"/>
              <a:gd name="connsiteX248" fmla="*/ 56191 w 12192000"/>
              <a:gd name="connsiteY248" fmla="*/ 1950709 h 2079137"/>
              <a:gd name="connsiteX249" fmla="*/ 0 w 12192000"/>
              <a:gd name="connsiteY249" fmla="*/ 1935789 h 2079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</a:cxnLst>
            <a:rect l="l" t="t" r="r" b="b"/>
            <a:pathLst>
              <a:path w="12192000" h="2079137">
                <a:moveTo>
                  <a:pt x="12160143" y="831692"/>
                </a:moveTo>
                <a:lnTo>
                  <a:pt x="12159112" y="833361"/>
                </a:lnTo>
                <a:cubicBezTo>
                  <a:pt x="12157915" y="833832"/>
                  <a:pt x="12157402" y="833649"/>
                  <a:pt x="12158912" y="832430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558063"/>
                </a:lnTo>
                <a:lnTo>
                  <a:pt x="12189259" y="810508"/>
                </a:lnTo>
                <a:lnTo>
                  <a:pt x="12170847" y="825280"/>
                </a:lnTo>
                <a:lnTo>
                  <a:pt x="12160143" y="831692"/>
                </a:lnTo>
                <a:lnTo>
                  <a:pt x="12163806" y="825759"/>
                </a:lnTo>
                <a:cubicBezTo>
                  <a:pt x="12125449" y="821525"/>
                  <a:pt x="12082203" y="824698"/>
                  <a:pt x="12056557" y="810176"/>
                </a:cubicBezTo>
                <a:cubicBezTo>
                  <a:pt x="12050902" y="790976"/>
                  <a:pt x="11923731" y="799312"/>
                  <a:pt x="11900316" y="789618"/>
                </a:cubicBezTo>
                <a:cubicBezTo>
                  <a:pt x="11841702" y="803374"/>
                  <a:pt x="11823963" y="832645"/>
                  <a:pt x="11791206" y="824176"/>
                </a:cubicBezTo>
                <a:cubicBezTo>
                  <a:pt x="11768977" y="817380"/>
                  <a:pt x="11683857" y="828947"/>
                  <a:pt x="11659257" y="800841"/>
                </a:cubicBezTo>
                <a:cubicBezTo>
                  <a:pt x="11617173" y="818107"/>
                  <a:pt x="11602556" y="790694"/>
                  <a:pt x="11569789" y="797135"/>
                </a:cubicBezTo>
                <a:cubicBezTo>
                  <a:pt x="11498310" y="795094"/>
                  <a:pt x="11458472" y="819882"/>
                  <a:pt x="11367885" y="791985"/>
                </a:cubicBezTo>
                <a:cubicBezTo>
                  <a:pt x="11325508" y="798158"/>
                  <a:pt x="11266580" y="755023"/>
                  <a:pt x="11174663" y="788721"/>
                </a:cubicBezTo>
                <a:cubicBezTo>
                  <a:pt x="11122703" y="792192"/>
                  <a:pt x="11150009" y="775410"/>
                  <a:pt x="11068220" y="786994"/>
                </a:cubicBezTo>
                <a:cubicBezTo>
                  <a:pt x="11046931" y="759861"/>
                  <a:pt x="10919185" y="793102"/>
                  <a:pt x="10893266" y="794013"/>
                </a:cubicBezTo>
                <a:cubicBezTo>
                  <a:pt x="10874184" y="776189"/>
                  <a:pt x="10862860" y="788743"/>
                  <a:pt x="10844025" y="789857"/>
                </a:cubicBezTo>
                <a:cubicBezTo>
                  <a:pt x="10836453" y="779294"/>
                  <a:pt x="10820690" y="778184"/>
                  <a:pt x="10814353" y="789010"/>
                </a:cubicBezTo>
                <a:cubicBezTo>
                  <a:pt x="10819669" y="816016"/>
                  <a:pt x="10754019" y="789067"/>
                  <a:pt x="10748393" y="806738"/>
                </a:cubicBezTo>
                <a:cubicBezTo>
                  <a:pt x="10687156" y="807873"/>
                  <a:pt x="10550299" y="781800"/>
                  <a:pt x="10468256" y="778733"/>
                </a:cubicBezTo>
                <a:cubicBezTo>
                  <a:pt x="10436666" y="770025"/>
                  <a:pt x="10371995" y="797252"/>
                  <a:pt x="10256131" y="788332"/>
                </a:cubicBezTo>
                <a:cubicBezTo>
                  <a:pt x="10240995" y="781626"/>
                  <a:pt x="10182664" y="765742"/>
                  <a:pt x="10177442" y="777371"/>
                </a:cubicBezTo>
                <a:cubicBezTo>
                  <a:pt x="10141447" y="775683"/>
                  <a:pt x="10030323" y="810071"/>
                  <a:pt x="10006086" y="792651"/>
                </a:cubicBezTo>
                <a:cubicBezTo>
                  <a:pt x="10009448" y="818833"/>
                  <a:pt x="9960389" y="791426"/>
                  <a:pt x="9952382" y="815411"/>
                </a:cubicBezTo>
                <a:lnTo>
                  <a:pt x="9926457" y="827295"/>
                </a:lnTo>
                <a:lnTo>
                  <a:pt x="9843405" y="867046"/>
                </a:lnTo>
                <a:lnTo>
                  <a:pt x="9830866" y="875047"/>
                </a:lnTo>
                <a:lnTo>
                  <a:pt x="9801807" y="872272"/>
                </a:lnTo>
                <a:lnTo>
                  <a:pt x="9785653" y="861743"/>
                </a:lnTo>
                <a:lnTo>
                  <a:pt x="9781177" y="864820"/>
                </a:lnTo>
                <a:cubicBezTo>
                  <a:pt x="9776153" y="871003"/>
                  <a:pt x="9773556" y="874842"/>
                  <a:pt x="9768640" y="869379"/>
                </a:cubicBezTo>
                <a:lnTo>
                  <a:pt x="9712211" y="900283"/>
                </a:lnTo>
                <a:cubicBezTo>
                  <a:pt x="9706243" y="902750"/>
                  <a:pt x="9698952" y="902954"/>
                  <a:pt x="9689465" y="899268"/>
                </a:cubicBezTo>
                <a:cubicBezTo>
                  <a:pt x="9670819" y="902906"/>
                  <a:pt x="9618108" y="917739"/>
                  <a:pt x="9600339" y="922112"/>
                </a:cubicBezTo>
                <a:lnTo>
                  <a:pt x="9582850" y="925510"/>
                </a:lnTo>
                <a:cubicBezTo>
                  <a:pt x="9574400" y="928631"/>
                  <a:pt x="9556868" y="938130"/>
                  <a:pt x="9549638" y="940845"/>
                </a:cubicBezTo>
                <a:cubicBezTo>
                  <a:pt x="9543792" y="942327"/>
                  <a:pt x="9546812" y="939351"/>
                  <a:pt x="9539471" y="941799"/>
                </a:cubicBezTo>
                <a:cubicBezTo>
                  <a:pt x="9538994" y="947702"/>
                  <a:pt x="9536009" y="953248"/>
                  <a:pt x="9505592" y="955533"/>
                </a:cubicBezTo>
                <a:cubicBezTo>
                  <a:pt x="9486013" y="968563"/>
                  <a:pt x="9460860" y="978842"/>
                  <a:pt x="9432569" y="985377"/>
                </a:cubicBezTo>
                <a:cubicBezTo>
                  <a:pt x="9426990" y="980335"/>
                  <a:pt x="9418918" y="990185"/>
                  <a:pt x="9414216" y="992655"/>
                </a:cubicBezTo>
                <a:cubicBezTo>
                  <a:pt x="9412644" y="989014"/>
                  <a:pt x="9400057" y="989255"/>
                  <a:pt x="9397106" y="992980"/>
                </a:cubicBezTo>
                <a:cubicBezTo>
                  <a:pt x="9314093" y="1020862"/>
                  <a:pt x="9349678" y="978420"/>
                  <a:pt x="9305108" y="1007767"/>
                </a:cubicBezTo>
                <a:cubicBezTo>
                  <a:pt x="9296670" y="1010324"/>
                  <a:pt x="9289251" y="1009612"/>
                  <a:pt x="9282434" y="1007523"/>
                </a:cubicBezTo>
                <a:lnTo>
                  <a:pt x="9271941" y="1002839"/>
                </a:lnTo>
                <a:lnTo>
                  <a:pt x="9238227" y="1017668"/>
                </a:lnTo>
                <a:cubicBezTo>
                  <a:pt x="9221294" y="1023415"/>
                  <a:pt x="9203166" y="1027997"/>
                  <a:pt x="9184265" y="1031275"/>
                </a:cubicBezTo>
                <a:cubicBezTo>
                  <a:pt x="9178371" y="1024135"/>
                  <a:pt x="9165618" y="1036637"/>
                  <a:pt x="9159000" y="1039569"/>
                </a:cubicBezTo>
                <a:cubicBezTo>
                  <a:pt x="9157881" y="1034602"/>
                  <a:pt x="9141725" y="1033964"/>
                  <a:pt x="9137031" y="1038699"/>
                </a:cubicBezTo>
                <a:cubicBezTo>
                  <a:pt x="9023973" y="1069523"/>
                  <a:pt x="9079946" y="1015706"/>
                  <a:pt x="9015702" y="1051400"/>
                </a:cubicBezTo>
                <a:lnTo>
                  <a:pt x="8971403" y="1040542"/>
                </a:lnTo>
                <a:lnTo>
                  <a:pt x="8961826" y="1045364"/>
                </a:lnTo>
                <a:cubicBezTo>
                  <a:pt x="8922837" y="1050010"/>
                  <a:pt x="8909116" y="1040754"/>
                  <a:pt x="8888623" y="1053908"/>
                </a:cubicBezTo>
                <a:cubicBezTo>
                  <a:pt x="8850424" y="1035587"/>
                  <a:pt x="8865892" y="1054194"/>
                  <a:pt x="8841066" y="1060421"/>
                </a:cubicBezTo>
                <a:cubicBezTo>
                  <a:pt x="8818353" y="1064878"/>
                  <a:pt x="8775995" y="1076068"/>
                  <a:pt x="8752342" y="1080646"/>
                </a:cubicBezTo>
                <a:cubicBezTo>
                  <a:pt x="8736966" y="1099406"/>
                  <a:pt x="8723186" y="1079948"/>
                  <a:pt x="8699139" y="1087885"/>
                </a:cubicBezTo>
                <a:cubicBezTo>
                  <a:pt x="8688630" y="1095506"/>
                  <a:pt x="8680324" y="1097539"/>
                  <a:pt x="8667273" y="1092062"/>
                </a:cubicBezTo>
                <a:cubicBezTo>
                  <a:pt x="8619205" y="1128818"/>
                  <a:pt x="8634590" y="1097116"/>
                  <a:pt x="8586064" y="1114603"/>
                </a:cubicBezTo>
                <a:cubicBezTo>
                  <a:pt x="8544721" y="1131913"/>
                  <a:pt x="8496602" y="1145520"/>
                  <a:pt x="8460312" y="1179878"/>
                </a:cubicBezTo>
                <a:cubicBezTo>
                  <a:pt x="8454266" y="1189140"/>
                  <a:pt x="8435781" y="1194455"/>
                  <a:pt x="8419023" y="1191748"/>
                </a:cubicBezTo>
                <a:cubicBezTo>
                  <a:pt x="8416138" y="1191283"/>
                  <a:pt x="8413416" y="1190591"/>
                  <a:pt x="8410939" y="1189696"/>
                </a:cubicBezTo>
                <a:cubicBezTo>
                  <a:pt x="8390077" y="1213458"/>
                  <a:pt x="8370324" y="1205397"/>
                  <a:pt x="8362040" y="1220820"/>
                </a:cubicBezTo>
                <a:cubicBezTo>
                  <a:pt x="8320616" y="1231942"/>
                  <a:pt x="8281663" y="1222882"/>
                  <a:pt x="8273677" y="1236495"/>
                </a:cubicBezTo>
                <a:cubicBezTo>
                  <a:pt x="8251358" y="1238573"/>
                  <a:pt x="8216738" y="1228341"/>
                  <a:pt x="8204283" y="1243537"/>
                </a:cubicBezTo>
                <a:cubicBezTo>
                  <a:pt x="8198634" y="1233135"/>
                  <a:pt x="8181550" y="1254947"/>
                  <a:pt x="8166550" y="1249551"/>
                </a:cubicBezTo>
                <a:cubicBezTo>
                  <a:pt x="8155570" y="1244572"/>
                  <a:pt x="8147825" y="1250027"/>
                  <a:pt x="8137785" y="1251636"/>
                </a:cubicBezTo>
                <a:cubicBezTo>
                  <a:pt x="8123427" y="1248361"/>
                  <a:pt x="8081662" y="1261833"/>
                  <a:pt x="8071596" y="1269274"/>
                </a:cubicBezTo>
                <a:cubicBezTo>
                  <a:pt x="8048949" y="1293759"/>
                  <a:pt x="7983924" y="1284712"/>
                  <a:pt x="7964816" y="1303668"/>
                </a:cubicBezTo>
                <a:cubicBezTo>
                  <a:pt x="7957137" y="1306992"/>
                  <a:pt x="7949335" y="1308861"/>
                  <a:pt x="7941495" y="1309821"/>
                </a:cubicBezTo>
                <a:lnTo>
                  <a:pt x="7919123" y="1310466"/>
                </a:lnTo>
                <a:lnTo>
                  <a:pt x="7911902" y="1306569"/>
                </a:lnTo>
                <a:lnTo>
                  <a:pt x="7898703" y="1309208"/>
                </a:lnTo>
                <a:lnTo>
                  <a:pt x="7894703" y="1308939"/>
                </a:lnTo>
                <a:lnTo>
                  <a:pt x="7872267" y="1308370"/>
                </a:lnTo>
                <a:cubicBezTo>
                  <a:pt x="7886550" y="1330359"/>
                  <a:pt x="7812648" y="1314851"/>
                  <a:pt x="7836454" y="1331265"/>
                </a:cubicBezTo>
                <a:cubicBezTo>
                  <a:pt x="7798907" y="1336933"/>
                  <a:pt x="7831419" y="1351068"/>
                  <a:pt x="7782451" y="1339601"/>
                </a:cubicBezTo>
                <a:cubicBezTo>
                  <a:pt x="7727636" y="1365002"/>
                  <a:pt x="7583002" y="1338768"/>
                  <a:pt x="7542969" y="1372495"/>
                </a:cubicBezTo>
                <a:cubicBezTo>
                  <a:pt x="7546396" y="1360942"/>
                  <a:pt x="7492851" y="1424323"/>
                  <a:pt x="7476832" y="1431655"/>
                </a:cubicBezTo>
                <a:cubicBezTo>
                  <a:pt x="7439619" y="1443703"/>
                  <a:pt x="7425596" y="1454661"/>
                  <a:pt x="7370237" y="1474339"/>
                </a:cubicBezTo>
                <a:cubicBezTo>
                  <a:pt x="7316246" y="1485928"/>
                  <a:pt x="7281903" y="1512712"/>
                  <a:pt x="7222223" y="1510199"/>
                </a:cubicBezTo>
                <a:cubicBezTo>
                  <a:pt x="7221190" y="1514030"/>
                  <a:pt x="7218885" y="1517398"/>
                  <a:pt x="7215703" y="1520424"/>
                </a:cubicBezTo>
                <a:lnTo>
                  <a:pt x="7204548" y="1528145"/>
                </a:lnTo>
                <a:lnTo>
                  <a:pt x="7202038" y="1527954"/>
                </a:lnTo>
                <a:lnTo>
                  <a:pt x="7173860" y="1541605"/>
                </a:lnTo>
                <a:lnTo>
                  <a:pt x="7155079" y="1552495"/>
                </a:lnTo>
                <a:lnTo>
                  <a:pt x="7149757" y="1552732"/>
                </a:lnTo>
                <a:cubicBezTo>
                  <a:pt x="7141378" y="1554948"/>
                  <a:pt x="7115959" y="1563256"/>
                  <a:pt x="7104804" y="1565792"/>
                </a:cubicBezTo>
                <a:cubicBezTo>
                  <a:pt x="7099811" y="1550850"/>
                  <a:pt x="7096935" y="1561973"/>
                  <a:pt x="7082824" y="1567947"/>
                </a:cubicBezTo>
                <a:cubicBezTo>
                  <a:pt x="7071919" y="1546070"/>
                  <a:pt x="7039417" y="1570606"/>
                  <a:pt x="7021520" y="1562334"/>
                </a:cubicBezTo>
                <a:cubicBezTo>
                  <a:pt x="7011400" y="1567217"/>
                  <a:pt x="7000495" y="1571981"/>
                  <a:pt x="6988956" y="1576442"/>
                </a:cubicBezTo>
                <a:lnTo>
                  <a:pt x="6981922" y="1578821"/>
                </a:lnTo>
                <a:lnTo>
                  <a:pt x="6981583" y="1578678"/>
                </a:lnTo>
                <a:cubicBezTo>
                  <a:pt x="6979627" y="1578791"/>
                  <a:pt x="6977153" y="1579421"/>
                  <a:pt x="6973762" y="1580811"/>
                </a:cubicBezTo>
                <a:lnTo>
                  <a:pt x="6969093" y="1583157"/>
                </a:lnTo>
                <a:lnTo>
                  <a:pt x="6890037" y="1575825"/>
                </a:lnTo>
                <a:cubicBezTo>
                  <a:pt x="6849459" y="1579997"/>
                  <a:pt x="6820022" y="1566922"/>
                  <a:pt x="6785054" y="1582200"/>
                </a:cubicBezTo>
                <a:cubicBezTo>
                  <a:pt x="6747047" y="1586037"/>
                  <a:pt x="6712794" y="1582954"/>
                  <a:pt x="6681692" y="1591296"/>
                </a:cubicBezTo>
                <a:cubicBezTo>
                  <a:pt x="6667557" y="1587501"/>
                  <a:pt x="6654822" y="1586753"/>
                  <a:pt x="6644556" y="1595940"/>
                </a:cubicBezTo>
                <a:cubicBezTo>
                  <a:pt x="6608615" y="1597269"/>
                  <a:pt x="6597697" y="1587005"/>
                  <a:pt x="6577106" y="1598261"/>
                </a:cubicBezTo>
                <a:lnTo>
                  <a:pt x="6544183" y="1596149"/>
                </a:lnTo>
                <a:lnTo>
                  <a:pt x="6540921" y="1593857"/>
                </a:lnTo>
                <a:lnTo>
                  <a:pt x="6535046" y="1593283"/>
                </a:lnTo>
                <a:lnTo>
                  <a:pt x="6519853" y="1595771"/>
                </a:lnTo>
                <a:lnTo>
                  <a:pt x="6514280" y="1597376"/>
                </a:lnTo>
                <a:cubicBezTo>
                  <a:pt x="6510385" y="1598232"/>
                  <a:pt x="6507735" y="1598481"/>
                  <a:pt x="6505824" y="1598298"/>
                </a:cubicBezTo>
                <a:lnTo>
                  <a:pt x="6505573" y="1598109"/>
                </a:lnTo>
                <a:lnTo>
                  <a:pt x="6497741" y="1599392"/>
                </a:lnTo>
                <a:cubicBezTo>
                  <a:pt x="6484628" y="1602044"/>
                  <a:pt x="6471968" y="1605085"/>
                  <a:pt x="6459992" y="1608358"/>
                </a:cubicBezTo>
                <a:cubicBezTo>
                  <a:pt x="6447037" y="1597612"/>
                  <a:pt x="6404274" y="1616787"/>
                  <a:pt x="6404572" y="1593771"/>
                </a:cubicBezTo>
                <a:cubicBezTo>
                  <a:pt x="6388277" y="1597519"/>
                  <a:pt x="6380141" y="1607970"/>
                  <a:pt x="6382671" y="1592612"/>
                </a:cubicBezTo>
                <a:lnTo>
                  <a:pt x="6369843" y="1590015"/>
                </a:lnTo>
                <a:lnTo>
                  <a:pt x="6269740" y="1614633"/>
                </a:lnTo>
                <a:lnTo>
                  <a:pt x="6255405" y="1620529"/>
                </a:lnTo>
                <a:cubicBezTo>
                  <a:pt x="6250911" y="1623016"/>
                  <a:pt x="6247090" y="1625968"/>
                  <a:pt x="6244248" y="1629561"/>
                </a:cubicBezTo>
                <a:cubicBezTo>
                  <a:pt x="6188859" y="1618246"/>
                  <a:pt x="6143250" y="1639346"/>
                  <a:pt x="6086396" y="1642666"/>
                </a:cubicBezTo>
                <a:cubicBezTo>
                  <a:pt x="6024311" y="1653696"/>
                  <a:pt x="5889522" y="1686499"/>
                  <a:pt x="5867429" y="1695554"/>
                </a:cubicBezTo>
                <a:cubicBezTo>
                  <a:pt x="5848669" y="1700350"/>
                  <a:pt x="5763994" y="1699795"/>
                  <a:pt x="5772864" y="1689002"/>
                </a:cubicBezTo>
                <a:cubicBezTo>
                  <a:pt x="5718480" y="1716048"/>
                  <a:pt x="5694188" y="1696562"/>
                  <a:pt x="5629833" y="1713273"/>
                </a:cubicBezTo>
                <a:lnTo>
                  <a:pt x="5504771" y="1725744"/>
                </a:lnTo>
                <a:lnTo>
                  <a:pt x="5490967" y="1726367"/>
                </a:lnTo>
                <a:lnTo>
                  <a:pt x="5486015" y="1721481"/>
                </a:lnTo>
                <a:lnTo>
                  <a:pt x="5439364" y="1721349"/>
                </a:lnTo>
                <a:cubicBezTo>
                  <a:pt x="5418850" y="1733129"/>
                  <a:pt x="5381503" y="1725668"/>
                  <a:pt x="5350025" y="1729885"/>
                </a:cubicBezTo>
                <a:lnTo>
                  <a:pt x="5336104" y="1734377"/>
                </a:lnTo>
                <a:lnTo>
                  <a:pt x="5245234" y="1738520"/>
                </a:lnTo>
                <a:lnTo>
                  <a:pt x="5182955" y="1744622"/>
                </a:lnTo>
                <a:lnTo>
                  <a:pt x="5169506" y="1748993"/>
                </a:lnTo>
                <a:lnTo>
                  <a:pt x="5154299" y="1744080"/>
                </a:lnTo>
                <a:cubicBezTo>
                  <a:pt x="5152463" y="1742751"/>
                  <a:pt x="5150989" y="1741283"/>
                  <a:pt x="5149917" y="1739727"/>
                </a:cubicBezTo>
                <a:lnTo>
                  <a:pt x="5100319" y="1745797"/>
                </a:lnTo>
                <a:lnTo>
                  <a:pt x="5094361" y="1745767"/>
                </a:lnTo>
                <a:lnTo>
                  <a:pt x="5053410" y="1742790"/>
                </a:lnTo>
                <a:lnTo>
                  <a:pt x="4992711" y="1734075"/>
                </a:lnTo>
                <a:cubicBezTo>
                  <a:pt x="4972764" y="1728527"/>
                  <a:pt x="4955480" y="1708667"/>
                  <a:pt x="4930098" y="1717312"/>
                </a:cubicBezTo>
                <a:cubicBezTo>
                  <a:pt x="4936142" y="1706767"/>
                  <a:pt x="4900350" y="1719438"/>
                  <a:pt x="4893834" y="1710028"/>
                </a:cubicBezTo>
                <a:cubicBezTo>
                  <a:pt x="4890113" y="1702277"/>
                  <a:pt x="4878389" y="1704314"/>
                  <a:pt x="4868730" y="1702384"/>
                </a:cubicBezTo>
                <a:cubicBezTo>
                  <a:pt x="4860577" y="1694955"/>
                  <a:pt x="4813519" y="1692594"/>
                  <a:pt x="4797925" y="1695535"/>
                </a:cubicBezTo>
                <a:cubicBezTo>
                  <a:pt x="4754973" y="1708626"/>
                  <a:pt x="4712186" y="1679830"/>
                  <a:pt x="4677670" y="1689453"/>
                </a:cubicBezTo>
                <a:cubicBezTo>
                  <a:pt x="4650390" y="1686902"/>
                  <a:pt x="4641786" y="1682702"/>
                  <a:pt x="4634248" y="1680227"/>
                </a:cubicBezTo>
                <a:lnTo>
                  <a:pt x="4632434" y="1674607"/>
                </a:lnTo>
                <a:lnTo>
                  <a:pt x="4619204" y="1672507"/>
                </a:lnTo>
                <a:lnTo>
                  <a:pt x="4616283" y="1670977"/>
                </a:lnTo>
                <a:cubicBezTo>
                  <a:pt x="4610716" y="1668036"/>
                  <a:pt x="4605090" y="1665277"/>
                  <a:pt x="4598926" y="1663178"/>
                </a:cubicBezTo>
                <a:cubicBezTo>
                  <a:pt x="4588025" y="1686237"/>
                  <a:pt x="4544698" y="1649138"/>
                  <a:pt x="4547069" y="1670642"/>
                </a:cubicBezTo>
                <a:lnTo>
                  <a:pt x="4523516" y="1669785"/>
                </a:lnTo>
                <a:lnTo>
                  <a:pt x="4500586" y="1675912"/>
                </a:lnTo>
                <a:lnTo>
                  <a:pt x="4488196" y="1683463"/>
                </a:lnTo>
                <a:lnTo>
                  <a:pt x="4445463" y="1695634"/>
                </a:lnTo>
                <a:lnTo>
                  <a:pt x="4446550" y="1680538"/>
                </a:lnTo>
                <a:lnTo>
                  <a:pt x="4365375" y="1697935"/>
                </a:lnTo>
                <a:lnTo>
                  <a:pt x="4305123" y="1714185"/>
                </a:lnTo>
                <a:lnTo>
                  <a:pt x="4292665" y="1720703"/>
                </a:lnTo>
                <a:lnTo>
                  <a:pt x="4276789" y="1718367"/>
                </a:lnTo>
                <a:cubicBezTo>
                  <a:pt x="4274740" y="1717359"/>
                  <a:pt x="4273021" y="1716157"/>
                  <a:pt x="4271683" y="1714801"/>
                </a:cubicBezTo>
                <a:lnTo>
                  <a:pt x="4223918" y="1728936"/>
                </a:lnTo>
                <a:lnTo>
                  <a:pt x="4218039" y="1729885"/>
                </a:lnTo>
                <a:lnTo>
                  <a:pt x="4177153" y="1733691"/>
                </a:lnTo>
                <a:lnTo>
                  <a:pt x="4051032" y="1728886"/>
                </a:lnTo>
                <a:cubicBezTo>
                  <a:pt x="4055072" y="1717510"/>
                  <a:pt x="4022108" y="1735873"/>
                  <a:pt x="4013978" y="1727679"/>
                </a:cubicBezTo>
                <a:cubicBezTo>
                  <a:pt x="4008905" y="1720660"/>
                  <a:pt x="3997723" y="1724594"/>
                  <a:pt x="3987857" y="1724282"/>
                </a:cubicBezTo>
                <a:cubicBezTo>
                  <a:pt x="3978476" y="1718309"/>
                  <a:pt x="3931683" y="1723723"/>
                  <a:pt x="3916852" y="1729184"/>
                </a:cubicBezTo>
                <a:cubicBezTo>
                  <a:pt x="3876910" y="1749138"/>
                  <a:pt x="3829523" y="1727824"/>
                  <a:pt x="3797263" y="1742976"/>
                </a:cubicBezTo>
                <a:cubicBezTo>
                  <a:pt x="3769922" y="1744951"/>
                  <a:pt x="3760682" y="1742230"/>
                  <a:pt x="3752806" y="1741033"/>
                </a:cubicBezTo>
                <a:lnTo>
                  <a:pt x="3749997" y="1735799"/>
                </a:lnTo>
                <a:lnTo>
                  <a:pt x="3736582" y="1735907"/>
                </a:lnTo>
                <a:lnTo>
                  <a:pt x="3733428" y="1734881"/>
                </a:lnTo>
                <a:cubicBezTo>
                  <a:pt x="3727408" y="1732899"/>
                  <a:pt x="3721365" y="1731108"/>
                  <a:pt x="3714911" y="1730056"/>
                </a:cubicBezTo>
                <a:cubicBezTo>
                  <a:pt x="3708355" y="1754554"/>
                  <a:pt x="3658933" y="1725152"/>
                  <a:pt x="3665172" y="1745936"/>
                </a:cubicBezTo>
                <a:cubicBezTo>
                  <a:pt x="3628569" y="1744420"/>
                  <a:pt x="3583742" y="1775884"/>
                  <a:pt x="3552006" y="1755220"/>
                </a:cubicBezTo>
                <a:cubicBezTo>
                  <a:pt x="3497522" y="1758390"/>
                  <a:pt x="3448310" y="1757433"/>
                  <a:pt x="3390301" y="1762546"/>
                </a:cubicBezTo>
                <a:cubicBezTo>
                  <a:pt x="3345266" y="1774524"/>
                  <a:pt x="3297039" y="1758531"/>
                  <a:pt x="3264312" y="1774620"/>
                </a:cubicBezTo>
                <a:cubicBezTo>
                  <a:pt x="3212634" y="1771139"/>
                  <a:pt x="3147905" y="1780248"/>
                  <a:pt x="3106901" y="1804264"/>
                </a:cubicBezTo>
                <a:cubicBezTo>
                  <a:pt x="3051355" y="1805490"/>
                  <a:pt x="3041708" y="1820368"/>
                  <a:pt x="2993303" y="1806542"/>
                </a:cubicBezTo>
                <a:cubicBezTo>
                  <a:pt x="2989182" y="1810139"/>
                  <a:pt x="2984377" y="1813039"/>
                  <a:pt x="2979115" y="1815432"/>
                </a:cubicBezTo>
                <a:lnTo>
                  <a:pt x="2963118" y="1820962"/>
                </a:lnTo>
                <a:lnTo>
                  <a:pt x="2961156" y="1820297"/>
                </a:lnTo>
                <a:lnTo>
                  <a:pt x="2925719" y="1828468"/>
                </a:lnTo>
                <a:lnTo>
                  <a:pt x="2857951" y="1842496"/>
                </a:lnTo>
                <a:lnTo>
                  <a:pt x="2857427" y="1841591"/>
                </a:lnTo>
                <a:cubicBezTo>
                  <a:pt x="2855386" y="1839734"/>
                  <a:pt x="2852250" y="1838690"/>
                  <a:pt x="2846731" y="1839316"/>
                </a:cubicBezTo>
                <a:cubicBezTo>
                  <a:pt x="2855175" y="1823564"/>
                  <a:pt x="2843311" y="1834035"/>
                  <a:pt x="2826290" y="1837274"/>
                </a:cubicBezTo>
                <a:cubicBezTo>
                  <a:pt x="2835609" y="1813530"/>
                  <a:pt x="2787284" y="1831665"/>
                  <a:pt x="2779146" y="1820071"/>
                </a:cubicBezTo>
                <a:cubicBezTo>
                  <a:pt x="2766432" y="1822985"/>
                  <a:pt x="2753158" y="1825635"/>
                  <a:pt x="2739608" y="1827861"/>
                </a:cubicBezTo>
                <a:lnTo>
                  <a:pt x="2731631" y="1828881"/>
                </a:lnTo>
                <a:cubicBezTo>
                  <a:pt x="2731575" y="1828813"/>
                  <a:pt x="2731521" y="1828744"/>
                  <a:pt x="2731464" y="1828677"/>
                </a:cubicBezTo>
                <a:cubicBezTo>
                  <a:pt x="2729715" y="1828415"/>
                  <a:pt x="2727085" y="1828569"/>
                  <a:pt x="2723037" y="1829303"/>
                </a:cubicBezTo>
                <a:lnTo>
                  <a:pt x="2701616" y="1832725"/>
                </a:lnTo>
                <a:lnTo>
                  <a:pt x="2696239" y="1831904"/>
                </a:lnTo>
                <a:lnTo>
                  <a:pt x="2663445" y="1825958"/>
                </a:lnTo>
                <a:cubicBezTo>
                  <a:pt x="2641260" y="1825904"/>
                  <a:pt x="2595040" y="1827674"/>
                  <a:pt x="2560925" y="1829094"/>
                </a:cubicBezTo>
                <a:cubicBezTo>
                  <a:pt x="2527977" y="1836499"/>
                  <a:pt x="2496507" y="1831991"/>
                  <a:pt x="2458739" y="1834479"/>
                </a:cubicBezTo>
                <a:cubicBezTo>
                  <a:pt x="2419379" y="1848893"/>
                  <a:pt x="2396428" y="1834257"/>
                  <a:pt x="2356074" y="1836991"/>
                </a:cubicBezTo>
                <a:cubicBezTo>
                  <a:pt x="2323435" y="1857644"/>
                  <a:pt x="2325610" y="1826053"/>
                  <a:pt x="2304241" y="1822021"/>
                </a:cubicBezTo>
                <a:lnTo>
                  <a:pt x="2298362" y="1822125"/>
                </a:lnTo>
                <a:lnTo>
                  <a:pt x="2283527" y="1826361"/>
                </a:lnTo>
                <a:lnTo>
                  <a:pt x="2278150" y="1828604"/>
                </a:lnTo>
                <a:cubicBezTo>
                  <a:pt x="2274371" y="1829907"/>
                  <a:pt x="2271762" y="1830461"/>
                  <a:pt x="2269853" y="1830502"/>
                </a:cubicBezTo>
                <a:lnTo>
                  <a:pt x="2269585" y="1830341"/>
                </a:lnTo>
                <a:lnTo>
                  <a:pt x="2225332" y="1845825"/>
                </a:lnTo>
                <a:cubicBezTo>
                  <a:pt x="2211505" y="1836594"/>
                  <a:pt x="2170867" y="1860661"/>
                  <a:pt x="2169048" y="1837658"/>
                </a:cubicBezTo>
                <a:cubicBezTo>
                  <a:pt x="2153238" y="1843278"/>
                  <a:pt x="2146132" y="1854645"/>
                  <a:pt x="2147231" y="1839027"/>
                </a:cubicBezTo>
                <a:cubicBezTo>
                  <a:pt x="2141901" y="1840465"/>
                  <a:pt x="2138205" y="1840014"/>
                  <a:pt x="2135241" y="1838652"/>
                </a:cubicBezTo>
                <a:lnTo>
                  <a:pt x="2099215" y="1850768"/>
                </a:lnTo>
                <a:lnTo>
                  <a:pt x="2094046" y="1850806"/>
                </a:lnTo>
                <a:lnTo>
                  <a:pt x="2071850" y="1861319"/>
                </a:lnTo>
                <a:lnTo>
                  <a:pt x="2039607" y="1874318"/>
                </a:lnTo>
                <a:lnTo>
                  <a:pt x="2037289" y="1874025"/>
                </a:lnTo>
                <a:lnTo>
                  <a:pt x="2023615" y="1881562"/>
                </a:lnTo>
                <a:cubicBezTo>
                  <a:pt x="2019390" y="1884562"/>
                  <a:pt x="1959668" y="1894795"/>
                  <a:pt x="1957176" y="1898709"/>
                </a:cubicBezTo>
                <a:cubicBezTo>
                  <a:pt x="1901224" y="1893805"/>
                  <a:pt x="1914145" y="1913274"/>
                  <a:pt x="1858081" y="1923144"/>
                </a:cubicBezTo>
                <a:cubicBezTo>
                  <a:pt x="1819487" y="1923227"/>
                  <a:pt x="1798952" y="1929741"/>
                  <a:pt x="1738865" y="1944965"/>
                </a:cubicBezTo>
                <a:cubicBezTo>
                  <a:pt x="1698633" y="1955957"/>
                  <a:pt x="1670491" y="1978862"/>
                  <a:pt x="1616692" y="1989107"/>
                </a:cubicBezTo>
                <a:cubicBezTo>
                  <a:pt x="1565257" y="2022368"/>
                  <a:pt x="1474172" y="2022156"/>
                  <a:pt x="1411898" y="2046254"/>
                </a:cubicBezTo>
                <a:cubicBezTo>
                  <a:pt x="1380237" y="2035952"/>
                  <a:pt x="1386648" y="2042292"/>
                  <a:pt x="1375780" y="2047961"/>
                </a:cubicBezTo>
                <a:cubicBezTo>
                  <a:pt x="1375756" y="2047968"/>
                  <a:pt x="1375731" y="2047974"/>
                  <a:pt x="1375707" y="2047981"/>
                </a:cubicBezTo>
                <a:lnTo>
                  <a:pt x="1285585" y="2047113"/>
                </a:lnTo>
                <a:cubicBezTo>
                  <a:pt x="1279541" y="2043453"/>
                  <a:pt x="1272537" y="2040974"/>
                  <a:pt x="1263658" y="2041397"/>
                </a:cubicBezTo>
                <a:cubicBezTo>
                  <a:pt x="1212454" y="2058890"/>
                  <a:pt x="1258499" y="2026611"/>
                  <a:pt x="1170403" y="2033399"/>
                </a:cubicBezTo>
                <a:cubicBezTo>
                  <a:pt x="1166530" y="2036274"/>
                  <a:pt x="1154254" y="2033463"/>
                  <a:pt x="1153718" y="2029576"/>
                </a:cubicBezTo>
                <a:cubicBezTo>
                  <a:pt x="1148486" y="2030819"/>
                  <a:pt x="1137980" y="2038354"/>
                  <a:pt x="1133937" y="2032149"/>
                </a:cubicBezTo>
                <a:cubicBezTo>
                  <a:pt x="1104720" y="2031606"/>
                  <a:pt x="1077532" y="2035424"/>
                  <a:pt x="1054999" y="2043242"/>
                </a:cubicBezTo>
                <a:cubicBezTo>
                  <a:pt x="1024875" y="2038090"/>
                  <a:pt x="1020473" y="2042711"/>
                  <a:pt x="1018405" y="2048281"/>
                </a:cubicBezTo>
                <a:lnTo>
                  <a:pt x="1016563" y="2051718"/>
                </a:lnTo>
                <a:lnTo>
                  <a:pt x="1008284" y="2046742"/>
                </a:lnTo>
                <a:cubicBezTo>
                  <a:pt x="999244" y="2043620"/>
                  <a:pt x="990505" y="2044937"/>
                  <a:pt x="981974" y="2048363"/>
                </a:cubicBezTo>
                <a:lnTo>
                  <a:pt x="971903" y="2053484"/>
                </a:lnTo>
                <a:lnTo>
                  <a:pt x="954015" y="2052529"/>
                </a:lnTo>
                <a:cubicBezTo>
                  <a:pt x="931960" y="2051365"/>
                  <a:pt x="861352" y="2046214"/>
                  <a:pt x="839571" y="2046509"/>
                </a:cubicBezTo>
                <a:lnTo>
                  <a:pt x="823321" y="2054296"/>
                </a:lnTo>
                <a:lnTo>
                  <a:pt x="800990" y="2051523"/>
                </a:lnTo>
                <a:cubicBezTo>
                  <a:pt x="790723" y="2052171"/>
                  <a:pt x="782268" y="2055403"/>
                  <a:pt x="776439" y="2062634"/>
                </a:cubicBezTo>
                <a:cubicBezTo>
                  <a:pt x="773155" y="2056184"/>
                  <a:pt x="769593" y="2059253"/>
                  <a:pt x="763041" y="2063995"/>
                </a:cubicBezTo>
                <a:lnTo>
                  <a:pt x="757863" y="2065877"/>
                </a:lnTo>
                <a:lnTo>
                  <a:pt x="745053" y="2051831"/>
                </a:lnTo>
                <a:lnTo>
                  <a:pt x="722609" y="2049504"/>
                </a:lnTo>
                <a:lnTo>
                  <a:pt x="717618" y="2042131"/>
                </a:lnTo>
                <a:lnTo>
                  <a:pt x="703285" y="2046808"/>
                </a:lnTo>
                <a:cubicBezTo>
                  <a:pt x="698219" y="2048137"/>
                  <a:pt x="690058" y="2049926"/>
                  <a:pt x="680199" y="2051947"/>
                </a:cubicBezTo>
                <a:lnTo>
                  <a:pt x="667351" y="2054469"/>
                </a:lnTo>
                <a:lnTo>
                  <a:pt x="660961" y="2049404"/>
                </a:lnTo>
                <a:lnTo>
                  <a:pt x="638282" y="2060093"/>
                </a:lnTo>
                <a:lnTo>
                  <a:pt x="583551" y="2070197"/>
                </a:lnTo>
                <a:cubicBezTo>
                  <a:pt x="569268" y="2091365"/>
                  <a:pt x="529124" y="2053106"/>
                  <a:pt x="525274" y="2079137"/>
                </a:cubicBezTo>
                <a:cubicBezTo>
                  <a:pt x="506495" y="2056498"/>
                  <a:pt x="440091" y="2069666"/>
                  <a:pt x="405635" y="2059339"/>
                </a:cubicBezTo>
                <a:cubicBezTo>
                  <a:pt x="397410" y="2069278"/>
                  <a:pt x="294416" y="2032966"/>
                  <a:pt x="281555" y="2022847"/>
                </a:cubicBezTo>
                <a:cubicBezTo>
                  <a:pt x="171589" y="1986245"/>
                  <a:pt x="126791" y="1985528"/>
                  <a:pt x="98513" y="1969504"/>
                </a:cubicBezTo>
                <a:cubicBezTo>
                  <a:pt x="85544" y="1965247"/>
                  <a:pt x="73324" y="1958000"/>
                  <a:pt x="56191" y="1950709"/>
                </a:cubicBezTo>
                <a:lnTo>
                  <a:pt x="0" y="19357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F2AB50-C20F-3396-7C40-361977D40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6" y="548640"/>
            <a:ext cx="9543405" cy="1188720"/>
          </a:xfrm>
        </p:spPr>
        <p:txBody>
          <a:bodyPr>
            <a:normAutofit fontScale="90000"/>
          </a:bodyPr>
          <a:lstStyle/>
          <a:p>
            <a:br>
              <a:rPr lang="en-US" sz="37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r>
              <a:rPr lang="en-US" sz="37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Evaluation</a:t>
            </a:r>
            <a:br>
              <a:rPr lang="en-US" sz="3700" dirty="0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endParaRPr lang="he-IL" sz="37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9" name="Rectangle 5">
            <a:extLst>
              <a:ext uri="{FF2B5EF4-FFF2-40B4-BE49-F238E27FC236}">
                <a16:creationId xmlns:a16="http://schemas.microsoft.com/office/drawing/2014/main" id="{3485B80A-7AAB-B7FE-E7F2-B7007ED3C44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993746" y="2048925"/>
            <a:ext cx="7829983" cy="436552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System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Functionality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:</a:t>
            </a:r>
            <a:endParaRPr kumimoji="0" lang="he-IL" altLang="he-IL" sz="2000" b="0" i="0" u="none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Tested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for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login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calibration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vision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tests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and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result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storage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Ensured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results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are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saved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and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retrievable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User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Experience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:</a:t>
            </a:r>
            <a:endParaRPr kumimoji="0" lang="he-IL" altLang="he-IL" sz="2000" b="0" i="0" u="none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Tested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for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easy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navigation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and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test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flow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Users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can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follow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instructions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and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perform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tests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smoothly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Accuracy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:</a:t>
            </a:r>
            <a:endParaRPr kumimoji="0" lang="he-IL" altLang="he-IL" sz="2000" b="0" i="0" u="none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Verified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test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results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using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benchmark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data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from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optometry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practices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Accurate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detection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vision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issues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like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color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blindness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and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myopia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he-IL" altLang="he-IL" sz="2000" b="0" i="0" u="none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142DCE2C-2863-46FA-9BE7-24365A24D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24586" y="5970896"/>
            <a:ext cx="9967416" cy="887104"/>
          </a:xfrm>
          <a:custGeom>
            <a:avLst/>
            <a:gdLst>
              <a:gd name="connsiteX0" fmla="*/ 4686423 w 9517857"/>
              <a:gd name="connsiteY0" fmla="*/ 247919 h 918356"/>
              <a:gd name="connsiteX1" fmla="*/ 4689051 w 9517857"/>
              <a:gd name="connsiteY1" fmla="*/ 250968 h 918356"/>
              <a:gd name="connsiteX2" fmla="*/ 4687244 w 9517857"/>
              <a:gd name="connsiteY2" fmla="*/ 251298 h 918356"/>
              <a:gd name="connsiteX3" fmla="*/ 4685225 w 9517857"/>
              <a:gd name="connsiteY3" fmla="*/ 246530 h 918356"/>
              <a:gd name="connsiteX4" fmla="*/ 4686133 w 9517857"/>
              <a:gd name="connsiteY4" fmla="*/ 246727 h 918356"/>
              <a:gd name="connsiteX5" fmla="*/ 4686423 w 9517857"/>
              <a:gd name="connsiteY5" fmla="*/ 247919 h 918356"/>
              <a:gd name="connsiteX6" fmla="*/ 9517856 w 9517857"/>
              <a:gd name="connsiteY6" fmla="*/ 0 h 918356"/>
              <a:gd name="connsiteX7" fmla="*/ 9517857 w 9517857"/>
              <a:gd name="connsiteY7" fmla="*/ 12 h 918356"/>
              <a:gd name="connsiteX8" fmla="*/ 9517857 w 9517857"/>
              <a:gd name="connsiteY8" fmla="*/ 918356 h 918356"/>
              <a:gd name="connsiteX9" fmla="*/ 14604 w 9517857"/>
              <a:gd name="connsiteY9" fmla="*/ 918356 h 918356"/>
              <a:gd name="connsiteX10" fmla="*/ 12841 w 9517857"/>
              <a:gd name="connsiteY10" fmla="*/ 917763 h 918356"/>
              <a:gd name="connsiteX11" fmla="*/ 93 w 9517857"/>
              <a:gd name="connsiteY11" fmla="*/ 912471 h 918356"/>
              <a:gd name="connsiteX12" fmla="*/ 58674 w 9517857"/>
              <a:gd name="connsiteY12" fmla="*/ 890322 h 918356"/>
              <a:gd name="connsiteX13" fmla="*/ 275005 w 9517857"/>
              <a:gd name="connsiteY13" fmla="*/ 807229 h 918356"/>
              <a:gd name="connsiteX14" fmla="*/ 587824 w 9517857"/>
              <a:gd name="connsiteY14" fmla="*/ 798195 h 918356"/>
              <a:gd name="connsiteX15" fmla="*/ 651826 w 9517857"/>
              <a:gd name="connsiteY15" fmla="*/ 738338 h 918356"/>
              <a:gd name="connsiteX16" fmla="*/ 727985 w 9517857"/>
              <a:gd name="connsiteY16" fmla="*/ 719826 h 918356"/>
              <a:gd name="connsiteX17" fmla="*/ 778982 w 9517857"/>
              <a:gd name="connsiteY17" fmla="*/ 710142 h 918356"/>
              <a:gd name="connsiteX18" fmla="*/ 849944 w 9517857"/>
              <a:gd name="connsiteY18" fmla="*/ 717987 h 918356"/>
              <a:gd name="connsiteX19" fmla="*/ 921659 w 9517857"/>
              <a:gd name="connsiteY19" fmla="*/ 712695 h 918356"/>
              <a:gd name="connsiteX20" fmla="*/ 930946 w 9517857"/>
              <a:gd name="connsiteY20" fmla="*/ 734046 h 918356"/>
              <a:gd name="connsiteX21" fmla="*/ 986250 w 9517857"/>
              <a:gd name="connsiteY21" fmla="*/ 713530 h 918356"/>
              <a:gd name="connsiteX22" fmla="*/ 1013752 w 9517857"/>
              <a:gd name="connsiteY22" fmla="*/ 713361 h 918356"/>
              <a:gd name="connsiteX23" fmla="*/ 1023734 w 9517857"/>
              <a:gd name="connsiteY23" fmla="*/ 718571 h 918356"/>
              <a:gd name="connsiteX24" fmla="*/ 1063207 w 9517857"/>
              <a:gd name="connsiteY24" fmla="*/ 715651 h 918356"/>
              <a:gd name="connsiteX25" fmla="*/ 1081980 w 9517857"/>
              <a:gd name="connsiteY25" fmla="*/ 738455 h 918356"/>
              <a:gd name="connsiteX26" fmla="*/ 1218120 w 9517857"/>
              <a:gd name="connsiteY26" fmla="*/ 713280 h 918356"/>
              <a:gd name="connsiteX27" fmla="*/ 1397459 w 9517857"/>
              <a:gd name="connsiteY27" fmla="*/ 691190 h 918356"/>
              <a:gd name="connsiteX28" fmla="*/ 1580688 w 9517857"/>
              <a:gd name="connsiteY28" fmla="*/ 693697 h 918356"/>
              <a:gd name="connsiteX29" fmla="*/ 1772334 w 9517857"/>
              <a:gd name="connsiteY29" fmla="*/ 710640 h 918356"/>
              <a:gd name="connsiteX30" fmla="*/ 2002561 w 9517857"/>
              <a:gd name="connsiteY30" fmla="*/ 659917 h 918356"/>
              <a:gd name="connsiteX31" fmla="*/ 2135144 w 9517857"/>
              <a:gd name="connsiteY31" fmla="*/ 636501 h 918356"/>
              <a:gd name="connsiteX32" fmla="*/ 2440292 w 9517857"/>
              <a:gd name="connsiteY32" fmla="*/ 593862 h 918356"/>
              <a:gd name="connsiteX33" fmla="*/ 2547829 w 9517857"/>
              <a:gd name="connsiteY33" fmla="*/ 566150 h 918356"/>
              <a:gd name="connsiteX34" fmla="*/ 2658055 w 9517857"/>
              <a:gd name="connsiteY34" fmla="*/ 578727 h 918356"/>
              <a:gd name="connsiteX35" fmla="*/ 2693698 w 9517857"/>
              <a:gd name="connsiteY35" fmla="*/ 560029 h 918356"/>
              <a:gd name="connsiteX36" fmla="*/ 2699673 w 9517857"/>
              <a:gd name="connsiteY36" fmla="*/ 556400 h 918356"/>
              <a:gd name="connsiteX37" fmla="*/ 2727306 w 9517857"/>
              <a:gd name="connsiteY37" fmla="*/ 550698 h 918356"/>
              <a:gd name="connsiteX38" fmla="*/ 2730451 w 9517857"/>
              <a:gd name="connsiteY38" fmla="*/ 538058 h 918356"/>
              <a:gd name="connsiteX39" fmla="*/ 2768713 w 9517857"/>
              <a:gd name="connsiteY39" fmla="*/ 521575 h 918356"/>
              <a:gd name="connsiteX40" fmla="*/ 2820868 w 9517857"/>
              <a:gd name="connsiteY40" fmla="*/ 514160 h 918356"/>
              <a:gd name="connsiteX41" fmla="*/ 3073635 w 9517857"/>
              <a:gd name="connsiteY41" fmla="*/ 491294 h 918356"/>
              <a:gd name="connsiteX42" fmla="*/ 3222071 w 9517857"/>
              <a:gd name="connsiteY42" fmla="*/ 470559 h 918356"/>
              <a:gd name="connsiteX43" fmla="*/ 3274069 w 9517857"/>
              <a:gd name="connsiteY43" fmla="*/ 451605 h 918356"/>
              <a:gd name="connsiteX44" fmla="*/ 3349632 w 9517857"/>
              <a:gd name="connsiteY44" fmla="*/ 432583 h 918356"/>
              <a:gd name="connsiteX45" fmla="*/ 3479593 w 9517857"/>
              <a:gd name="connsiteY45" fmla="*/ 390437 h 918356"/>
              <a:gd name="connsiteX46" fmla="*/ 3660110 w 9517857"/>
              <a:gd name="connsiteY46" fmla="*/ 348726 h 918356"/>
              <a:gd name="connsiteX47" fmla="*/ 3750023 w 9517857"/>
              <a:gd name="connsiteY47" fmla="*/ 370678 h 918356"/>
              <a:gd name="connsiteX48" fmla="*/ 3844133 w 9517857"/>
              <a:gd name="connsiteY48" fmla="*/ 360648 h 918356"/>
              <a:gd name="connsiteX49" fmla="*/ 3913545 w 9517857"/>
              <a:gd name="connsiteY49" fmla="*/ 344235 h 918356"/>
              <a:gd name="connsiteX50" fmla="*/ 4266740 w 9517857"/>
              <a:gd name="connsiteY50" fmla="*/ 361454 h 918356"/>
              <a:gd name="connsiteX51" fmla="*/ 4430770 w 9517857"/>
              <a:gd name="connsiteY51" fmla="*/ 342643 h 918356"/>
              <a:gd name="connsiteX52" fmla="*/ 4512664 w 9517857"/>
              <a:gd name="connsiteY52" fmla="*/ 319948 h 918356"/>
              <a:gd name="connsiteX53" fmla="*/ 4616423 w 9517857"/>
              <a:gd name="connsiteY53" fmla="*/ 290914 h 918356"/>
              <a:gd name="connsiteX54" fmla="*/ 4691675 w 9517857"/>
              <a:gd name="connsiteY54" fmla="*/ 254011 h 918356"/>
              <a:gd name="connsiteX55" fmla="*/ 4689051 w 9517857"/>
              <a:gd name="connsiteY55" fmla="*/ 250968 h 918356"/>
              <a:gd name="connsiteX56" fmla="*/ 4719994 w 9517857"/>
              <a:gd name="connsiteY56" fmla="*/ 245307 h 918356"/>
              <a:gd name="connsiteX57" fmla="*/ 4752894 w 9517857"/>
              <a:gd name="connsiteY57" fmla="*/ 239875 h 918356"/>
              <a:gd name="connsiteX58" fmla="*/ 4769329 w 9517857"/>
              <a:gd name="connsiteY58" fmla="*/ 233585 h 918356"/>
              <a:gd name="connsiteX59" fmla="*/ 4775634 w 9517857"/>
              <a:gd name="connsiteY59" fmla="*/ 234063 h 918356"/>
              <a:gd name="connsiteX60" fmla="*/ 4790452 w 9517857"/>
              <a:gd name="connsiteY60" fmla="*/ 233572 h 918356"/>
              <a:gd name="connsiteX61" fmla="*/ 4789062 w 9517857"/>
              <a:gd name="connsiteY61" fmla="*/ 241924 h 918356"/>
              <a:gd name="connsiteX62" fmla="*/ 4827826 w 9517857"/>
              <a:gd name="connsiteY62" fmla="*/ 246977 h 918356"/>
              <a:gd name="connsiteX63" fmla="*/ 4892569 w 9517857"/>
              <a:gd name="connsiteY63" fmla="*/ 249933 h 918356"/>
              <a:gd name="connsiteX64" fmla="*/ 4896611 w 9517857"/>
              <a:gd name="connsiteY64" fmla="*/ 240448 h 918356"/>
              <a:gd name="connsiteX65" fmla="*/ 4917286 w 9517857"/>
              <a:gd name="connsiteY65" fmla="*/ 243659 h 918356"/>
              <a:gd name="connsiteX66" fmla="*/ 4981173 w 9517857"/>
              <a:gd name="connsiteY66" fmla="*/ 247103 h 918356"/>
              <a:gd name="connsiteX67" fmla="*/ 5060397 w 9517857"/>
              <a:gd name="connsiteY67" fmla="*/ 263688 h 918356"/>
              <a:gd name="connsiteX68" fmla="*/ 5252996 w 9517857"/>
              <a:gd name="connsiteY68" fmla="*/ 270655 h 918356"/>
              <a:gd name="connsiteX69" fmla="*/ 5358056 w 9517857"/>
              <a:gd name="connsiteY69" fmla="*/ 247248 h 918356"/>
              <a:gd name="connsiteX70" fmla="*/ 5426496 w 9517857"/>
              <a:gd name="connsiteY70" fmla="*/ 235142 h 918356"/>
              <a:gd name="connsiteX71" fmla="*/ 5497161 w 9517857"/>
              <a:gd name="connsiteY71" fmla="*/ 228808 h 918356"/>
              <a:gd name="connsiteX72" fmla="*/ 5826043 w 9517857"/>
              <a:gd name="connsiteY72" fmla="*/ 148073 h 918356"/>
              <a:gd name="connsiteX73" fmla="*/ 6013415 w 9517857"/>
              <a:gd name="connsiteY73" fmla="*/ 137316 h 918356"/>
              <a:gd name="connsiteX74" fmla="*/ 6080994 w 9517857"/>
              <a:gd name="connsiteY74" fmla="*/ 142938 h 918356"/>
              <a:gd name="connsiteX75" fmla="*/ 6194152 w 9517857"/>
              <a:gd name="connsiteY75" fmla="*/ 151772 h 918356"/>
              <a:gd name="connsiteX76" fmla="*/ 6281379 w 9517857"/>
              <a:gd name="connsiteY76" fmla="*/ 181626 h 918356"/>
              <a:gd name="connsiteX77" fmla="*/ 6374947 w 9517857"/>
              <a:gd name="connsiteY77" fmla="*/ 179799 h 918356"/>
              <a:gd name="connsiteX78" fmla="*/ 6448518 w 9517857"/>
              <a:gd name="connsiteY78" fmla="*/ 164378 h 918356"/>
              <a:gd name="connsiteX79" fmla="*/ 6544700 w 9517857"/>
              <a:gd name="connsiteY79" fmla="*/ 167161 h 918356"/>
              <a:gd name="connsiteX80" fmla="*/ 6648353 w 9517857"/>
              <a:gd name="connsiteY80" fmla="*/ 172250 h 918356"/>
              <a:gd name="connsiteX81" fmla="*/ 6736227 w 9517857"/>
              <a:gd name="connsiteY81" fmla="*/ 173216 h 918356"/>
              <a:gd name="connsiteX82" fmla="*/ 6977218 w 9517857"/>
              <a:gd name="connsiteY82" fmla="*/ 184289 h 918356"/>
              <a:gd name="connsiteX83" fmla="*/ 7065221 w 9517857"/>
              <a:gd name="connsiteY83" fmla="*/ 227531 h 918356"/>
              <a:gd name="connsiteX84" fmla="*/ 7366876 w 9517857"/>
              <a:gd name="connsiteY84" fmla="*/ 248468 h 918356"/>
              <a:gd name="connsiteX85" fmla="*/ 7565449 w 9517857"/>
              <a:gd name="connsiteY85" fmla="*/ 258950 h 918356"/>
              <a:gd name="connsiteX86" fmla="*/ 7599285 w 9517857"/>
              <a:gd name="connsiteY86" fmla="*/ 266021 h 918356"/>
              <a:gd name="connsiteX87" fmla="*/ 7644411 w 9517857"/>
              <a:gd name="connsiteY87" fmla="*/ 258986 h 918356"/>
              <a:gd name="connsiteX88" fmla="*/ 7825110 w 9517857"/>
              <a:gd name="connsiteY88" fmla="*/ 229109 h 918356"/>
              <a:gd name="connsiteX89" fmla="*/ 7965804 w 9517857"/>
              <a:gd name="connsiteY89" fmla="*/ 190545 h 918356"/>
              <a:gd name="connsiteX90" fmla="*/ 8147401 w 9517857"/>
              <a:gd name="connsiteY90" fmla="*/ 205617 h 918356"/>
              <a:gd name="connsiteX91" fmla="*/ 8256033 w 9517857"/>
              <a:gd name="connsiteY91" fmla="*/ 193713 h 918356"/>
              <a:gd name="connsiteX92" fmla="*/ 8410677 w 9517857"/>
              <a:gd name="connsiteY92" fmla="*/ 172167 h 918356"/>
              <a:gd name="connsiteX93" fmla="*/ 8617841 w 9517857"/>
              <a:gd name="connsiteY93" fmla="*/ 155167 h 918356"/>
              <a:gd name="connsiteX94" fmla="*/ 8715976 w 9517857"/>
              <a:gd name="connsiteY94" fmla="*/ 178374 h 918356"/>
              <a:gd name="connsiteX95" fmla="*/ 8778827 w 9517857"/>
              <a:gd name="connsiteY95" fmla="*/ 172936 h 918356"/>
              <a:gd name="connsiteX96" fmla="*/ 8840778 w 9517857"/>
              <a:gd name="connsiteY96" fmla="*/ 143149 h 918356"/>
              <a:gd name="connsiteX97" fmla="*/ 9010380 w 9517857"/>
              <a:gd name="connsiteY97" fmla="*/ 91891 h 918356"/>
              <a:gd name="connsiteX98" fmla="*/ 9110856 w 9517857"/>
              <a:gd name="connsiteY98" fmla="*/ 70997 h 918356"/>
              <a:gd name="connsiteX99" fmla="*/ 9268817 w 9517857"/>
              <a:gd name="connsiteY99" fmla="*/ 53082 h 918356"/>
              <a:gd name="connsiteX100" fmla="*/ 9316667 w 9517857"/>
              <a:gd name="connsiteY100" fmla="*/ 45047 h 918356"/>
              <a:gd name="connsiteX101" fmla="*/ 9428209 w 9517857"/>
              <a:gd name="connsiteY101" fmla="*/ 29923 h 918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9517857" h="918356">
                <a:moveTo>
                  <a:pt x="4686423" y="247919"/>
                </a:moveTo>
                <a:lnTo>
                  <a:pt x="4689051" y="250968"/>
                </a:lnTo>
                <a:lnTo>
                  <a:pt x="4687244" y="251298"/>
                </a:lnTo>
                <a:close/>
                <a:moveTo>
                  <a:pt x="4685225" y="246530"/>
                </a:moveTo>
                <a:cubicBezTo>
                  <a:pt x="4688837" y="243198"/>
                  <a:pt x="4687468" y="244598"/>
                  <a:pt x="4686133" y="246727"/>
                </a:cubicBezTo>
                <a:lnTo>
                  <a:pt x="4686423" y="247919"/>
                </a:lnTo>
                <a:close/>
                <a:moveTo>
                  <a:pt x="9517856" y="0"/>
                </a:moveTo>
                <a:lnTo>
                  <a:pt x="9517857" y="12"/>
                </a:lnTo>
                <a:lnTo>
                  <a:pt x="9517857" y="918356"/>
                </a:lnTo>
                <a:lnTo>
                  <a:pt x="14604" y="918356"/>
                </a:lnTo>
                <a:lnTo>
                  <a:pt x="12841" y="917763"/>
                </a:lnTo>
                <a:cubicBezTo>
                  <a:pt x="4532" y="914864"/>
                  <a:pt x="-773" y="912807"/>
                  <a:pt x="93" y="912471"/>
                </a:cubicBezTo>
                <a:cubicBezTo>
                  <a:pt x="172" y="912298"/>
                  <a:pt x="58594" y="890495"/>
                  <a:pt x="58674" y="890322"/>
                </a:cubicBezTo>
                <a:cubicBezTo>
                  <a:pt x="127436" y="929614"/>
                  <a:pt x="206243" y="828226"/>
                  <a:pt x="275005" y="807229"/>
                </a:cubicBezTo>
                <a:cubicBezTo>
                  <a:pt x="303983" y="806087"/>
                  <a:pt x="504960" y="777375"/>
                  <a:pt x="587824" y="798195"/>
                </a:cubicBezTo>
                <a:cubicBezTo>
                  <a:pt x="598733" y="769348"/>
                  <a:pt x="682904" y="785924"/>
                  <a:pt x="651826" y="738338"/>
                </a:cubicBezTo>
                <a:cubicBezTo>
                  <a:pt x="688440" y="737862"/>
                  <a:pt x="753255" y="750396"/>
                  <a:pt x="727985" y="719826"/>
                </a:cubicBezTo>
                <a:cubicBezTo>
                  <a:pt x="739648" y="718749"/>
                  <a:pt x="775717" y="715087"/>
                  <a:pt x="778982" y="710142"/>
                </a:cubicBezTo>
                <a:cubicBezTo>
                  <a:pt x="779189" y="709407"/>
                  <a:pt x="849736" y="718721"/>
                  <a:pt x="849944" y="717987"/>
                </a:cubicBezTo>
                <a:lnTo>
                  <a:pt x="921659" y="712695"/>
                </a:lnTo>
                <a:lnTo>
                  <a:pt x="930946" y="734046"/>
                </a:lnTo>
                <a:lnTo>
                  <a:pt x="986250" y="713530"/>
                </a:lnTo>
                <a:lnTo>
                  <a:pt x="1013752" y="713361"/>
                </a:lnTo>
                <a:lnTo>
                  <a:pt x="1023734" y="718571"/>
                </a:lnTo>
                <a:cubicBezTo>
                  <a:pt x="1033291" y="721276"/>
                  <a:pt x="1045398" y="721394"/>
                  <a:pt x="1063207" y="715651"/>
                </a:cubicBezTo>
                <a:lnTo>
                  <a:pt x="1081980" y="738455"/>
                </a:lnTo>
                <a:lnTo>
                  <a:pt x="1218120" y="713280"/>
                </a:lnTo>
                <a:cubicBezTo>
                  <a:pt x="1230137" y="716162"/>
                  <a:pt x="1387179" y="685179"/>
                  <a:pt x="1397459" y="691190"/>
                </a:cubicBezTo>
                <a:cubicBezTo>
                  <a:pt x="1490025" y="704984"/>
                  <a:pt x="1465878" y="715604"/>
                  <a:pt x="1580688" y="693697"/>
                </a:cubicBezTo>
                <a:cubicBezTo>
                  <a:pt x="1607067" y="704379"/>
                  <a:pt x="1719477" y="658239"/>
                  <a:pt x="1772334" y="710640"/>
                </a:cubicBezTo>
                <a:cubicBezTo>
                  <a:pt x="1745536" y="644824"/>
                  <a:pt x="1976078" y="716436"/>
                  <a:pt x="2002561" y="659917"/>
                </a:cubicBezTo>
                <a:cubicBezTo>
                  <a:pt x="2045346" y="660357"/>
                  <a:pt x="2166676" y="654391"/>
                  <a:pt x="2135144" y="636501"/>
                </a:cubicBezTo>
                <a:cubicBezTo>
                  <a:pt x="2276591" y="665055"/>
                  <a:pt x="2293173" y="591792"/>
                  <a:pt x="2440292" y="593862"/>
                </a:cubicBezTo>
                <a:cubicBezTo>
                  <a:pt x="2495160" y="534824"/>
                  <a:pt x="2473343" y="585644"/>
                  <a:pt x="2547829" y="566150"/>
                </a:cubicBezTo>
                <a:cubicBezTo>
                  <a:pt x="2545438" y="614169"/>
                  <a:pt x="2632278" y="528280"/>
                  <a:pt x="2658055" y="578727"/>
                </a:cubicBezTo>
                <a:cubicBezTo>
                  <a:pt x="2670795" y="573581"/>
                  <a:pt x="2682322" y="567005"/>
                  <a:pt x="2693698" y="560029"/>
                </a:cubicBezTo>
                <a:lnTo>
                  <a:pt x="2699673" y="556400"/>
                </a:lnTo>
                <a:lnTo>
                  <a:pt x="2727306" y="550698"/>
                </a:lnTo>
                <a:lnTo>
                  <a:pt x="2730451" y="538058"/>
                </a:lnTo>
                <a:lnTo>
                  <a:pt x="2768713" y="521575"/>
                </a:lnTo>
                <a:cubicBezTo>
                  <a:pt x="2783756" y="517104"/>
                  <a:pt x="2800788" y="514291"/>
                  <a:pt x="2820868" y="514160"/>
                </a:cubicBezTo>
                <a:cubicBezTo>
                  <a:pt x="2894791" y="532885"/>
                  <a:pt x="2981506" y="465507"/>
                  <a:pt x="3073635" y="491294"/>
                </a:cubicBezTo>
                <a:cubicBezTo>
                  <a:pt x="3106872" y="496624"/>
                  <a:pt x="3205785" y="487718"/>
                  <a:pt x="3222071" y="470559"/>
                </a:cubicBezTo>
                <a:cubicBezTo>
                  <a:pt x="3242193" y="465514"/>
                  <a:pt x="3267163" y="469136"/>
                  <a:pt x="3274069" y="451605"/>
                </a:cubicBezTo>
                <a:cubicBezTo>
                  <a:pt x="3286659" y="430165"/>
                  <a:pt x="3363648" y="455571"/>
                  <a:pt x="3349632" y="432583"/>
                </a:cubicBezTo>
                <a:cubicBezTo>
                  <a:pt x="3404182" y="449847"/>
                  <a:pt x="3438210" y="404323"/>
                  <a:pt x="3479593" y="390437"/>
                </a:cubicBezTo>
                <a:cubicBezTo>
                  <a:pt x="3523240" y="408403"/>
                  <a:pt x="3567027" y="361554"/>
                  <a:pt x="3660110" y="348726"/>
                </a:cubicBezTo>
                <a:cubicBezTo>
                  <a:pt x="3708299" y="369683"/>
                  <a:pt x="3662447" y="344775"/>
                  <a:pt x="3750023" y="370678"/>
                </a:cubicBezTo>
                <a:cubicBezTo>
                  <a:pt x="3752092" y="367132"/>
                  <a:pt x="3816880" y="365055"/>
                  <a:pt x="3844133" y="360648"/>
                </a:cubicBezTo>
                <a:cubicBezTo>
                  <a:pt x="3871386" y="356240"/>
                  <a:pt x="3882848" y="332490"/>
                  <a:pt x="3913545" y="344235"/>
                </a:cubicBezTo>
                <a:cubicBezTo>
                  <a:pt x="4050255" y="376864"/>
                  <a:pt x="4159924" y="363190"/>
                  <a:pt x="4266740" y="361454"/>
                </a:cubicBezTo>
                <a:cubicBezTo>
                  <a:pt x="4385770" y="354374"/>
                  <a:pt x="4314535" y="340143"/>
                  <a:pt x="4430770" y="342643"/>
                </a:cubicBezTo>
                <a:cubicBezTo>
                  <a:pt x="4439969" y="322594"/>
                  <a:pt x="4478290" y="314645"/>
                  <a:pt x="4512664" y="319948"/>
                </a:cubicBezTo>
                <a:cubicBezTo>
                  <a:pt x="4570011" y="315138"/>
                  <a:pt x="4549085" y="269599"/>
                  <a:pt x="4616423" y="290914"/>
                </a:cubicBezTo>
                <a:cubicBezTo>
                  <a:pt x="4599641" y="270277"/>
                  <a:pt x="4692085" y="269216"/>
                  <a:pt x="4691675" y="254011"/>
                </a:cubicBezTo>
                <a:lnTo>
                  <a:pt x="4689051" y="250968"/>
                </a:lnTo>
                <a:lnTo>
                  <a:pt x="4719994" y="245307"/>
                </a:lnTo>
                <a:cubicBezTo>
                  <a:pt x="4732635" y="242775"/>
                  <a:pt x="4745300" y="240335"/>
                  <a:pt x="4752894" y="239875"/>
                </a:cubicBezTo>
                <a:lnTo>
                  <a:pt x="4769329" y="233585"/>
                </a:lnTo>
                <a:lnTo>
                  <a:pt x="4775634" y="234063"/>
                </a:lnTo>
                <a:lnTo>
                  <a:pt x="4790452" y="233572"/>
                </a:lnTo>
                <a:cubicBezTo>
                  <a:pt x="4789989" y="236356"/>
                  <a:pt x="4789525" y="239141"/>
                  <a:pt x="4789062" y="241924"/>
                </a:cubicBezTo>
                <a:cubicBezTo>
                  <a:pt x="4786342" y="249932"/>
                  <a:pt x="4804560" y="248631"/>
                  <a:pt x="4827826" y="246977"/>
                </a:cubicBezTo>
                <a:cubicBezTo>
                  <a:pt x="4875782" y="239569"/>
                  <a:pt x="4874112" y="283413"/>
                  <a:pt x="4892569" y="249933"/>
                </a:cubicBezTo>
                <a:lnTo>
                  <a:pt x="4896611" y="240448"/>
                </a:lnTo>
                <a:lnTo>
                  <a:pt x="4917286" y="243659"/>
                </a:lnTo>
                <a:cubicBezTo>
                  <a:pt x="4923060" y="243799"/>
                  <a:pt x="4981729" y="240979"/>
                  <a:pt x="4981173" y="247103"/>
                </a:cubicBezTo>
                <a:cubicBezTo>
                  <a:pt x="5024880" y="220690"/>
                  <a:pt x="5014146" y="257963"/>
                  <a:pt x="5060397" y="263688"/>
                </a:cubicBezTo>
                <a:cubicBezTo>
                  <a:pt x="5093356" y="238589"/>
                  <a:pt x="5157892" y="275351"/>
                  <a:pt x="5252996" y="270655"/>
                </a:cubicBezTo>
                <a:cubicBezTo>
                  <a:pt x="5288840" y="241872"/>
                  <a:pt x="5287005" y="287921"/>
                  <a:pt x="5358056" y="247248"/>
                </a:cubicBezTo>
                <a:cubicBezTo>
                  <a:pt x="5361752" y="250257"/>
                  <a:pt x="5403312" y="238215"/>
                  <a:pt x="5426496" y="235142"/>
                </a:cubicBezTo>
                <a:cubicBezTo>
                  <a:pt x="5449679" y="232069"/>
                  <a:pt x="5473549" y="245611"/>
                  <a:pt x="5497161" y="228808"/>
                </a:cubicBezTo>
                <a:cubicBezTo>
                  <a:pt x="5611861" y="172767"/>
                  <a:pt x="5723211" y="165860"/>
                  <a:pt x="5826043" y="148073"/>
                </a:cubicBezTo>
                <a:cubicBezTo>
                  <a:pt x="5943127" y="133166"/>
                  <a:pt x="5872659" y="193078"/>
                  <a:pt x="6013415" y="137316"/>
                </a:cubicBezTo>
                <a:cubicBezTo>
                  <a:pt x="6031924" y="154783"/>
                  <a:pt x="6050745" y="154258"/>
                  <a:pt x="6080994" y="142938"/>
                </a:cubicBezTo>
                <a:cubicBezTo>
                  <a:pt x="6138083" y="137090"/>
                  <a:pt x="6140195" y="184383"/>
                  <a:pt x="6194152" y="151772"/>
                </a:cubicBezTo>
                <a:cubicBezTo>
                  <a:pt x="6187280" y="177783"/>
                  <a:pt x="6304222" y="153410"/>
                  <a:pt x="6281379" y="181626"/>
                </a:cubicBezTo>
                <a:cubicBezTo>
                  <a:pt x="6321899" y="201819"/>
                  <a:pt x="6335111" y="162590"/>
                  <a:pt x="6374947" y="179799"/>
                </a:cubicBezTo>
                <a:cubicBezTo>
                  <a:pt x="6417404" y="181336"/>
                  <a:pt x="6402484" y="169694"/>
                  <a:pt x="6448518" y="164378"/>
                </a:cubicBezTo>
                <a:cubicBezTo>
                  <a:pt x="6504958" y="162488"/>
                  <a:pt x="6493438" y="111203"/>
                  <a:pt x="6544700" y="167161"/>
                </a:cubicBezTo>
                <a:cubicBezTo>
                  <a:pt x="6601507" y="148697"/>
                  <a:pt x="6566269" y="164386"/>
                  <a:pt x="6648353" y="172250"/>
                </a:cubicBezTo>
                <a:cubicBezTo>
                  <a:pt x="6680008" y="155223"/>
                  <a:pt x="6707960" y="160673"/>
                  <a:pt x="6736227" y="173216"/>
                </a:cubicBezTo>
                <a:cubicBezTo>
                  <a:pt x="6813963" y="164284"/>
                  <a:pt x="6888143" y="181296"/>
                  <a:pt x="6977218" y="184289"/>
                </a:cubicBezTo>
                <a:cubicBezTo>
                  <a:pt x="7040424" y="188318"/>
                  <a:pt x="7000278" y="216835"/>
                  <a:pt x="7065221" y="227531"/>
                </a:cubicBezTo>
                <a:cubicBezTo>
                  <a:pt x="7130163" y="238228"/>
                  <a:pt x="7291878" y="238208"/>
                  <a:pt x="7366876" y="248468"/>
                </a:cubicBezTo>
                <a:cubicBezTo>
                  <a:pt x="7491356" y="206752"/>
                  <a:pt x="7367734" y="280166"/>
                  <a:pt x="7565449" y="258950"/>
                </a:cubicBezTo>
                <a:cubicBezTo>
                  <a:pt x="7575959" y="252432"/>
                  <a:pt x="7600854" y="257628"/>
                  <a:pt x="7599285" y="266021"/>
                </a:cubicBezTo>
                <a:cubicBezTo>
                  <a:pt x="7611616" y="262940"/>
                  <a:pt x="7639946" y="245819"/>
                  <a:pt x="7644411" y="258986"/>
                </a:cubicBezTo>
                <a:cubicBezTo>
                  <a:pt x="7708015" y="258012"/>
                  <a:pt x="7770249" y="247724"/>
                  <a:pt x="7825110" y="229109"/>
                </a:cubicBezTo>
                <a:cubicBezTo>
                  <a:pt x="7949762" y="247028"/>
                  <a:pt x="7921956" y="197757"/>
                  <a:pt x="7965804" y="190545"/>
                </a:cubicBezTo>
                <a:cubicBezTo>
                  <a:pt x="8039439" y="213878"/>
                  <a:pt x="8063651" y="191475"/>
                  <a:pt x="8147401" y="205617"/>
                </a:cubicBezTo>
                <a:cubicBezTo>
                  <a:pt x="8166453" y="196610"/>
                  <a:pt x="8225048" y="207099"/>
                  <a:pt x="8256033" y="193713"/>
                </a:cubicBezTo>
                <a:cubicBezTo>
                  <a:pt x="8311388" y="242017"/>
                  <a:pt x="8350376" y="178592"/>
                  <a:pt x="8410677" y="172167"/>
                </a:cubicBezTo>
                <a:cubicBezTo>
                  <a:pt x="8470978" y="165743"/>
                  <a:pt x="8572470" y="206385"/>
                  <a:pt x="8617841" y="155167"/>
                </a:cubicBezTo>
                <a:cubicBezTo>
                  <a:pt x="8646050" y="160448"/>
                  <a:pt x="8664949" y="183631"/>
                  <a:pt x="8715976" y="178374"/>
                </a:cubicBezTo>
                <a:cubicBezTo>
                  <a:pt x="8737194" y="188216"/>
                  <a:pt x="8738009" y="189511"/>
                  <a:pt x="8778827" y="172936"/>
                </a:cubicBezTo>
                <a:cubicBezTo>
                  <a:pt x="8725277" y="146372"/>
                  <a:pt x="8850819" y="175612"/>
                  <a:pt x="8840778" y="143149"/>
                </a:cubicBezTo>
                <a:cubicBezTo>
                  <a:pt x="8903519" y="121096"/>
                  <a:pt x="9021861" y="150359"/>
                  <a:pt x="9010380" y="91891"/>
                </a:cubicBezTo>
                <a:cubicBezTo>
                  <a:pt x="9027103" y="56852"/>
                  <a:pt x="9112524" y="108357"/>
                  <a:pt x="9110856" y="70997"/>
                </a:cubicBezTo>
                <a:cubicBezTo>
                  <a:pt x="9148189" y="94250"/>
                  <a:pt x="9209809" y="53285"/>
                  <a:pt x="9268817" y="53082"/>
                </a:cubicBezTo>
                <a:cubicBezTo>
                  <a:pt x="9279135" y="35997"/>
                  <a:pt x="9292736" y="36520"/>
                  <a:pt x="9316667" y="45047"/>
                </a:cubicBezTo>
                <a:cubicBezTo>
                  <a:pt x="9352186" y="45862"/>
                  <a:pt x="9390008" y="39799"/>
                  <a:pt x="9428209" y="29923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8138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F846FF8-0D27-4A66-8332-A0BE79BEFA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173A4E-1E2D-DBA0-4F78-56C0B7A51D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7" y="741082"/>
            <a:ext cx="9942970" cy="949606"/>
          </a:xfrm>
        </p:spPr>
        <p:txBody>
          <a:bodyPr>
            <a:normAutofit fontScale="90000"/>
          </a:bodyPr>
          <a:lstStyle/>
          <a:p>
            <a:br>
              <a:rPr lang="en-US" sz="3100" b="1" dirty="0"/>
            </a:br>
            <a:r>
              <a:rPr lang="en-US" sz="3100" b="1" dirty="0"/>
              <a:t>Challenges</a:t>
            </a:r>
            <a:br>
              <a:rPr lang="en-US" sz="3100" dirty="0"/>
            </a:br>
            <a:endParaRPr lang="he-IL" sz="310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6B9CB01-4014-4606-90AC-ADABCFB38C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49353"/>
            <a:ext cx="12192000" cy="4908647"/>
          </a:xfrm>
          <a:custGeom>
            <a:avLst/>
            <a:gdLst>
              <a:gd name="connsiteX0" fmla="*/ 4142196 w 12192000"/>
              <a:gd name="connsiteY0" fmla="*/ 33 h 5013196"/>
              <a:gd name="connsiteX1" fmla="*/ 4138795 w 12192000"/>
              <a:gd name="connsiteY1" fmla="*/ 15046 h 5013196"/>
              <a:gd name="connsiteX2" fmla="*/ 4166706 w 12192000"/>
              <a:gd name="connsiteY2" fmla="*/ 37291 h 5013196"/>
              <a:gd name="connsiteX3" fmla="*/ 4371550 w 12192000"/>
              <a:gd name="connsiteY3" fmla="*/ 22134 h 5013196"/>
              <a:gd name="connsiteX4" fmla="*/ 4424056 w 12192000"/>
              <a:gd name="connsiteY4" fmla="*/ 28369 h 5013196"/>
              <a:gd name="connsiteX5" fmla="*/ 4469897 w 12192000"/>
              <a:gd name="connsiteY5" fmla="*/ 13218 h 5013196"/>
              <a:gd name="connsiteX6" fmla="*/ 4489151 w 12192000"/>
              <a:gd name="connsiteY6" fmla="*/ 20285 h 5013196"/>
              <a:gd name="connsiteX7" fmla="*/ 4492479 w 12192000"/>
              <a:gd name="connsiteY7" fmla="*/ 21730 h 5013196"/>
              <a:gd name="connsiteX8" fmla="*/ 4505693 w 12192000"/>
              <a:gd name="connsiteY8" fmla="*/ 22584 h 5013196"/>
              <a:gd name="connsiteX9" fmla="*/ 4509529 w 12192000"/>
              <a:gd name="connsiteY9" fmla="*/ 28985 h 5013196"/>
              <a:gd name="connsiteX10" fmla="*/ 4529499 w 12192000"/>
              <a:gd name="connsiteY10" fmla="*/ 34687 h 5013196"/>
              <a:gd name="connsiteX11" fmla="*/ 4553795 w 12192000"/>
              <a:gd name="connsiteY11" fmla="*/ 34541 h 5013196"/>
              <a:gd name="connsiteX12" fmla="*/ 4640118 w 12192000"/>
              <a:gd name="connsiteY12" fmla="*/ 34699 h 5013196"/>
              <a:gd name="connsiteX13" fmla="*/ 4654127 w 12192000"/>
              <a:gd name="connsiteY13" fmla="*/ 30952 h 5013196"/>
              <a:gd name="connsiteX14" fmla="*/ 4700168 w 12192000"/>
              <a:gd name="connsiteY14" fmla="*/ 35953 h 5013196"/>
              <a:gd name="connsiteX15" fmla="*/ 4741127 w 12192000"/>
              <a:gd name="connsiteY15" fmla="*/ 36527 h 5013196"/>
              <a:gd name="connsiteX16" fmla="*/ 4767598 w 12192000"/>
              <a:gd name="connsiteY16" fmla="*/ 33272 h 5013196"/>
              <a:gd name="connsiteX17" fmla="*/ 4774592 w 12192000"/>
              <a:gd name="connsiteY17" fmla="*/ 35449 h 5013196"/>
              <a:gd name="connsiteX18" fmla="*/ 4801328 w 12192000"/>
              <a:gd name="connsiteY18" fmla="*/ 36454 h 5013196"/>
              <a:gd name="connsiteX19" fmla="*/ 4814870 w 12192000"/>
              <a:gd name="connsiteY19" fmla="*/ 32797 h 5013196"/>
              <a:gd name="connsiteX20" fmla="*/ 4828440 w 12192000"/>
              <a:gd name="connsiteY20" fmla="*/ 40415 h 5013196"/>
              <a:gd name="connsiteX21" fmla="*/ 4831826 w 12192000"/>
              <a:gd name="connsiteY21" fmla="*/ 46118 h 5013196"/>
              <a:gd name="connsiteX22" fmla="*/ 4850785 w 12192000"/>
              <a:gd name="connsiteY22" fmla="*/ 43190 h 5013196"/>
              <a:gd name="connsiteX23" fmla="*/ 4866468 w 12192000"/>
              <a:gd name="connsiteY23" fmla="*/ 48539 h 5013196"/>
              <a:gd name="connsiteX24" fmla="*/ 4879983 w 12192000"/>
              <a:gd name="connsiteY24" fmla="*/ 44615 h 5013196"/>
              <a:gd name="connsiteX25" fmla="*/ 4885635 w 12192000"/>
              <a:gd name="connsiteY25" fmla="*/ 45342 h 5013196"/>
              <a:gd name="connsiteX26" fmla="*/ 4899698 w 12192000"/>
              <a:gd name="connsiteY26" fmla="*/ 47876 h 5013196"/>
              <a:gd name="connsiteX27" fmla="*/ 4923986 w 12192000"/>
              <a:gd name="connsiteY27" fmla="*/ 53632 h 5013196"/>
              <a:gd name="connsiteX28" fmla="*/ 4931544 w 12192000"/>
              <a:gd name="connsiteY28" fmla="*/ 54358 h 5013196"/>
              <a:gd name="connsiteX29" fmla="*/ 4948135 w 12192000"/>
              <a:gd name="connsiteY29" fmla="*/ 63529 h 5013196"/>
              <a:gd name="connsiteX30" fmla="*/ 4980068 w 12192000"/>
              <a:gd name="connsiteY30" fmla="*/ 71052 h 5013196"/>
              <a:gd name="connsiteX31" fmla="*/ 5036541 w 12192000"/>
              <a:gd name="connsiteY31" fmla="*/ 98293 h 5013196"/>
              <a:gd name="connsiteX32" fmla="*/ 5069678 w 12192000"/>
              <a:gd name="connsiteY32" fmla="*/ 111179 h 5013196"/>
              <a:gd name="connsiteX33" fmla="*/ 5092160 w 12192000"/>
              <a:gd name="connsiteY33" fmla="*/ 123203 h 5013196"/>
              <a:gd name="connsiteX34" fmla="*/ 5158166 w 12192000"/>
              <a:gd name="connsiteY34" fmla="*/ 139568 h 5013196"/>
              <a:gd name="connsiteX35" fmla="*/ 5271252 w 12192000"/>
              <a:gd name="connsiteY35" fmla="*/ 160738 h 5013196"/>
              <a:gd name="connsiteX36" fmla="*/ 5294438 w 12192000"/>
              <a:gd name="connsiteY36" fmla="*/ 166556 h 5013196"/>
              <a:gd name="connsiteX37" fmla="*/ 5310840 w 12192000"/>
              <a:gd name="connsiteY37" fmla="*/ 176769 h 5013196"/>
              <a:gd name="connsiteX38" fmla="*/ 5311570 w 12192000"/>
              <a:gd name="connsiteY38" fmla="*/ 183681 h 5013196"/>
              <a:gd name="connsiteX39" fmla="*/ 5323756 w 12192000"/>
              <a:gd name="connsiteY39" fmla="*/ 187718 h 5013196"/>
              <a:gd name="connsiteX40" fmla="*/ 5326259 w 12192000"/>
              <a:gd name="connsiteY40" fmla="*/ 189880 h 5013196"/>
              <a:gd name="connsiteX41" fmla="*/ 5341357 w 12192000"/>
              <a:gd name="connsiteY41" fmla="*/ 201193 h 5013196"/>
              <a:gd name="connsiteX42" fmla="*/ 5391908 w 12192000"/>
              <a:gd name="connsiteY42" fmla="*/ 198291 h 5013196"/>
              <a:gd name="connsiteX43" fmla="*/ 5439031 w 12192000"/>
              <a:gd name="connsiteY43" fmla="*/ 216975 h 5013196"/>
              <a:gd name="connsiteX44" fmla="*/ 5640913 w 12192000"/>
              <a:gd name="connsiteY44" fmla="*/ 253028 h 5013196"/>
              <a:gd name="connsiteX45" fmla="*/ 5657312 w 12192000"/>
              <a:gd name="connsiteY45" fmla="*/ 280626 h 5013196"/>
              <a:gd name="connsiteX46" fmla="*/ 5734773 w 12192000"/>
              <a:gd name="connsiteY46" fmla="*/ 303244 h 5013196"/>
              <a:gd name="connsiteX47" fmla="*/ 5877770 w 12192000"/>
              <a:gd name="connsiteY47" fmla="*/ 296965 h 5013196"/>
              <a:gd name="connsiteX48" fmla="*/ 5989615 w 12192000"/>
              <a:gd name="connsiteY48" fmla="*/ 319663 h 5013196"/>
              <a:gd name="connsiteX49" fmla="*/ 5996857 w 12192000"/>
              <a:gd name="connsiteY49" fmla="*/ 323549 h 5013196"/>
              <a:gd name="connsiteX50" fmla="*/ 6037387 w 12192000"/>
              <a:gd name="connsiteY50" fmla="*/ 312526 h 5013196"/>
              <a:gd name="connsiteX51" fmla="*/ 6113074 w 12192000"/>
              <a:gd name="connsiteY51" fmla="*/ 325845 h 5013196"/>
              <a:gd name="connsiteX52" fmla="*/ 6280929 w 12192000"/>
              <a:gd name="connsiteY52" fmla="*/ 350444 h 5013196"/>
              <a:gd name="connsiteX53" fmla="*/ 6298665 w 12192000"/>
              <a:gd name="connsiteY53" fmla="*/ 342931 h 5013196"/>
              <a:gd name="connsiteX54" fmla="*/ 6317326 w 12192000"/>
              <a:gd name="connsiteY54" fmla="*/ 339794 h 5013196"/>
              <a:gd name="connsiteX55" fmla="*/ 6319212 w 12192000"/>
              <a:gd name="connsiteY55" fmla="*/ 341004 h 5013196"/>
              <a:gd name="connsiteX56" fmla="*/ 6339724 w 12192000"/>
              <a:gd name="connsiteY56" fmla="*/ 342098 h 5013196"/>
              <a:gd name="connsiteX57" fmla="*/ 6345010 w 12192000"/>
              <a:gd name="connsiteY57" fmla="*/ 339148 h 5013196"/>
              <a:gd name="connsiteX58" fmla="*/ 6359332 w 12192000"/>
              <a:gd name="connsiteY58" fmla="*/ 338899 h 5013196"/>
              <a:gd name="connsiteX59" fmla="*/ 6388220 w 12192000"/>
              <a:gd name="connsiteY59" fmla="*/ 335714 h 5013196"/>
              <a:gd name="connsiteX60" fmla="*/ 6392994 w 12192000"/>
              <a:gd name="connsiteY60" fmla="*/ 337644 h 5013196"/>
              <a:gd name="connsiteX61" fmla="*/ 6435581 w 12192000"/>
              <a:gd name="connsiteY61" fmla="*/ 336775 h 5013196"/>
              <a:gd name="connsiteX62" fmla="*/ 6435870 w 12192000"/>
              <a:gd name="connsiteY62" fmla="*/ 337963 h 5013196"/>
              <a:gd name="connsiteX63" fmla="*/ 6446571 w 12192000"/>
              <a:gd name="connsiteY63" fmla="*/ 342957 h 5013196"/>
              <a:gd name="connsiteX64" fmla="*/ 6467701 w 12192000"/>
              <a:gd name="connsiteY64" fmla="*/ 349765 h 5013196"/>
              <a:gd name="connsiteX65" fmla="*/ 6512727 w 12192000"/>
              <a:gd name="connsiteY65" fmla="*/ 380305 h 5013196"/>
              <a:gd name="connsiteX66" fmla="*/ 6557094 w 12192000"/>
              <a:gd name="connsiteY66" fmla="*/ 379532 h 5013196"/>
              <a:gd name="connsiteX67" fmla="*/ 6565879 w 12192000"/>
              <a:gd name="connsiteY67" fmla="*/ 380030 h 5013196"/>
              <a:gd name="connsiteX68" fmla="*/ 6565997 w 12192000"/>
              <a:gd name="connsiteY68" fmla="*/ 380310 h 5013196"/>
              <a:gd name="connsiteX69" fmla="*/ 6575147 w 12192000"/>
              <a:gd name="connsiteY69" fmla="*/ 381374 h 5013196"/>
              <a:gd name="connsiteX70" fmla="*/ 6581899 w 12192000"/>
              <a:gd name="connsiteY70" fmla="*/ 380938 h 5013196"/>
              <a:gd name="connsiteX71" fmla="*/ 6598943 w 12192000"/>
              <a:gd name="connsiteY71" fmla="*/ 381906 h 5013196"/>
              <a:gd name="connsiteX72" fmla="*/ 6604421 w 12192000"/>
              <a:gd name="connsiteY72" fmla="*/ 384033 h 5013196"/>
              <a:gd name="connsiteX73" fmla="*/ 6606035 w 12192000"/>
              <a:gd name="connsiteY73" fmla="*/ 387465 h 5013196"/>
              <a:gd name="connsiteX74" fmla="*/ 6607669 w 12192000"/>
              <a:gd name="connsiteY74" fmla="*/ 387186 h 5013196"/>
              <a:gd name="connsiteX75" fmla="*/ 6637532 w 12192000"/>
              <a:gd name="connsiteY75" fmla="*/ 398125 h 5013196"/>
              <a:gd name="connsiteX76" fmla="*/ 6706880 w 12192000"/>
              <a:gd name="connsiteY76" fmla="*/ 412381 h 5013196"/>
              <a:gd name="connsiteX77" fmla="*/ 6747500 w 12192000"/>
              <a:gd name="connsiteY77" fmla="*/ 416386 h 5013196"/>
              <a:gd name="connsiteX78" fmla="*/ 6857783 w 12192000"/>
              <a:gd name="connsiteY78" fmla="*/ 431905 h 5013196"/>
              <a:gd name="connsiteX79" fmla="*/ 6967720 w 12192000"/>
              <a:gd name="connsiteY79" fmla="*/ 450939 h 5013196"/>
              <a:gd name="connsiteX80" fmla="*/ 7018394 w 12192000"/>
              <a:gd name="connsiteY80" fmla="*/ 479831 h 5013196"/>
              <a:gd name="connsiteX81" fmla="*/ 7024679 w 12192000"/>
              <a:gd name="connsiteY81" fmla="*/ 480968 h 5013196"/>
              <a:gd name="connsiteX82" fmla="*/ 7041715 w 12192000"/>
              <a:gd name="connsiteY82" fmla="*/ 479120 h 5013196"/>
              <a:gd name="connsiteX83" fmla="*/ 7048103 w 12192000"/>
              <a:gd name="connsiteY83" fmla="*/ 477610 h 5013196"/>
              <a:gd name="connsiteX84" fmla="*/ 7057490 w 12192000"/>
              <a:gd name="connsiteY84" fmla="*/ 477135 h 5013196"/>
              <a:gd name="connsiteX85" fmla="*/ 7057730 w 12192000"/>
              <a:gd name="connsiteY85" fmla="*/ 477383 h 5013196"/>
              <a:gd name="connsiteX86" fmla="*/ 7066511 w 12192000"/>
              <a:gd name="connsiteY86" fmla="*/ 476432 h 5013196"/>
              <a:gd name="connsiteX87" fmla="*/ 7109401 w 12192000"/>
              <a:gd name="connsiteY87" fmla="*/ 468486 h 5013196"/>
              <a:gd name="connsiteX88" fmla="*/ 7166830 w 12192000"/>
              <a:gd name="connsiteY88" fmla="*/ 490255 h 5013196"/>
              <a:gd name="connsiteX89" fmla="*/ 7190442 w 12192000"/>
              <a:gd name="connsiteY89" fmla="*/ 493308 h 5013196"/>
              <a:gd name="connsiteX90" fmla="*/ 7203083 w 12192000"/>
              <a:gd name="connsiteY90" fmla="*/ 496324 h 5013196"/>
              <a:gd name="connsiteX91" fmla="*/ 7203894 w 12192000"/>
              <a:gd name="connsiteY91" fmla="*/ 497408 h 5013196"/>
              <a:gd name="connsiteX92" fmla="*/ 7245004 w 12192000"/>
              <a:gd name="connsiteY92" fmla="*/ 489662 h 5013196"/>
              <a:gd name="connsiteX93" fmla="*/ 7250514 w 12192000"/>
              <a:gd name="connsiteY93" fmla="*/ 490724 h 5013196"/>
              <a:gd name="connsiteX94" fmla="*/ 7277246 w 12192000"/>
              <a:gd name="connsiteY94" fmla="*/ 483000 h 5013196"/>
              <a:gd name="connsiteX95" fmla="*/ 7291092 w 12192000"/>
              <a:gd name="connsiteY95" fmla="*/ 480435 h 5013196"/>
              <a:gd name="connsiteX96" fmla="*/ 7294933 w 12192000"/>
              <a:gd name="connsiteY96" fmla="*/ 476767 h 5013196"/>
              <a:gd name="connsiteX97" fmla="*/ 7315408 w 12192000"/>
              <a:gd name="connsiteY97" fmla="*/ 474478 h 5013196"/>
              <a:gd name="connsiteX98" fmla="*/ 7317786 w 12192000"/>
              <a:gd name="connsiteY98" fmla="*/ 475324 h 5013196"/>
              <a:gd name="connsiteX99" fmla="*/ 7334572 w 12192000"/>
              <a:gd name="connsiteY99" fmla="*/ 469306 h 5013196"/>
              <a:gd name="connsiteX100" fmla="*/ 7348520 w 12192000"/>
              <a:gd name="connsiteY100" fmla="*/ 459268 h 5013196"/>
              <a:gd name="connsiteX101" fmla="*/ 7522997 w 12192000"/>
              <a:gd name="connsiteY101" fmla="*/ 455427 h 5013196"/>
              <a:gd name="connsiteX102" fmla="*/ 7686985 w 12192000"/>
              <a:gd name="connsiteY102" fmla="*/ 433023 h 5013196"/>
              <a:gd name="connsiteX103" fmla="*/ 7854068 w 12192000"/>
              <a:gd name="connsiteY103" fmla="*/ 422992 h 5013196"/>
              <a:gd name="connsiteX104" fmla="*/ 8034165 w 12192000"/>
              <a:gd name="connsiteY104" fmla="*/ 404917 h 5013196"/>
              <a:gd name="connsiteX105" fmla="*/ 8094381 w 12192000"/>
              <a:gd name="connsiteY105" fmla="*/ 408936 h 5013196"/>
              <a:gd name="connsiteX106" fmla="*/ 8146898 w 12192000"/>
              <a:gd name="connsiteY106" fmla="*/ 391776 h 5013196"/>
              <a:gd name="connsiteX107" fmla="*/ 8168993 w 12192000"/>
              <a:gd name="connsiteY107" fmla="*/ 398048 h 5013196"/>
              <a:gd name="connsiteX108" fmla="*/ 8172809 w 12192000"/>
              <a:gd name="connsiteY108" fmla="*/ 399355 h 5013196"/>
              <a:gd name="connsiteX109" fmla="*/ 8187962 w 12192000"/>
              <a:gd name="connsiteY109" fmla="*/ 399651 h 5013196"/>
              <a:gd name="connsiteX110" fmla="*/ 8192382 w 12192000"/>
              <a:gd name="connsiteY110" fmla="*/ 405910 h 5013196"/>
              <a:gd name="connsiteX111" fmla="*/ 8375192 w 12192000"/>
              <a:gd name="connsiteY111" fmla="*/ 397097 h 5013196"/>
              <a:gd name="connsiteX112" fmla="*/ 8454377 w 12192000"/>
              <a:gd name="connsiteY112" fmla="*/ 393549 h 5013196"/>
              <a:gd name="connsiteX113" fmla="*/ 8484740 w 12192000"/>
              <a:gd name="connsiteY113" fmla="*/ 398377 h 5013196"/>
              <a:gd name="connsiteX114" fmla="*/ 8601673 w 12192000"/>
              <a:gd name="connsiteY114" fmla="*/ 410319 h 5013196"/>
              <a:gd name="connsiteX115" fmla="*/ 8701676 w 12192000"/>
              <a:gd name="connsiteY115" fmla="*/ 414569 h 5013196"/>
              <a:gd name="connsiteX116" fmla="*/ 8773288 w 12192000"/>
              <a:gd name="connsiteY116" fmla="*/ 391295 h 5013196"/>
              <a:gd name="connsiteX117" fmla="*/ 8779909 w 12192000"/>
              <a:gd name="connsiteY117" fmla="*/ 395664 h 5013196"/>
              <a:gd name="connsiteX118" fmla="*/ 8829932 w 12192000"/>
              <a:gd name="connsiteY118" fmla="*/ 392461 h 5013196"/>
              <a:gd name="connsiteX119" fmla="*/ 9003386 w 12192000"/>
              <a:gd name="connsiteY119" fmla="*/ 349460 h 5013196"/>
              <a:gd name="connsiteX120" fmla="*/ 9101185 w 12192000"/>
              <a:gd name="connsiteY120" fmla="*/ 344080 h 5013196"/>
              <a:gd name="connsiteX121" fmla="*/ 9136185 w 12192000"/>
              <a:gd name="connsiteY121" fmla="*/ 347296 h 5013196"/>
              <a:gd name="connsiteX122" fmla="*/ 9194801 w 12192000"/>
              <a:gd name="connsiteY122" fmla="*/ 352367 h 5013196"/>
              <a:gd name="connsiteX123" fmla="*/ 9239316 w 12192000"/>
              <a:gd name="connsiteY123" fmla="*/ 368776 h 5013196"/>
              <a:gd name="connsiteX124" fmla="*/ 9288052 w 12192000"/>
              <a:gd name="connsiteY124" fmla="*/ 368014 h 5013196"/>
              <a:gd name="connsiteX125" fmla="*/ 9298465 w 12192000"/>
              <a:gd name="connsiteY125" fmla="*/ 351514 h 5013196"/>
              <a:gd name="connsiteX126" fmla="*/ 9350892 w 12192000"/>
              <a:gd name="connsiteY126" fmla="*/ 355996 h 5013196"/>
              <a:gd name="connsiteX127" fmla="*/ 9430522 w 12192000"/>
              <a:gd name="connsiteY127" fmla="*/ 364586 h 5013196"/>
              <a:gd name="connsiteX128" fmla="*/ 9476215 w 12192000"/>
              <a:gd name="connsiteY128" fmla="*/ 365325 h 5013196"/>
              <a:gd name="connsiteX129" fmla="*/ 9601276 w 12192000"/>
              <a:gd name="connsiteY129" fmla="*/ 371922 h 5013196"/>
              <a:gd name="connsiteX130" fmla="*/ 9726733 w 12192000"/>
              <a:gd name="connsiteY130" fmla="*/ 382019 h 5013196"/>
              <a:gd name="connsiteX131" fmla="*/ 9802144 w 12192000"/>
              <a:gd name="connsiteY131" fmla="*/ 407697 h 5013196"/>
              <a:gd name="connsiteX132" fmla="*/ 9905153 w 12192000"/>
              <a:gd name="connsiteY132" fmla="*/ 413868 h 5013196"/>
              <a:gd name="connsiteX133" fmla="*/ 9922553 w 12192000"/>
              <a:gd name="connsiteY133" fmla="*/ 417787 h 5013196"/>
              <a:gd name="connsiteX134" fmla="*/ 10044658 w 12192000"/>
              <a:gd name="connsiteY134" fmla="*/ 431295 h 5013196"/>
              <a:gd name="connsiteX135" fmla="*/ 10184585 w 12192000"/>
              <a:gd name="connsiteY135" fmla="*/ 420356 h 5013196"/>
              <a:gd name="connsiteX136" fmla="*/ 10366435 w 12192000"/>
              <a:gd name="connsiteY136" fmla="*/ 475646 h 5013196"/>
              <a:gd name="connsiteX137" fmla="*/ 10688220 w 12192000"/>
              <a:gd name="connsiteY137" fmla="*/ 555476 h 5013196"/>
              <a:gd name="connsiteX138" fmla="*/ 11026690 w 12192000"/>
              <a:gd name="connsiteY138" fmla="*/ 563899 h 5013196"/>
              <a:gd name="connsiteX139" fmla="*/ 11113779 w 12192000"/>
              <a:gd name="connsiteY139" fmla="*/ 547086 h 5013196"/>
              <a:gd name="connsiteX140" fmla="*/ 11369556 w 12192000"/>
              <a:gd name="connsiteY140" fmla="*/ 504937 h 5013196"/>
              <a:gd name="connsiteX141" fmla="*/ 11623342 w 12192000"/>
              <a:gd name="connsiteY141" fmla="*/ 401646 h 5013196"/>
              <a:gd name="connsiteX142" fmla="*/ 11786511 w 12192000"/>
              <a:gd name="connsiteY142" fmla="*/ 371608 h 5013196"/>
              <a:gd name="connsiteX143" fmla="*/ 11862577 w 12192000"/>
              <a:gd name="connsiteY143" fmla="*/ 343767 h 5013196"/>
              <a:gd name="connsiteX144" fmla="*/ 11916612 w 12192000"/>
              <a:gd name="connsiteY144" fmla="*/ 337028 h 5013196"/>
              <a:gd name="connsiteX145" fmla="*/ 11948830 w 12192000"/>
              <a:gd name="connsiteY145" fmla="*/ 331280 h 5013196"/>
              <a:gd name="connsiteX146" fmla="*/ 12001583 w 12192000"/>
              <a:gd name="connsiteY146" fmla="*/ 292861 h 5013196"/>
              <a:gd name="connsiteX147" fmla="*/ 12174977 w 12192000"/>
              <a:gd name="connsiteY147" fmla="*/ 277870 h 5013196"/>
              <a:gd name="connsiteX148" fmla="*/ 12192000 w 12192000"/>
              <a:gd name="connsiteY148" fmla="*/ 269767 h 5013196"/>
              <a:gd name="connsiteX149" fmla="*/ 12192000 w 12192000"/>
              <a:gd name="connsiteY149" fmla="*/ 5013196 h 5013196"/>
              <a:gd name="connsiteX150" fmla="*/ 0 w 12192000"/>
              <a:gd name="connsiteY150" fmla="*/ 5013196 h 5013196"/>
              <a:gd name="connsiteX151" fmla="*/ 0 w 12192000"/>
              <a:gd name="connsiteY151" fmla="*/ 630667 h 5013196"/>
              <a:gd name="connsiteX152" fmla="*/ 11075 w 12192000"/>
              <a:gd name="connsiteY152" fmla="*/ 628396 h 5013196"/>
              <a:gd name="connsiteX153" fmla="*/ 44061 w 12192000"/>
              <a:gd name="connsiteY153" fmla="*/ 621814 h 5013196"/>
              <a:gd name="connsiteX154" fmla="*/ 136694 w 12192000"/>
              <a:gd name="connsiteY154" fmla="*/ 569633 h 5013196"/>
              <a:gd name="connsiteX155" fmla="*/ 170342 w 12192000"/>
              <a:gd name="connsiteY155" fmla="*/ 564295 h 5013196"/>
              <a:gd name="connsiteX156" fmla="*/ 168955 w 12192000"/>
              <a:gd name="connsiteY156" fmla="*/ 555382 h 5013196"/>
              <a:gd name="connsiteX157" fmla="*/ 181474 w 12192000"/>
              <a:gd name="connsiteY157" fmla="*/ 554499 h 5013196"/>
              <a:gd name="connsiteX158" fmla="*/ 209440 w 12192000"/>
              <a:gd name="connsiteY158" fmla="*/ 553779 h 5013196"/>
              <a:gd name="connsiteX159" fmla="*/ 293152 w 12192000"/>
              <a:gd name="connsiteY159" fmla="*/ 549794 h 5013196"/>
              <a:gd name="connsiteX160" fmla="*/ 315693 w 12192000"/>
              <a:gd name="connsiteY160" fmla="*/ 532248 h 5013196"/>
              <a:gd name="connsiteX161" fmla="*/ 337305 w 12192000"/>
              <a:gd name="connsiteY161" fmla="*/ 531590 h 5013196"/>
              <a:gd name="connsiteX162" fmla="*/ 462252 w 12192000"/>
              <a:gd name="connsiteY162" fmla="*/ 506369 h 5013196"/>
              <a:gd name="connsiteX163" fmla="*/ 479457 w 12192000"/>
              <a:gd name="connsiteY163" fmla="*/ 504341 h 5013196"/>
              <a:gd name="connsiteX164" fmla="*/ 488653 w 12192000"/>
              <a:gd name="connsiteY164" fmla="*/ 496475 h 5013196"/>
              <a:gd name="connsiteX165" fmla="*/ 522053 w 12192000"/>
              <a:gd name="connsiteY165" fmla="*/ 494343 h 5013196"/>
              <a:gd name="connsiteX166" fmla="*/ 523520 w 12192000"/>
              <a:gd name="connsiteY166" fmla="*/ 489931 h 5013196"/>
              <a:gd name="connsiteX167" fmla="*/ 632714 w 12192000"/>
              <a:gd name="connsiteY167" fmla="*/ 450319 h 5013196"/>
              <a:gd name="connsiteX168" fmla="*/ 651426 w 12192000"/>
              <a:gd name="connsiteY168" fmla="*/ 443762 h 5013196"/>
              <a:gd name="connsiteX169" fmla="*/ 667724 w 12192000"/>
              <a:gd name="connsiteY169" fmla="*/ 445356 h 5013196"/>
              <a:gd name="connsiteX170" fmla="*/ 757679 w 12192000"/>
              <a:gd name="connsiteY170" fmla="*/ 438363 h 5013196"/>
              <a:gd name="connsiteX171" fmla="*/ 779159 w 12192000"/>
              <a:gd name="connsiteY171" fmla="*/ 441277 h 5013196"/>
              <a:gd name="connsiteX172" fmla="*/ 788293 w 12192000"/>
              <a:gd name="connsiteY172" fmla="*/ 448081 h 5013196"/>
              <a:gd name="connsiteX173" fmla="*/ 822923 w 12192000"/>
              <a:gd name="connsiteY173" fmla="*/ 434292 h 5013196"/>
              <a:gd name="connsiteX174" fmla="*/ 876559 w 12192000"/>
              <a:gd name="connsiteY174" fmla="*/ 424306 h 5013196"/>
              <a:gd name="connsiteX175" fmla="*/ 902011 w 12192000"/>
              <a:gd name="connsiteY175" fmla="*/ 417336 h 5013196"/>
              <a:gd name="connsiteX176" fmla="*/ 922715 w 12192000"/>
              <a:gd name="connsiteY176" fmla="*/ 420917 h 5013196"/>
              <a:gd name="connsiteX177" fmla="*/ 1040139 w 12192000"/>
              <a:gd name="connsiteY177" fmla="*/ 419808 h 5013196"/>
              <a:gd name="connsiteX178" fmla="*/ 1067251 w 12192000"/>
              <a:gd name="connsiteY178" fmla="*/ 425602 h 5013196"/>
              <a:gd name="connsiteX179" fmla="*/ 1080272 w 12192000"/>
              <a:gd name="connsiteY179" fmla="*/ 437887 h 5013196"/>
              <a:gd name="connsiteX180" fmla="*/ 1090219 w 12192000"/>
              <a:gd name="connsiteY180" fmla="*/ 433244 h 5013196"/>
              <a:gd name="connsiteX181" fmla="*/ 1161226 w 12192000"/>
              <a:gd name="connsiteY181" fmla="*/ 431522 h 5013196"/>
              <a:gd name="connsiteX182" fmla="*/ 1207525 w 12192000"/>
              <a:gd name="connsiteY182" fmla="*/ 429257 h 5013196"/>
              <a:gd name="connsiteX183" fmla="*/ 1210030 w 12192000"/>
              <a:gd name="connsiteY183" fmla="*/ 412023 h 5013196"/>
              <a:gd name="connsiteX184" fmla="*/ 1251170 w 12192000"/>
              <a:gd name="connsiteY184" fmla="*/ 405160 h 5013196"/>
              <a:gd name="connsiteX185" fmla="*/ 1295331 w 12192000"/>
              <a:gd name="connsiteY185" fmla="*/ 415400 h 5013196"/>
              <a:gd name="connsiteX186" fmla="*/ 1347118 w 12192000"/>
              <a:gd name="connsiteY186" fmla="*/ 412922 h 5013196"/>
              <a:gd name="connsiteX187" fmla="*/ 1378108 w 12192000"/>
              <a:gd name="connsiteY187" fmla="*/ 411628 h 5013196"/>
              <a:gd name="connsiteX188" fmla="*/ 1459192 w 12192000"/>
              <a:gd name="connsiteY188" fmla="*/ 394137 h 5013196"/>
              <a:gd name="connsiteX189" fmla="*/ 1590120 w 12192000"/>
              <a:gd name="connsiteY189" fmla="*/ 330826 h 5013196"/>
              <a:gd name="connsiteX190" fmla="*/ 1631417 w 12192000"/>
              <a:gd name="connsiteY190" fmla="*/ 321445 h 5013196"/>
              <a:gd name="connsiteX191" fmla="*/ 1638727 w 12192000"/>
              <a:gd name="connsiteY191" fmla="*/ 324828 h 5013196"/>
              <a:gd name="connsiteX192" fmla="*/ 1844438 w 12192000"/>
              <a:gd name="connsiteY192" fmla="*/ 284522 h 5013196"/>
              <a:gd name="connsiteX193" fmla="*/ 1881324 w 12192000"/>
              <a:gd name="connsiteY193" fmla="*/ 281715 h 5013196"/>
              <a:gd name="connsiteX194" fmla="*/ 1908999 w 12192000"/>
              <a:gd name="connsiteY194" fmla="*/ 282556 h 5013196"/>
              <a:gd name="connsiteX195" fmla="*/ 1974956 w 12192000"/>
              <a:gd name="connsiteY195" fmla="*/ 269176 h 5013196"/>
              <a:gd name="connsiteX196" fmla="*/ 2082409 w 12192000"/>
              <a:gd name="connsiteY196" fmla="*/ 240508 h 5013196"/>
              <a:gd name="connsiteX197" fmla="*/ 2105639 w 12192000"/>
              <a:gd name="connsiteY197" fmla="*/ 235866 h 5013196"/>
              <a:gd name="connsiteX198" fmla="*/ 2126992 w 12192000"/>
              <a:gd name="connsiteY198" fmla="*/ 237686 h 5013196"/>
              <a:gd name="connsiteX199" fmla="*/ 2133154 w 12192000"/>
              <a:gd name="connsiteY199" fmla="*/ 243170 h 5013196"/>
              <a:gd name="connsiteX200" fmla="*/ 2146154 w 12192000"/>
              <a:gd name="connsiteY200" fmla="*/ 241550 h 5013196"/>
              <a:gd name="connsiteX201" fmla="*/ 2149901 w 12192000"/>
              <a:gd name="connsiteY201" fmla="*/ 242334 h 5013196"/>
              <a:gd name="connsiteX202" fmla="*/ 2171100 w 12192000"/>
              <a:gd name="connsiteY202" fmla="*/ 245607 h 5013196"/>
              <a:gd name="connsiteX203" fmla="*/ 2209148 w 12192000"/>
              <a:gd name="connsiteY203" fmla="*/ 222443 h 5013196"/>
              <a:gd name="connsiteX204" fmla="*/ 2261889 w 12192000"/>
              <a:gd name="connsiteY204" fmla="*/ 218750 h 5013196"/>
              <a:gd name="connsiteX205" fmla="*/ 2452315 w 12192000"/>
              <a:gd name="connsiteY205" fmla="*/ 166117 h 5013196"/>
              <a:gd name="connsiteX206" fmla="*/ 2487710 w 12192000"/>
              <a:gd name="connsiteY206" fmla="*/ 182485 h 5013196"/>
              <a:gd name="connsiteX207" fmla="*/ 2567870 w 12192000"/>
              <a:gd name="connsiteY207" fmla="*/ 169640 h 5013196"/>
              <a:gd name="connsiteX208" fmla="*/ 2677053 w 12192000"/>
              <a:gd name="connsiteY208" fmla="*/ 105731 h 5013196"/>
              <a:gd name="connsiteX209" fmla="*/ 2823914 w 12192000"/>
              <a:gd name="connsiteY209" fmla="*/ 80085 h 5013196"/>
              <a:gd name="connsiteX210" fmla="*/ 2831912 w 12192000"/>
              <a:gd name="connsiteY210" fmla="*/ 68644 h 5013196"/>
              <a:gd name="connsiteX211" fmla="*/ 2843870 w 12192000"/>
              <a:gd name="connsiteY211" fmla="*/ 60725 h 5013196"/>
              <a:gd name="connsiteX212" fmla="*/ 2846217 w 12192000"/>
              <a:gd name="connsiteY212" fmla="*/ 61243 h 5013196"/>
              <a:gd name="connsiteX213" fmla="*/ 2862745 w 12192000"/>
              <a:gd name="connsiteY213" fmla="*/ 56460 h 5013196"/>
              <a:gd name="connsiteX214" fmla="*/ 2864596 w 12192000"/>
              <a:gd name="connsiteY214" fmla="*/ 52436 h 5013196"/>
              <a:gd name="connsiteX215" fmla="*/ 2875381 w 12192000"/>
              <a:gd name="connsiteY215" fmla="*/ 48221 h 5013196"/>
              <a:gd name="connsiteX216" fmla="*/ 2895139 w 12192000"/>
              <a:gd name="connsiteY216" fmla="*/ 37404 h 5013196"/>
              <a:gd name="connsiteX217" fmla="*/ 2900232 w 12192000"/>
              <a:gd name="connsiteY217" fmla="*/ 37736 h 5013196"/>
              <a:gd name="connsiteX218" fmla="*/ 2932205 w 12192000"/>
              <a:gd name="connsiteY218" fmla="*/ 25091 h 5013196"/>
              <a:gd name="connsiteX219" fmla="*/ 2933310 w 12192000"/>
              <a:gd name="connsiteY219" fmla="*/ 26034 h 5013196"/>
              <a:gd name="connsiteX220" fmla="*/ 2945218 w 12192000"/>
              <a:gd name="connsiteY220" fmla="*/ 27359 h 5013196"/>
              <a:gd name="connsiteX221" fmla="*/ 2966465 w 12192000"/>
              <a:gd name="connsiteY221" fmla="*/ 27335 h 5013196"/>
              <a:gd name="connsiteX222" fmla="*/ 3023668 w 12192000"/>
              <a:gd name="connsiteY222" fmla="*/ 41123 h 5013196"/>
              <a:gd name="connsiteX223" fmla="*/ 3057077 w 12192000"/>
              <a:gd name="connsiteY223" fmla="*/ 28063 h 5013196"/>
              <a:gd name="connsiteX224" fmla="*/ 3151915 w 12192000"/>
              <a:gd name="connsiteY224" fmla="*/ 24461 h 5013196"/>
              <a:gd name="connsiteX225" fmla="*/ 3251671 w 12192000"/>
              <a:gd name="connsiteY225" fmla="*/ 44793 h 5013196"/>
              <a:gd name="connsiteX226" fmla="*/ 3351400 w 12192000"/>
              <a:gd name="connsiteY226" fmla="*/ 45905 h 5013196"/>
              <a:gd name="connsiteX227" fmla="*/ 3387481 w 12192000"/>
              <a:gd name="connsiteY227" fmla="*/ 44661 h 5013196"/>
              <a:gd name="connsiteX228" fmla="*/ 3451923 w 12192000"/>
              <a:gd name="connsiteY228" fmla="*/ 49700 h 5013196"/>
              <a:gd name="connsiteX229" fmla="*/ 3481520 w 12192000"/>
              <a:gd name="connsiteY229" fmla="*/ 56505 h 5013196"/>
              <a:gd name="connsiteX230" fmla="*/ 3482804 w 12192000"/>
              <a:gd name="connsiteY230" fmla="*/ 56030 h 5013196"/>
              <a:gd name="connsiteX231" fmla="*/ 3485495 w 12192000"/>
              <a:gd name="connsiteY231" fmla="*/ 59139 h 5013196"/>
              <a:gd name="connsiteX232" fmla="*/ 3490972 w 12192000"/>
              <a:gd name="connsiteY232" fmla="*/ 60504 h 5013196"/>
              <a:gd name="connsiteX233" fmla="*/ 3505835 w 12192000"/>
              <a:gd name="connsiteY233" fmla="*/ 59295 h 5013196"/>
              <a:gd name="connsiteX234" fmla="*/ 3511410 w 12192000"/>
              <a:gd name="connsiteY234" fmla="*/ 58026 h 5013196"/>
              <a:gd name="connsiteX235" fmla="*/ 3519598 w 12192000"/>
              <a:gd name="connsiteY235" fmla="*/ 57901 h 5013196"/>
              <a:gd name="connsiteX236" fmla="*/ 3519807 w 12192000"/>
              <a:gd name="connsiteY236" fmla="*/ 58156 h 5013196"/>
              <a:gd name="connsiteX237" fmla="*/ 3527466 w 12192000"/>
              <a:gd name="connsiteY237" fmla="*/ 57534 h 5013196"/>
              <a:gd name="connsiteX238" fmla="*/ 3564889 w 12192000"/>
              <a:gd name="connsiteY238" fmla="*/ 51208 h 5013196"/>
              <a:gd name="connsiteX239" fmla="*/ 3614922 w 12192000"/>
              <a:gd name="connsiteY239" fmla="*/ 75022 h 5013196"/>
              <a:gd name="connsiteX240" fmla="*/ 3635506 w 12192000"/>
              <a:gd name="connsiteY240" fmla="*/ 78936 h 5013196"/>
              <a:gd name="connsiteX241" fmla="*/ 3646525 w 12192000"/>
              <a:gd name="connsiteY241" fmla="*/ 82411 h 5013196"/>
              <a:gd name="connsiteX242" fmla="*/ 3647224 w 12192000"/>
              <a:gd name="connsiteY242" fmla="*/ 83521 h 5013196"/>
              <a:gd name="connsiteX243" fmla="*/ 3683100 w 12192000"/>
              <a:gd name="connsiteY243" fmla="*/ 77327 h 5013196"/>
              <a:gd name="connsiteX244" fmla="*/ 3687901 w 12192000"/>
              <a:gd name="connsiteY244" fmla="*/ 78590 h 5013196"/>
              <a:gd name="connsiteX245" fmla="*/ 3711234 w 12192000"/>
              <a:gd name="connsiteY245" fmla="*/ 71883 h 5013196"/>
              <a:gd name="connsiteX246" fmla="*/ 3723318 w 12192000"/>
              <a:gd name="connsiteY246" fmla="*/ 69843 h 5013196"/>
              <a:gd name="connsiteX247" fmla="*/ 3726677 w 12192000"/>
              <a:gd name="connsiteY247" fmla="*/ 66330 h 5013196"/>
              <a:gd name="connsiteX248" fmla="*/ 3744535 w 12192000"/>
              <a:gd name="connsiteY248" fmla="*/ 64808 h 5013196"/>
              <a:gd name="connsiteX249" fmla="*/ 3746608 w 12192000"/>
              <a:gd name="connsiteY249" fmla="*/ 65740 h 5013196"/>
              <a:gd name="connsiteX250" fmla="*/ 3761262 w 12192000"/>
              <a:gd name="connsiteY250" fmla="*/ 60365 h 5013196"/>
              <a:gd name="connsiteX251" fmla="*/ 3773451 w 12192000"/>
              <a:gd name="connsiteY251" fmla="*/ 50884 h 5013196"/>
              <a:gd name="connsiteX252" fmla="*/ 3925626 w 12192000"/>
              <a:gd name="connsiteY252" fmla="*/ 53519 h 5013196"/>
              <a:gd name="connsiteX253" fmla="*/ 4056184 w 12192000"/>
              <a:gd name="connsiteY253" fmla="*/ 12503 h 5013196"/>
              <a:gd name="connsiteX254" fmla="*/ 4142196 w 12192000"/>
              <a:gd name="connsiteY254" fmla="*/ 33 h 5013196"/>
              <a:gd name="connsiteX0" fmla="*/ 4056184 w 12192000"/>
              <a:gd name="connsiteY0" fmla="*/ 3115 h 5003808"/>
              <a:gd name="connsiteX1" fmla="*/ 4138795 w 12192000"/>
              <a:gd name="connsiteY1" fmla="*/ 5658 h 5003808"/>
              <a:gd name="connsiteX2" fmla="*/ 4166706 w 12192000"/>
              <a:gd name="connsiteY2" fmla="*/ 27903 h 5003808"/>
              <a:gd name="connsiteX3" fmla="*/ 4371550 w 12192000"/>
              <a:gd name="connsiteY3" fmla="*/ 12746 h 5003808"/>
              <a:gd name="connsiteX4" fmla="*/ 4424056 w 12192000"/>
              <a:gd name="connsiteY4" fmla="*/ 18981 h 5003808"/>
              <a:gd name="connsiteX5" fmla="*/ 4469897 w 12192000"/>
              <a:gd name="connsiteY5" fmla="*/ 3830 h 5003808"/>
              <a:gd name="connsiteX6" fmla="*/ 4489151 w 12192000"/>
              <a:gd name="connsiteY6" fmla="*/ 10897 h 5003808"/>
              <a:gd name="connsiteX7" fmla="*/ 4492479 w 12192000"/>
              <a:gd name="connsiteY7" fmla="*/ 12342 h 5003808"/>
              <a:gd name="connsiteX8" fmla="*/ 4505693 w 12192000"/>
              <a:gd name="connsiteY8" fmla="*/ 13196 h 5003808"/>
              <a:gd name="connsiteX9" fmla="*/ 4509529 w 12192000"/>
              <a:gd name="connsiteY9" fmla="*/ 19597 h 5003808"/>
              <a:gd name="connsiteX10" fmla="*/ 4529499 w 12192000"/>
              <a:gd name="connsiteY10" fmla="*/ 25299 h 5003808"/>
              <a:gd name="connsiteX11" fmla="*/ 4553795 w 12192000"/>
              <a:gd name="connsiteY11" fmla="*/ 25153 h 5003808"/>
              <a:gd name="connsiteX12" fmla="*/ 4640118 w 12192000"/>
              <a:gd name="connsiteY12" fmla="*/ 25311 h 5003808"/>
              <a:gd name="connsiteX13" fmla="*/ 4654127 w 12192000"/>
              <a:gd name="connsiteY13" fmla="*/ 21564 h 5003808"/>
              <a:gd name="connsiteX14" fmla="*/ 4700168 w 12192000"/>
              <a:gd name="connsiteY14" fmla="*/ 26565 h 5003808"/>
              <a:gd name="connsiteX15" fmla="*/ 4741127 w 12192000"/>
              <a:gd name="connsiteY15" fmla="*/ 27139 h 5003808"/>
              <a:gd name="connsiteX16" fmla="*/ 4767598 w 12192000"/>
              <a:gd name="connsiteY16" fmla="*/ 23884 h 5003808"/>
              <a:gd name="connsiteX17" fmla="*/ 4774592 w 12192000"/>
              <a:gd name="connsiteY17" fmla="*/ 26061 h 5003808"/>
              <a:gd name="connsiteX18" fmla="*/ 4801328 w 12192000"/>
              <a:gd name="connsiteY18" fmla="*/ 27066 h 5003808"/>
              <a:gd name="connsiteX19" fmla="*/ 4814870 w 12192000"/>
              <a:gd name="connsiteY19" fmla="*/ 23409 h 5003808"/>
              <a:gd name="connsiteX20" fmla="*/ 4828440 w 12192000"/>
              <a:gd name="connsiteY20" fmla="*/ 31027 h 5003808"/>
              <a:gd name="connsiteX21" fmla="*/ 4831826 w 12192000"/>
              <a:gd name="connsiteY21" fmla="*/ 36730 h 5003808"/>
              <a:gd name="connsiteX22" fmla="*/ 4850785 w 12192000"/>
              <a:gd name="connsiteY22" fmla="*/ 33802 h 5003808"/>
              <a:gd name="connsiteX23" fmla="*/ 4866468 w 12192000"/>
              <a:gd name="connsiteY23" fmla="*/ 39151 h 5003808"/>
              <a:gd name="connsiteX24" fmla="*/ 4879983 w 12192000"/>
              <a:gd name="connsiteY24" fmla="*/ 35227 h 5003808"/>
              <a:gd name="connsiteX25" fmla="*/ 4885635 w 12192000"/>
              <a:gd name="connsiteY25" fmla="*/ 35954 h 5003808"/>
              <a:gd name="connsiteX26" fmla="*/ 4899698 w 12192000"/>
              <a:gd name="connsiteY26" fmla="*/ 38488 h 5003808"/>
              <a:gd name="connsiteX27" fmla="*/ 4923986 w 12192000"/>
              <a:gd name="connsiteY27" fmla="*/ 44244 h 5003808"/>
              <a:gd name="connsiteX28" fmla="*/ 4931544 w 12192000"/>
              <a:gd name="connsiteY28" fmla="*/ 44970 h 5003808"/>
              <a:gd name="connsiteX29" fmla="*/ 4948135 w 12192000"/>
              <a:gd name="connsiteY29" fmla="*/ 54141 h 5003808"/>
              <a:gd name="connsiteX30" fmla="*/ 4980068 w 12192000"/>
              <a:gd name="connsiteY30" fmla="*/ 61664 h 5003808"/>
              <a:gd name="connsiteX31" fmla="*/ 5036541 w 12192000"/>
              <a:gd name="connsiteY31" fmla="*/ 88905 h 5003808"/>
              <a:gd name="connsiteX32" fmla="*/ 5069678 w 12192000"/>
              <a:gd name="connsiteY32" fmla="*/ 101791 h 5003808"/>
              <a:gd name="connsiteX33" fmla="*/ 5092160 w 12192000"/>
              <a:gd name="connsiteY33" fmla="*/ 113815 h 5003808"/>
              <a:gd name="connsiteX34" fmla="*/ 5158166 w 12192000"/>
              <a:gd name="connsiteY34" fmla="*/ 130180 h 5003808"/>
              <a:gd name="connsiteX35" fmla="*/ 5271252 w 12192000"/>
              <a:gd name="connsiteY35" fmla="*/ 151350 h 5003808"/>
              <a:gd name="connsiteX36" fmla="*/ 5294438 w 12192000"/>
              <a:gd name="connsiteY36" fmla="*/ 157168 h 5003808"/>
              <a:gd name="connsiteX37" fmla="*/ 5310840 w 12192000"/>
              <a:gd name="connsiteY37" fmla="*/ 167381 h 5003808"/>
              <a:gd name="connsiteX38" fmla="*/ 5311570 w 12192000"/>
              <a:gd name="connsiteY38" fmla="*/ 174293 h 5003808"/>
              <a:gd name="connsiteX39" fmla="*/ 5323756 w 12192000"/>
              <a:gd name="connsiteY39" fmla="*/ 178330 h 5003808"/>
              <a:gd name="connsiteX40" fmla="*/ 5326259 w 12192000"/>
              <a:gd name="connsiteY40" fmla="*/ 180492 h 5003808"/>
              <a:gd name="connsiteX41" fmla="*/ 5341357 w 12192000"/>
              <a:gd name="connsiteY41" fmla="*/ 191805 h 5003808"/>
              <a:gd name="connsiteX42" fmla="*/ 5391908 w 12192000"/>
              <a:gd name="connsiteY42" fmla="*/ 188903 h 5003808"/>
              <a:gd name="connsiteX43" fmla="*/ 5439031 w 12192000"/>
              <a:gd name="connsiteY43" fmla="*/ 207587 h 5003808"/>
              <a:gd name="connsiteX44" fmla="*/ 5640913 w 12192000"/>
              <a:gd name="connsiteY44" fmla="*/ 243640 h 5003808"/>
              <a:gd name="connsiteX45" fmla="*/ 5657312 w 12192000"/>
              <a:gd name="connsiteY45" fmla="*/ 271238 h 5003808"/>
              <a:gd name="connsiteX46" fmla="*/ 5734773 w 12192000"/>
              <a:gd name="connsiteY46" fmla="*/ 293856 h 5003808"/>
              <a:gd name="connsiteX47" fmla="*/ 5877770 w 12192000"/>
              <a:gd name="connsiteY47" fmla="*/ 287577 h 5003808"/>
              <a:gd name="connsiteX48" fmla="*/ 5989615 w 12192000"/>
              <a:gd name="connsiteY48" fmla="*/ 310275 h 5003808"/>
              <a:gd name="connsiteX49" fmla="*/ 5996857 w 12192000"/>
              <a:gd name="connsiteY49" fmla="*/ 314161 h 5003808"/>
              <a:gd name="connsiteX50" fmla="*/ 6037387 w 12192000"/>
              <a:gd name="connsiteY50" fmla="*/ 303138 h 5003808"/>
              <a:gd name="connsiteX51" fmla="*/ 6113074 w 12192000"/>
              <a:gd name="connsiteY51" fmla="*/ 316457 h 5003808"/>
              <a:gd name="connsiteX52" fmla="*/ 6280929 w 12192000"/>
              <a:gd name="connsiteY52" fmla="*/ 341056 h 5003808"/>
              <a:gd name="connsiteX53" fmla="*/ 6298665 w 12192000"/>
              <a:gd name="connsiteY53" fmla="*/ 333543 h 5003808"/>
              <a:gd name="connsiteX54" fmla="*/ 6317326 w 12192000"/>
              <a:gd name="connsiteY54" fmla="*/ 330406 h 5003808"/>
              <a:gd name="connsiteX55" fmla="*/ 6319212 w 12192000"/>
              <a:gd name="connsiteY55" fmla="*/ 331616 h 5003808"/>
              <a:gd name="connsiteX56" fmla="*/ 6339724 w 12192000"/>
              <a:gd name="connsiteY56" fmla="*/ 332710 h 5003808"/>
              <a:gd name="connsiteX57" fmla="*/ 6345010 w 12192000"/>
              <a:gd name="connsiteY57" fmla="*/ 329760 h 5003808"/>
              <a:gd name="connsiteX58" fmla="*/ 6359332 w 12192000"/>
              <a:gd name="connsiteY58" fmla="*/ 329511 h 5003808"/>
              <a:gd name="connsiteX59" fmla="*/ 6388220 w 12192000"/>
              <a:gd name="connsiteY59" fmla="*/ 326326 h 5003808"/>
              <a:gd name="connsiteX60" fmla="*/ 6392994 w 12192000"/>
              <a:gd name="connsiteY60" fmla="*/ 328256 h 5003808"/>
              <a:gd name="connsiteX61" fmla="*/ 6435581 w 12192000"/>
              <a:gd name="connsiteY61" fmla="*/ 327387 h 5003808"/>
              <a:gd name="connsiteX62" fmla="*/ 6435870 w 12192000"/>
              <a:gd name="connsiteY62" fmla="*/ 328575 h 5003808"/>
              <a:gd name="connsiteX63" fmla="*/ 6446571 w 12192000"/>
              <a:gd name="connsiteY63" fmla="*/ 333569 h 5003808"/>
              <a:gd name="connsiteX64" fmla="*/ 6467701 w 12192000"/>
              <a:gd name="connsiteY64" fmla="*/ 340377 h 5003808"/>
              <a:gd name="connsiteX65" fmla="*/ 6512727 w 12192000"/>
              <a:gd name="connsiteY65" fmla="*/ 370917 h 5003808"/>
              <a:gd name="connsiteX66" fmla="*/ 6557094 w 12192000"/>
              <a:gd name="connsiteY66" fmla="*/ 370144 h 5003808"/>
              <a:gd name="connsiteX67" fmla="*/ 6565879 w 12192000"/>
              <a:gd name="connsiteY67" fmla="*/ 370642 h 5003808"/>
              <a:gd name="connsiteX68" fmla="*/ 6565997 w 12192000"/>
              <a:gd name="connsiteY68" fmla="*/ 370922 h 5003808"/>
              <a:gd name="connsiteX69" fmla="*/ 6575147 w 12192000"/>
              <a:gd name="connsiteY69" fmla="*/ 371986 h 5003808"/>
              <a:gd name="connsiteX70" fmla="*/ 6581899 w 12192000"/>
              <a:gd name="connsiteY70" fmla="*/ 371550 h 5003808"/>
              <a:gd name="connsiteX71" fmla="*/ 6598943 w 12192000"/>
              <a:gd name="connsiteY71" fmla="*/ 372518 h 5003808"/>
              <a:gd name="connsiteX72" fmla="*/ 6604421 w 12192000"/>
              <a:gd name="connsiteY72" fmla="*/ 374645 h 5003808"/>
              <a:gd name="connsiteX73" fmla="*/ 6606035 w 12192000"/>
              <a:gd name="connsiteY73" fmla="*/ 378077 h 5003808"/>
              <a:gd name="connsiteX74" fmla="*/ 6607669 w 12192000"/>
              <a:gd name="connsiteY74" fmla="*/ 377798 h 5003808"/>
              <a:gd name="connsiteX75" fmla="*/ 6637532 w 12192000"/>
              <a:gd name="connsiteY75" fmla="*/ 388737 h 5003808"/>
              <a:gd name="connsiteX76" fmla="*/ 6706880 w 12192000"/>
              <a:gd name="connsiteY76" fmla="*/ 402993 h 5003808"/>
              <a:gd name="connsiteX77" fmla="*/ 6747500 w 12192000"/>
              <a:gd name="connsiteY77" fmla="*/ 406998 h 5003808"/>
              <a:gd name="connsiteX78" fmla="*/ 6857783 w 12192000"/>
              <a:gd name="connsiteY78" fmla="*/ 422517 h 5003808"/>
              <a:gd name="connsiteX79" fmla="*/ 6967720 w 12192000"/>
              <a:gd name="connsiteY79" fmla="*/ 441551 h 5003808"/>
              <a:gd name="connsiteX80" fmla="*/ 7018394 w 12192000"/>
              <a:gd name="connsiteY80" fmla="*/ 470443 h 5003808"/>
              <a:gd name="connsiteX81" fmla="*/ 7024679 w 12192000"/>
              <a:gd name="connsiteY81" fmla="*/ 471580 h 5003808"/>
              <a:gd name="connsiteX82" fmla="*/ 7041715 w 12192000"/>
              <a:gd name="connsiteY82" fmla="*/ 469732 h 5003808"/>
              <a:gd name="connsiteX83" fmla="*/ 7048103 w 12192000"/>
              <a:gd name="connsiteY83" fmla="*/ 468222 h 5003808"/>
              <a:gd name="connsiteX84" fmla="*/ 7057490 w 12192000"/>
              <a:gd name="connsiteY84" fmla="*/ 467747 h 5003808"/>
              <a:gd name="connsiteX85" fmla="*/ 7057730 w 12192000"/>
              <a:gd name="connsiteY85" fmla="*/ 467995 h 5003808"/>
              <a:gd name="connsiteX86" fmla="*/ 7066511 w 12192000"/>
              <a:gd name="connsiteY86" fmla="*/ 467044 h 5003808"/>
              <a:gd name="connsiteX87" fmla="*/ 7109401 w 12192000"/>
              <a:gd name="connsiteY87" fmla="*/ 459098 h 5003808"/>
              <a:gd name="connsiteX88" fmla="*/ 7166830 w 12192000"/>
              <a:gd name="connsiteY88" fmla="*/ 480867 h 5003808"/>
              <a:gd name="connsiteX89" fmla="*/ 7190442 w 12192000"/>
              <a:gd name="connsiteY89" fmla="*/ 483920 h 5003808"/>
              <a:gd name="connsiteX90" fmla="*/ 7203083 w 12192000"/>
              <a:gd name="connsiteY90" fmla="*/ 486936 h 5003808"/>
              <a:gd name="connsiteX91" fmla="*/ 7203894 w 12192000"/>
              <a:gd name="connsiteY91" fmla="*/ 488020 h 5003808"/>
              <a:gd name="connsiteX92" fmla="*/ 7245004 w 12192000"/>
              <a:gd name="connsiteY92" fmla="*/ 480274 h 5003808"/>
              <a:gd name="connsiteX93" fmla="*/ 7250514 w 12192000"/>
              <a:gd name="connsiteY93" fmla="*/ 481336 h 5003808"/>
              <a:gd name="connsiteX94" fmla="*/ 7277246 w 12192000"/>
              <a:gd name="connsiteY94" fmla="*/ 473612 h 5003808"/>
              <a:gd name="connsiteX95" fmla="*/ 7291092 w 12192000"/>
              <a:gd name="connsiteY95" fmla="*/ 471047 h 5003808"/>
              <a:gd name="connsiteX96" fmla="*/ 7294933 w 12192000"/>
              <a:gd name="connsiteY96" fmla="*/ 467379 h 5003808"/>
              <a:gd name="connsiteX97" fmla="*/ 7315408 w 12192000"/>
              <a:gd name="connsiteY97" fmla="*/ 465090 h 5003808"/>
              <a:gd name="connsiteX98" fmla="*/ 7317786 w 12192000"/>
              <a:gd name="connsiteY98" fmla="*/ 465936 h 5003808"/>
              <a:gd name="connsiteX99" fmla="*/ 7334572 w 12192000"/>
              <a:gd name="connsiteY99" fmla="*/ 459918 h 5003808"/>
              <a:gd name="connsiteX100" fmla="*/ 7348520 w 12192000"/>
              <a:gd name="connsiteY100" fmla="*/ 449880 h 5003808"/>
              <a:gd name="connsiteX101" fmla="*/ 7522997 w 12192000"/>
              <a:gd name="connsiteY101" fmla="*/ 446039 h 5003808"/>
              <a:gd name="connsiteX102" fmla="*/ 7686985 w 12192000"/>
              <a:gd name="connsiteY102" fmla="*/ 423635 h 5003808"/>
              <a:gd name="connsiteX103" fmla="*/ 7854068 w 12192000"/>
              <a:gd name="connsiteY103" fmla="*/ 413604 h 5003808"/>
              <a:gd name="connsiteX104" fmla="*/ 8034165 w 12192000"/>
              <a:gd name="connsiteY104" fmla="*/ 395529 h 5003808"/>
              <a:gd name="connsiteX105" fmla="*/ 8094381 w 12192000"/>
              <a:gd name="connsiteY105" fmla="*/ 399548 h 5003808"/>
              <a:gd name="connsiteX106" fmla="*/ 8146898 w 12192000"/>
              <a:gd name="connsiteY106" fmla="*/ 382388 h 5003808"/>
              <a:gd name="connsiteX107" fmla="*/ 8168993 w 12192000"/>
              <a:gd name="connsiteY107" fmla="*/ 388660 h 5003808"/>
              <a:gd name="connsiteX108" fmla="*/ 8172809 w 12192000"/>
              <a:gd name="connsiteY108" fmla="*/ 389967 h 5003808"/>
              <a:gd name="connsiteX109" fmla="*/ 8187962 w 12192000"/>
              <a:gd name="connsiteY109" fmla="*/ 390263 h 5003808"/>
              <a:gd name="connsiteX110" fmla="*/ 8192382 w 12192000"/>
              <a:gd name="connsiteY110" fmla="*/ 396522 h 5003808"/>
              <a:gd name="connsiteX111" fmla="*/ 8375192 w 12192000"/>
              <a:gd name="connsiteY111" fmla="*/ 387709 h 5003808"/>
              <a:gd name="connsiteX112" fmla="*/ 8454377 w 12192000"/>
              <a:gd name="connsiteY112" fmla="*/ 384161 h 5003808"/>
              <a:gd name="connsiteX113" fmla="*/ 8484740 w 12192000"/>
              <a:gd name="connsiteY113" fmla="*/ 388989 h 5003808"/>
              <a:gd name="connsiteX114" fmla="*/ 8601673 w 12192000"/>
              <a:gd name="connsiteY114" fmla="*/ 400931 h 5003808"/>
              <a:gd name="connsiteX115" fmla="*/ 8701676 w 12192000"/>
              <a:gd name="connsiteY115" fmla="*/ 405181 h 5003808"/>
              <a:gd name="connsiteX116" fmla="*/ 8773288 w 12192000"/>
              <a:gd name="connsiteY116" fmla="*/ 381907 h 5003808"/>
              <a:gd name="connsiteX117" fmla="*/ 8779909 w 12192000"/>
              <a:gd name="connsiteY117" fmla="*/ 386276 h 5003808"/>
              <a:gd name="connsiteX118" fmla="*/ 8829932 w 12192000"/>
              <a:gd name="connsiteY118" fmla="*/ 383073 h 5003808"/>
              <a:gd name="connsiteX119" fmla="*/ 9003386 w 12192000"/>
              <a:gd name="connsiteY119" fmla="*/ 340072 h 5003808"/>
              <a:gd name="connsiteX120" fmla="*/ 9101185 w 12192000"/>
              <a:gd name="connsiteY120" fmla="*/ 334692 h 5003808"/>
              <a:gd name="connsiteX121" fmla="*/ 9136185 w 12192000"/>
              <a:gd name="connsiteY121" fmla="*/ 337908 h 5003808"/>
              <a:gd name="connsiteX122" fmla="*/ 9194801 w 12192000"/>
              <a:gd name="connsiteY122" fmla="*/ 342979 h 5003808"/>
              <a:gd name="connsiteX123" fmla="*/ 9239316 w 12192000"/>
              <a:gd name="connsiteY123" fmla="*/ 359388 h 5003808"/>
              <a:gd name="connsiteX124" fmla="*/ 9288052 w 12192000"/>
              <a:gd name="connsiteY124" fmla="*/ 358626 h 5003808"/>
              <a:gd name="connsiteX125" fmla="*/ 9298465 w 12192000"/>
              <a:gd name="connsiteY125" fmla="*/ 342126 h 5003808"/>
              <a:gd name="connsiteX126" fmla="*/ 9350892 w 12192000"/>
              <a:gd name="connsiteY126" fmla="*/ 346608 h 5003808"/>
              <a:gd name="connsiteX127" fmla="*/ 9430522 w 12192000"/>
              <a:gd name="connsiteY127" fmla="*/ 355198 h 5003808"/>
              <a:gd name="connsiteX128" fmla="*/ 9476215 w 12192000"/>
              <a:gd name="connsiteY128" fmla="*/ 355937 h 5003808"/>
              <a:gd name="connsiteX129" fmla="*/ 9601276 w 12192000"/>
              <a:gd name="connsiteY129" fmla="*/ 362534 h 5003808"/>
              <a:gd name="connsiteX130" fmla="*/ 9726733 w 12192000"/>
              <a:gd name="connsiteY130" fmla="*/ 372631 h 5003808"/>
              <a:gd name="connsiteX131" fmla="*/ 9802144 w 12192000"/>
              <a:gd name="connsiteY131" fmla="*/ 398309 h 5003808"/>
              <a:gd name="connsiteX132" fmla="*/ 9905153 w 12192000"/>
              <a:gd name="connsiteY132" fmla="*/ 404480 h 5003808"/>
              <a:gd name="connsiteX133" fmla="*/ 9922553 w 12192000"/>
              <a:gd name="connsiteY133" fmla="*/ 408399 h 5003808"/>
              <a:gd name="connsiteX134" fmla="*/ 10044658 w 12192000"/>
              <a:gd name="connsiteY134" fmla="*/ 421907 h 5003808"/>
              <a:gd name="connsiteX135" fmla="*/ 10184585 w 12192000"/>
              <a:gd name="connsiteY135" fmla="*/ 410968 h 5003808"/>
              <a:gd name="connsiteX136" fmla="*/ 10366435 w 12192000"/>
              <a:gd name="connsiteY136" fmla="*/ 466258 h 5003808"/>
              <a:gd name="connsiteX137" fmla="*/ 10688220 w 12192000"/>
              <a:gd name="connsiteY137" fmla="*/ 546088 h 5003808"/>
              <a:gd name="connsiteX138" fmla="*/ 11026690 w 12192000"/>
              <a:gd name="connsiteY138" fmla="*/ 554511 h 5003808"/>
              <a:gd name="connsiteX139" fmla="*/ 11113779 w 12192000"/>
              <a:gd name="connsiteY139" fmla="*/ 537698 h 5003808"/>
              <a:gd name="connsiteX140" fmla="*/ 11369556 w 12192000"/>
              <a:gd name="connsiteY140" fmla="*/ 495549 h 5003808"/>
              <a:gd name="connsiteX141" fmla="*/ 11623342 w 12192000"/>
              <a:gd name="connsiteY141" fmla="*/ 392258 h 5003808"/>
              <a:gd name="connsiteX142" fmla="*/ 11786511 w 12192000"/>
              <a:gd name="connsiteY142" fmla="*/ 362220 h 5003808"/>
              <a:gd name="connsiteX143" fmla="*/ 11862577 w 12192000"/>
              <a:gd name="connsiteY143" fmla="*/ 334379 h 5003808"/>
              <a:gd name="connsiteX144" fmla="*/ 11916612 w 12192000"/>
              <a:gd name="connsiteY144" fmla="*/ 327640 h 5003808"/>
              <a:gd name="connsiteX145" fmla="*/ 11948830 w 12192000"/>
              <a:gd name="connsiteY145" fmla="*/ 321892 h 5003808"/>
              <a:gd name="connsiteX146" fmla="*/ 12001583 w 12192000"/>
              <a:gd name="connsiteY146" fmla="*/ 283473 h 5003808"/>
              <a:gd name="connsiteX147" fmla="*/ 12174977 w 12192000"/>
              <a:gd name="connsiteY147" fmla="*/ 268482 h 5003808"/>
              <a:gd name="connsiteX148" fmla="*/ 12192000 w 12192000"/>
              <a:gd name="connsiteY148" fmla="*/ 260379 h 5003808"/>
              <a:gd name="connsiteX149" fmla="*/ 12192000 w 12192000"/>
              <a:gd name="connsiteY149" fmla="*/ 5003808 h 5003808"/>
              <a:gd name="connsiteX150" fmla="*/ 0 w 12192000"/>
              <a:gd name="connsiteY150" fmla="*/ 5003808 h 5003808"/>
              <a:gd name="connsiteX151" fmla="*/ 0 w 12192000"/>
              <a:gd name="connsiteY151" fmla="*/ 621279 h 5003808"/>
              <a:gd name="connsiteX152" fmla="*/ 11075 w 12192000"/>
              <a:gd name="connsiteY152" fmla="*/ 619008 h 5003808"/>
              <a:gd name="connsiteX153" fmla="*/ 44061 w 12192000"/>
              <a:gd name="connsiteY153" fmla="*/ 612426 h 5003808"/>
              <a:gd name="connsiteX154" fmla="*/ 136694 w 12192000"/>
              <a:gd name="connsiteY154" fmla="*/ 560245 h 5003808"/>
              <a:gd name="connsiteX155" fmla="*/ 170342 w 12192000"/>
              <a:gd name="connsiteY155" fmla="*/ 554907 h 5003808"/>
              <a:gd name="connsiteX156" fmla="*/ 168955 w 12192000"/>
              <a:gd name="connsiteY156" fmla="*/ 545994 h 5003808"/>
              <a:gd name="connsiteX157" fmla="*/ 181474 w 12192000"/>
              <a:gd name="connsiteY157" fmla="*/ 545111 h 5003808"/>
              <a:gd name="connsiteX158" fmla="*/ 209440 w 12192000"/>
              <a:gd name="connsiteY158" fmla="*/ 544391 h 5003808"/>
              <a:gd name="connsiteX159" fmla="*/ 293152 w 12192000"/>
              <a:gd name="connsiteY159" fmla="*/ 540406 h 5003808"/>
              <a:gd name="connsiteX160" fmla="*/ 315693 w 12192000"/>
              <a:gd name="connsiteY160" fmla="*/ 522860 h 5003808"/>
              <a:gd name="connsiteX161" fmla="*/ 337305 w 12192000"/>
              <a:gd name="connsiteY161" fmla="*/ 522202 h 5003808"/>
              <a:gd name="connsiteX162" fmla="*/ 462252 w 12192000"/>
              <a:gd name="connsiteY162" fmla="*/ 496981 h 5003808"/>
              <a:gd name="connsiteX163" fmla="*/ 479457 w 12192000"/>
              <a:gd name="connsiteY163" fmla="*/ 494953 h 5003808"/>
              <a:gd name="connsiteX164" fmla="*/ 488653 w 12192000"/>
              <a:gd name="connsiteY164" fmla="*/ 487087 h 5003808"/>
              <a:gd name="connsiteX165" fmla="*/ 522053 w 12192000"/>
              <a:gd name="connsiteY165" fmla="*/ 484955 h 5003808"/>
              <a:gd name="connsiteX166" fmla="*/ 523520 w 12192000"/>
              <a:gd name="connsiteY166" fmla="*/ 480543 h 5003808"/>
              <a:gd name="connsiteX167" fmla="*/ 632714 w 12192000"/>
              <a:gd name="connsiteY167" fmla="*/ 440931 h 5003808"/>
              <a:gd name="connsiteX168" fmla="*/ 651426 w 12192000"/>
              <a:gd name="connsiteY168" fmla="*/ 434374 h 5003808"/>
              <a:gd name="connsiteX169" fmla="*/ 667724 w 12192000"/>
              <a:gd name="connsiteY169" fmla="*/ 435968 h 5003808"/>
              <a:gd name="connsiteX170" fmla="*/ 757679 w 12192000"/>
              <a:gd name="connsiteY170" fmla="*/ 428975 h 5003808"/>
              <a:gd name="connsiteX171" fmla="*/ 779159 w 12192000"/>
              <a:gd name="connsiteY171" fmla="*/ 431889 h 5003808"/>
              <a:gd name="connsiteX172" fmla="*/ 788293 w 12192000"/>
              <a:gd name="connsiteY172" fmla="*/ 438693 h 5003808"/>
              <a:gd name="connsiteX173" fmla="*/ 822923 w 12192000"/>
              <a:gd name="connsiteY173" fmla="*/ 424904 h 5003808"/>
              <a:gd name="connsiteX174" fmla="*/ 876559 w 12192000"/>
              <a:gd name="connsiteY174" fmla="*/ 414918 h 5003808"/>
              <a:gd name="connsiteX175" fmla="*/ 902011 w 12192000"/>
              <a:gd name="connsiteY175" fmla="*/ 407948 h 5003808"/>
              <a:gd name="connsiteX176" fmla="*/ 922715 w 12192000"/>
              <a:gd name="connsiteY176" fmla="*/ 411529 h 5003808"/>
              <a:gd name="connsiteX177" fmla="*/ 1040139 w 12192000"/>
              <a:gd name="connsiteY177" fmla="*/ 410420 h 5003808"/>
              <a:gd name="connsiteX178" fmla="*/ 1067251 w 12192000"/>
              <a:gd name="connsiteY178" fmla="*/ 416214 h 5003808"/>
              <a:gd name="connsiteX179" fmla="*/ 1080272 w 12192000"/>
              <a:gd name="connsiteY179" fmla="*/ 428499 h 5003808"/>
              <a:gd name="connsiteX180" fmla="*/ 1090219 w 12192000"/>
              <a:gd name="connsiteY180" fmla="*/ 423856 h 5003808"/>
              <a:gd name="connsiteX181" fmla="*/ 1161226 w 12192000"/>
              <a:gd name="connsiteY181" fmla="*/ 422134 h 5003808"/>
              <a:gd name="connsiteX182" fmla="*/ 1207525 w 12192000"/>
              <a:gd name="connsiteY182" fmla="*/ 419869 h 5003808"/>
              <a:gd name="connsiteX183" fmla="*/ 1210030 w 12192000"/>
              <a:gd name="connsiteY183" fmla="*/ 402635 h 5003808"/>
              <a:gd name="connsiteX184" fmla="*/ 1251170 w 12192000"/>
              <a:gd name="connsiteY184" fmla="*/ 395772 h 5003808"/>
              <a:gd name="connsiteX185" fmla="*/ 1295331 w 12192000"/>
              <a:gd name="connsiteY185" fmla="*/ 406012 h 5003808"/>
              <a:gd name="connsiteX186" fmla="*/ 1347118 w 12192000"/>
              <a:gd name="connsiteY186" fmla="*/ 403534 h 5003808"/>
              <a:gd name="connsiteX187" fmla="*/ 1378108 w 12192000"/>
              <a:gd name="connsiteY187" fmla="*/ 402240 h 5003808"/>
              <a:gd name="connsiteX188" fmla="*/ 1459192 w 12192000"/>
              <a:gd name="connsiteY188" fmla="*/ 384749 h 5003808"/>
              <a:gd name="connsiteX189" fmla="*/ 1590120 w 12192000"/>
              <a:gd name="connsiteY189" fmla="*/ 321438 h 5003808"/>
              <a:gd name="connsiteX190" fmla="*/ 1631417 w 12192000"/>
              <a:gd name="connsiteY190" fmla="*/ 312057 h 5003808"/>
              <a:gd name="connsiteX191" fmla="*/ 1638727 w 12192000"/>
              <a:gd name="connsiteY191" fmla="*/ 315440 h 5003808"/>
              <a:gd name="connsiteX192" fmla="*/ 1844438 w 12192000"/>
              <a:gd name="connsiteY192" fmla="*/ 275134 h 5003808"/>
              <a:gd name="connsiteX193" fmla="*/ 1881324 w 12192000"/>
              <a:gd name="connsiteY193" fmla="*/ 272327 h 5003808"/>
              <a:gd name="connsiteX194" fmla="*/ 1908999 w 12192000"/>
              <a:gd name="connsiteY194" fmla="*/ 273168 h 5003808"/>
              <a:gd name="connsiteX195" fmla="*/ 1974956 w 12192000"/>
              <a:gd name="connsiteY195" fmla="*/ 259788 h 5003808"/>
              <a:gd name="connsiteX196" fmla="*/ 2082409 w 12192000"/>
              <a:gd name="connsiteY196" fmla="*/ 231120 h 5003808"/>
              <a:gd name="connsiteX197" fmla="*/ 2105639 w 12192000"/>
              <a:gd name="connsiteY197" fmla="*/ 226478 h 5003808"/>
              <a:gd name="connsiteX198" fmla="*/ 2126992 w 12192000"/>
              <a:gd name="connsiteY198" fmla="*/ 228298 h 5003808"/>
              <a:gd name="connsiteX199" fmla="*/ 2133154 w 12192000"/>
              <a:gd name="connsiteY199" fmla="*/ 233782 h 5003808"/>
              <a:gd name="connsiteX200" fmla="*/ 2146154 w 12192000"/>
              <a:gd name="connsiteY200" fmla="*/ 232162 h 5003808"/>
              <a:gd name="connsiteX201" fmla="*/ 2149901 w 12192000"/>
              <a:gd name="connsiteY201" fmla="*/ 232946 h 5003808"/>
              <a:gd name="connsiteX202" fmla="*/ 2171100 w 12192000"/>
              <a:gd name="connsiteY202" fmla="*/ 236219 h 5003808"/>
              <a:gd name="connsiteX203" fmla="*/ 2209148 w 12192000"/>
              <a:gd name="connsiteY203" fmla="*/ 213055 h 5003808"/>
              <a:gd name="connsiteX204" fmla="*/ 2261889 w 12192000"/>
              <a:gd name="connsiteY204" fmla="*/ 209362 h 5003808"/>
              <a:gd name="connsiteX205" fmla="*/ 2452315 w 12192000"/>
              <a:gd name="connsiteY205" fmla="*/ 156729 h 5003808"/>
              <a:gd name="connsiteX206" fmla="*/ 2487710 w 12192000"/>
              <a:gd name="connsiteY206" fmla="*/ 173097 h 5003808"/>
              <a:gd name="connsiteX207" fmla="*/ 2567870 w 12192000"/>
              <a:gd name="connsiteY207" fmla="*/ 160252 h 5003808"/>
              <a:gd name="connsiteX208" fmla="*/ 2677053 w 12192000"/>
              <a:gd name="connsiteY208" fmla="*/ 96343 h 5003808"/>
              <a:gd name="connsiteX209" fmla="*/ 2823914 w 12192000"/>
              <a:gd name="connsiteY209" fmla="*/ 70697 h 5003808"/>
              <a:gd name="connsiteX210" fmla="*/ 2831912 w 12192000"/>
              <a:gd name="connsiteY210" fmla="*/ 59256 h 5003808"/>
              <a:gd name="connsiteX211" fmla="*/ 2843870 w 12192000"/>
              <a:gd name="connsiteY211" fmla="*/ 51337 h 5003808"/>
              <a:gd name="connsiteX212" fmla="*/ 2846217 w 12192000"/>
              <a:gd name="connsiteY212" fmla="*/ 51855 h 5003808"/>
              <a:gd name="connsiteX213" fmla="*/ 2862745 w 12192000"/>
              <a:gd name="connsiteY213" fmla="*/ 47072 h 5003808"/>
              <a:gd name="connsiteX214" fmla="*/ 2864596 w 12192000"/>
              <a:gd name="connsiteY214" fmla="*/ 43048 h 5003808"/>
              <a:gd name="connsiteX215" fmla="*/ 2875381 w 12192000"/>
              <a:gd name="connsiteY215" fmla="*/ 38833 h 5003808"/>
              <a:gd name="connsiteX216" fmla="*/ 2895139 w 12192000"/>
              <a:gd name="connsiteY216" fmla="*/ 28016 h 5003808"/>
              <a:gd name="connsiteX217" fmla="*/ 2900232 w 12192000"/>
              <a:gd name="connsiteY217" fmla="*/ 28348 h 5003808"/>
              <a:gd name="connsiteX218" fmla="*/ 2932205 w 12192000"/>
              <a:gd name="connsiteY218" fmla="*/ 15703 h 5003808"/>
              <a:gd name="connsiteX219" fmla="*/ 2933310 w 12192000"/>
              <a:gd name="connsiteY219" fmla="*/ 16646 h 5003808"/>
              <a:gd name="connsiteX220" fmla="*/ 2945218 w 12192000"/>
              <a:gd name="connsiteY220" fmla="*/ 17971 h 5003808"/>
              <a:gd name="connsiteX221" fmla="*/ 2966465 w 12192000"/>
              <a:gd name="connsiteY221" fmla="*/ 17947 h 5003808"/>
              <a:gd name="connsiteX222" fmla="*/ 3023668 w 12192000"/>
              <a:gd name="connsiteY222" fmla="*/ 31735 h 5003808"/>
              <a:gd name="connsiteX223" fmla="*/ 3057077 w 12192000"/>
              <a:gd name="connsiteY223" fmla="*/ 18675 h 5003808"/>
              <a:gd name="connsiteX224" fmla="*/ 3151915 w 12192000"/>
              <a:gd name="connsiteY224" fmla="*/ 15073 h 5003808"/>
              <a:gd name="connsiteX225" fmla="*/ 3251671 w 12192000"/>
              <a:gd name="connsiteY225" fmla="*/ 35405 h 5003808"/>
              <a:gd name="connsiteX226" fmla="*/ 3351400 w 12192000"/>
              <a:gd name="connsiteY226" fmla="*/ 36517 h 5003808"/>
              <a:gd name="connsiteX227" fmla="*/ 3387481 w 12192000"/>
              <a:gd name="connsiteY227" fmla="*/ 35273 h 5003808"/>
              <a:gd name="connsiteX228" fmla="*/ 3451923 w 12192000"/>
              <a:gd name="connsiteY228" fmla="*/ 40312 h 5003808"/>
              <a:gd name="connsiteX229" fmla="*/ 3481520 w 12192000"/>
              <a:gd name="connsiteY229" fmla="*/ 47117 h 5003808"/>
              <a:gd name="connsiteX230" fmla="*/ 3482804 w 12192000"/>
              <a:gd name="connsiteY230" fmla="*/ 46642 h 5003808"/>
              <a:gd name="connsiteX231" fmla="*/ 3485495 w 12192000"/>
              <a:gd name="connsiteY231" fmla="*/ 49751 h 5003808"/>
              <a:gd name="connsiteX232" fmla="*/ 3490972 w 12192000"/>
              <a:gd name="connsiteY232" fmla="*/ 51116 h 5003808"/>
              <a:gd name="connsiteX233" fmla="*/ 3505835 w 12192000"/>
              <a:gd name="connsiteY233" fmla="*/ 49907 h 5003808"/>
              <a:gd name="connsiteX234" fmla="*/ 3511410 w 12192000"/>
              <a:gd name="connsiteY234" fmla="*/ 48638 h 5003808"/>
              <a:gd name="connsiteX235" fmla="*/ 3519598 w 12192000"/>
              <a:gd name="connsiteY235" fmla="*/ 48513 h 5003808"/>
              <a:gd name="connsiteX236" fmla="*/ 3519807 w 12192000"/>
              <a:gd name="connsiteY236" fmla="*/ 48768 h 5003808"/>
              <a:gd name="connsiteX237" fmla="*/ 3527466 w 12192000"/>
              <a:gd name="connsiteY237" fmla="*/ 48146 h 5003808"/>
              <a:gd name="connsiteX238" fmla="*/ 3564889 w 12192000"/>
              <a:gd name="connsiteY238" fmla="*/ 41820 h 5003808"/>
              <a:gd name="connsiteX239" fmla="*/ 3614922 w 12192000"/>
              <a:gd name="connsiteY239" fmla="*/ 65634 h 5003808"/>
              <a:gd name="connsiteX240" fmla="*/ 3635506 w 12192000"/>
              <a:gd name="connsiteY240" fmla="*/ 69548 h 5003808"/>
              <a:gd name="connsiteX241" fmla="*/ 3646525 w 12192000"/>
              <a:gd name="connsiteY241" fmla="*/ 73023 h 5003808"/>
              <a:gd name="connsiteX242" fmla="*/ 3647224 w 12192000"/>
              <a:gd name="connsiteY242" fmla="*/ 74133 h 5003808"/>
              <a:gd name="connsiteX243" fmla="*/ 3683100 w 12192000"/>
              <a:gd name="connsiteY243" fmla="*/ 67939 h 5003808"/>
              <a:gd name="connsiteX244" fmla="*/ 3687901 w 12192000"/>
              <a:gd name="connsiteY244" fmla="*/ 69202 h 5003808"/>
              <a:gd name="connsiteX245" fmla="*/ 3711234 w 12192000"/>
              <a:gd name="connsiteY245" fmla="*/ 62495 h 5003808"/>
              <a:gd name="connsiteX246" fmla="*/ 3723318 w 12192000"/>
              <a:gd name="connsiteY246" fmla="*/ 60455 h 5003808"/>
              <a:gd name="connsiteX247" fmla="*/ 3726677 w 12192000"/>
              <a:gd name="connsiteY247" fmla="*/ 56942 h 5003808"/>
              <a:gd name="connsiteX248" fmla="*/ 3744535 w 12192000"/>
              <a:gd name="connsiteY248" fmla="*/ 55420 h 5003808"/>
              <a:gd name="connsiteX249" fmla="*/ 3746608 w 12192000"/>
              <a:gd name="connsiteY249" fmla="*/ 56352 h 5003808"/>
              <a:gd name="connsiteX250" fmla="*/ 3761262 w 12192000"/>
              <a:gd name="connsiteY250" fmla="*/ 50977 h 5003808"/>
              <a:gd name="connsiteX251" fmla="*/ 3773451 w 12192000"/>
              <a:gd name="connsiteY251" fmla="*/ 41496 h 5003808"/>
              <a:gd name="connsiteX252" fmla="*/ 3925626 w 12192000"/>
              <a:gd name="connsiteY252" fmla="*/ 44131 h 5003808"/>
              <a:gd name="connsiteX253" fmla="*/ 4056184 w 12192000"/>
              <a:gd name="connsiteY253" fmla="*/ 3115 h 5003808"/>
              <a:gd name="connsiteX0" fmla="*/ 4056184 w 12192000"/>
              <a:gd name="connsiteY0" fmla="*/ 3115 h 5003808"/>
              <a:gd name="connsiteX1" fmla="*/ 4138795 w 12192000"/>
              <a:gd name="connsiteY1" fmla="*/ 5658 h 5003808"/>
              <a:gd name="connsiteX2" fmla="*/ 4166706 w 12192000"/>
              <a:gd name="connsiteY2" fmla="*/ 27903 h 5003808"/>
              <a:gd name="connsiteX3" fmla="*/ 4371550 w 12192000"/>
              <a:gd name="connsiteY3" fmla="*/ 12746 h 5003808"/>
              <a:gd name="connsiteX4" fmla="*/ 4424056 w 12192000"/>
              <a:gd name="connsiteY4" fmla="*/ 18981 h 5003808"/>
              <a:gd name="connsiteX5" fmla="*/ 4469897 w 12192000"/>
              <a:gd name="connsiteY5" fmla="*/ 3830 h 5003808"/>
              <a:gd name="connsiteX6" fmla="*/ 4489151 w 12192000"/>
              <a:gd name="connsiteY6" fmla="*/ 10897 h 5003808"/>
              <a:gd name="connsiteX7" fmla="*/ 4492479 w 12192000"/>
              <a:gd name="connsiteY7" fmla="*/ 12342 h 5003808"/>
              <a:gd name="connsiteX8" fmla="*/ 4505693 w 12192000"/>
              <a:gd name="connsiteY8" fmla="*/ 13196 h 5003808"/>
              <a:gd name="connsiteX9" fmla="*/ 4509529 w 12192000"/>
              <a:gd name="connsiteY9" fmla="*/ 19597 h 5003808"/>
              <a:gd name="connsiteX10" fmla="*/ 4529499 w 12192000"/>
              <a:gd name="connsiteY10" fmla="*/ 25299 h 5003808"/>
              <a:gd name="connsiteX11" fmla="*/ 4553795 w 12192000"/>
              <a:gd name="connsiteY11" fmla="*/ 25153 h 5003808"/>
              <a:gd name="connsiteX12" fmla="*/ 4640118 w 12192000"/>
              <a:gd name="connsiteY12" fmla="*/ 25311 h 5003808"/>
              <a:gd name="connsiteX13" fmla="*/ 4654127 w 12192000"/>
              <a:gd name="connsiteY13" fmla="*/ 21564 h 5003808"/>
              <a:gd name="connsiteX14" fmla="*/ 4700168 w 12192000"/>
              <a:gd name="connsiteY14" fmla="*/ 26565 h 5003808"/>
              <a:gd name="connsiteX15" fmla="*/ 4741127 w 12192000"/>
              <a:gd name="connsiteY15" fmla="*/ 27139 h 5003808"/>
              <a:gd name="connsiteX16" fmla="*/ 4767598 w 12192000"/>
              <a:gd name="connsiteY16" fmla="*/ 23884 h 5003808"/>
              <a:gd name="connsiteX17" fmla="*/ 4774592 w 12192000"/>
              <a:gd name="connsiteY17" fmla="*/ 26061 h 5003808"/>
              <a:gd name="connsiteX18" fmla="*/ 4801328 w 12192000"/>
              <a:gd name="connsiteY18" fmla="*/ 27066 h 5003808"/>
              <a:gd name="connsiteX19" fmla="*/ 4814870 w 12192000"/>
              <a:gd name="connsiteY19" fmla="*/ 23409 h 5003808"/>
              <a:gd name="connsiteX20" fmla="*/ 4828440 w 12192000"/>
              <a:gd name="connsiteY20" fmla="*/ 31027 h 5003808"/>
              <a:gd name="connsiteX21" fmla="*/ 4831826 w 12192000"/>
              <a:gd name="connsiteY21" fmla="*/ 36730 h 5003808"/>
              <a:gd name="connsiteX22" fmla="*/ 4850785 w 12192000"/>
              <a:gd name="connsiteY22" fmla="*/ 33802 h 5003808"/>
              <a:gd name="connsiteX23" fmla="*/ 4866468 w 12192000"/>
              <a:gd name="connsiteY23" fmla="*/ 39151 h 5003808"/>
              <a:gd name="connsiteX24" fmla="*/ 4879983 w 12192000"/>
              <a:gd name="connsiteY24" fmla="*/ 35227 h 5003808"/>
              <a:gd name="connsiteX25" fmla="*/ 4885635 w 12192000"/>
              <a:gd name="connsiteY25" fmla="*/ 35954 h 5003808"/>
              <a:gd name="connsiteX26" fmla="*/ 4899698 w 12192000"/>
              <a:gd name="connsiteY26" fmla="*/ 38488 h 5003808"/>
              <a:gd name="connsiteX27" fmla="*/ 4923986 w 12192000"/>
              <a:gd name="connsiteY27" fmla="*/ 44244 h 5003808"/>
              <a:gd name="connsiteX28" fmla="*/ 4931544 w 12192000"/>
              <a:gd name="connsiteY28" fmla="*/ 44970 h 5003808"/>
              <a:gd name="connsiteX29" fmla="*/ 4948135 w 12192000"/>
              <a:gd name="connsiteY29" fmla="*/ 54141 h 5003808"/>
              <a:gd name="connsiteX30" fmla="*/ 4980068 w 12192000"/>
              <a:gd name="connsiteY30" fmla="*/ 61664 h 5003808"/>
              <a:gd name="connsiteX31" fmla="*/ 5036541 w 12192000"/>
              <a:gd name="connsiteY31" fmla="*/ 88905 h 5003808"/>
              <a:gd name="connsiteX32" fmla="*/ 5069678 w 12192000"/>
              <a:gd name="connsiteY32" fmla="*/ 101791 h 5003808"/>
              <a:gd name="connsiteX33" fmla="*/ 5092160 w 12192000"/>
              <a:gd name="connsiteY33" fmla="*/ 113815 h 5003808"/>
              <a:gd name="connsiteX34" fmla="*/ 5158166 w 12192000"/>
              <a:gd name="connsiteY34" fmla="*/ 130180 h 5003808"/>
              <a:gd name="connsiteX35" fmla="*/ 5271252 w 12192000"/>
              <a:gd name="connsiteY35" fmla="*/ 151350 h 5003808"/>
              <a:gd name="connsiteX36" fmla="*/ 5294438 w 12192000"/>
              <a:gd name="connsiteY36" fmla="*/ 157168 h 5003808"/>
              <a:gd name="connsiteX37" fmla="*/ 5310840 w 12192000"/>
              <a:gd name="connsiteY37" fmla="*/ 167381 h 5003808"/>
              <a:gd name="connsiteX38" fmla="*/ 5311570 w 12192000"/>
              <a:gd name="connsiteY38" fmla="*/ 174293 h 5003808"/>
              <a:gd name="connsiteX39" fmla="*/ 5323756 w 12192000"/>
              <a:gd name="connsiteY39" fmla="*/ 178330 h 5003808"/>
              <a:gd name="connsiteX40" fmla="*/ 5326259 w 12192000"/>
              <a:gd name="connsiteY40" fmla="*/ 180492 h 5003808"/>
              <a:gd name="connsiteX41" fmla="*/ 5341357 w 12192000"/>
              <a:gd name="connsiteY41" fmla="*/ 191805 h 5003808"/>
              <a:gd name="connsiteX42" fmla="*/ 5391908 w 12192000"/>
              <a:gd name="connsiteY42" fmla="*/ 188903 h 5003808"/>
              <a:gd name="connsiteX43" fmla="*/ 5439031 w 12192000"/>
              <a:gd name="connsiteY43" fmla="*/ 207587 h 5003808"/>
              <a:gd name="connsiteX44" fmla="*/ 5640913 w 12192000"/>
              <a:gd name="connsiteY44" fmla="*/ 243640 h 5003808"/>
              <a:gd name="connsiteX45" fmla="*/ 5657312 w 12192000"/>
              <a:gd name="connsiteY45" fmla="*/ 271238 h 5003808"/>
              <a:gd name="connsiteX46" fmla="*/ 5877770 w 12192000"/>
              <a:gd name="connsiteY46" fmla="*/ 287577 h 5003808"/>
              <a:gd name="connsiteX47" fmla="*/ 5989615 w 12192000"/>
              <a:gd name="connsiteY47" fmla="*/ 310275 h 5003808"/>
              <a:gd name="connsiteX48" fmla="*/ 5996857 w 12192000"/>
              <a:gd name="connsiteY48" fmla="*/ 314161 h 5003808"/>
              <a:gd name="connsiteX49" fmla="*/ 6037387 w 12192000"/>
              <a:gd name="connsiteY49" fmla="*/ 303138 h 5003808"/>
              <a:gd name="connsiteX50" fmla="*/ 6113074 w 12192000"/>
              <a:gd name="connsiteY50" fmla="*/ 316457 h 5003808"/>
              <a:gd name="connsiteX51" fmla="*/ 6280929 w 12192000"/>
              <a:gd name="connsiteY51" fmla="*/ 341056 h 5003808"/>
              <a:gd name="connsiteX52" fmla="*/ 6298665 w 12192000"/>
              <a:gd name="connsiteY52" fmla="*/ 333543 h 5003808"/>
              <a:gd name="connsiteX53" fmla="*/ 6317326 w 12192000"/>
              <a:gd name="connsiteY53" fmla="*/ 330406 h 5003808"/>
              <a:gd name="connsiteX54" fmla="*/ 6319212 w 12192000"/>
              <a:gd name="connsiteY54" fmla="*/ 331616 h 5003808"/>
              <a:gd name="connsiteX55" fmla="*/ 6339724 w 12192000"/>
              <a:gd name="connsiteY55" fmla="*/ 332710 h 5003808"/>
              <a:gd name="connsiteX56" fmla="*/ 6345010 w 12192000"/>
              <a:gd name="connsiteY56" fmla="*/ 329760 h 5003808"/>
              <a:gd name="connsiteX57" fmla="*/ 6359332 w 12192000"/>
              <a:gd name="connsiteY57" fmla="*/ 329511 h 5003808"/>
              <a:gd name="connsiteX58" fmla="*/ 6388220 w 12192000"/>
              <a:gd name="connsiteY58" fmla="*/ 326326 h 5003808"/>
              <a:gd name="connsiteX59" fmla="*/ 6392994 w 12192000"/>
              <a:gd name="connsiteY59" fmla="*/ 328256 h 5003808"/>
              <a:gd name="connsiteX60" fmla="*/ 6435581 w 12192000"/>
              <a:gd name="connsiteY60" fmla="*/ 327387 h 5003808"/>
              <a:gd name="connsiteX61" fmla="*/ 6435870 w 12192000"/>
              <a:gd name="connsiteY61" fmla="*/ 328575 h 5003808"/>
              <a:gd name="connsiteX62" fmla="*/ 6446571 w 12192000"/>
              <a:gd name="connsiteY62" fmla="*/ 333569 h 5003808"/>
              <a:gd name="connsiteX63" fmla="*/ 6467701 w 12192000"/>
              <a:gd name="connsiteY63" fmla="*/ 340377 h 5003808"/>
              <a:gd name="connsiteX64" fmla="*/ 6512727 w 12192000"/>
              <a:gd name="connsiteY64" fmla="*/ 370917 h 5003808"/>
              <a:gd name="connsiteX65" fmla="*/ 6557094 w 12192000"/>
              <a:gd name="connsiteY65" fmla="*/ 370144 h 5003808"/>
              <a:gd name="connsiteX66" fmla="*/ 6565879 w 12192000"/>
              <a:gd name="connsiteY66" fmla="*/ 370642 h 5003808"/>
              <a:gd name="connsiteX67" fmla="*/ 6565997 w 12192000"/>
              <a:gd name="connsiteY67" fmla="*/ 370922 h 5003808"/>
              <a:gd name="connsiteX68" fmla="*/ 6575147 w 12192000"/>
              <a:gd name="connsiteY68" fmla="*/ 371986 h 5003808"/>
              <a:gd name="connsiteX69" fmla="*/ 6581899 w 12192000"/>
              <a:gd name="connsiteY69" fmla="*/ 371550 h 5003808"/>
              <a:gd name="connsiteX70" fmla="*/ 6598943 w 12192000"/>
              <a:gd name="connsiteY70" fmla="*/ 372518 h 5003808"/>
              <a:gd name="connsiteX71" fmla="*/ 6604421 w 12192000"/>
              <a:gd name="connsiteY71" fmla="*/ 374645 h 5003808"/>
              <a:gd name="connsiteX72" fmla="*/ 6606035 w 12192000"/>
              <a:gd name="connsiteY72" fmla="*/ 378077 h 5003808"/>
              <a:gd name="connsiteX73" fmla="*/ 6607669 w 12192000"/>
              <a:gd name="connsiteY73" fmla="*/ 377798 h 5003808"/>
              <a:gd name="connsiteX74" fmla="*/ 6637532 w 12192000"/>
              <a:gd name="connsiteY74" fmla="*/ 388737 h 5003808"/>
              <a:gd name="connsiteX75" fmla="*/ 6706880 w 12192000"/>
              <a:gd name="connsiteY75" fmla="*/ 402993 h 5003808"/>
              <a:gd name="connsiteX76" fmla="*/ 6747500 w 12192000"/>
              <a:gd name="connsiteY76" fmla="*/ 406998 h 5003808"/>
              <a:gd name="connsiteX77" fmla="*/ 6857783 w 12192000"/>
              <a:gd name="connsiteY77" fmla="*/ 422517 h 5003808"/>
              <a:gd name="connsiteX78" fmla="*/ 6967720 w 12192000"/>
              <a:gd name="connsiteY78" fmla="*/ 441551 h 5003808"/>
              <a:gd name="connsiteX79" fmla="*/ 7018394 w 12192000"/>
              <a:gd name="connsiteY79" fmla="*/ 470443 h 5003808"/>
              <a:gd name="connsiteX80" fmla="*/ 7024679 w 12192000"/>
              <a:gd name="connsiteY80" fmla="*/ 471580 h 5003808"/>
              <a:gd name="connsiteX81" fmla="*/ 7041715 w 12192000"/>
              <a:gd name="connsiteY81" fmla="*/ 469732 h 5003808"/>
              <a:gd name="connsiteX82" fmla="*/ 7048103 w 12192000"/>
              <a:gd name="connsiteY82" fmla="*/ 468222 h 5003808"/>
              <a:gd name="connsiteX83" fmla="*/ 7057490 w 12192000"/>
              <a:gd name="connsiteY83" fmla="*/ 467747 h 5003808"/>
              <a:gd name="connsiteX84" fmla="*/ 7057730 w 12192000"/>
              <a:gd name="connsiteY84" fmla="*/ 467995 h 5003808"/>
              <a:gd name="connsiteX85" fmla="*/ 7066511 w 12192000"/>
              <a:gd name="connsiteY85" fmla="*/ 467044 h 5003808"/>
              <a:gd name="connsiteX86" fmla="*/ 7109401 w 12192000"/>
              <a:gd name="connsiteY86" fmla="*/ 459098 h 5003808"/>
              <a:gd name="connsiteX87" fmla="*/ 7166830 w 12192000"/>
              <a:gd name="connsiteY87" fmla="*/ 480867 h 5003808"/>
              <a:gd name="connsiteX88" fmla="*/ 7190442 w 12192000"/>
              <a:gd name="connsiteY88" fmla="*/ 483920 h 5003808"/>
              <a:gd name="connsiteX89" fmla="*/ 7203083 w 12192000"/>
              <a:gd name="connsiteY89" fmla="*/ 486936 h 5003808"/>
              <a:gd name="connsiteX90" fmla="*/ 7203894 w 12192000"/>
              <a:gd name="connsiteY90" fmla="*/ 488020 h 5003808"/>
              <a:gd name="connsiteX91" fmla="*/ 7245004 w 12192000"/>
              <a:gd name="connsiteY91" fmla="*/ 480274 h 5003808"/>
              <a:gd name="connsiteX92" fmla="*/ 7250514 w 12192000"/>
              <a:gd name="connsiteY92" fmla="*/ 481336 h 5003808"/>
              <a:gd name="connsiteX93" fmla="*/ 7277246 w 12192000"/>
              <a:gd name="connsiteY93" fmla="*/ 473612 h 5003808"/>
              <a:gd name="connsiteX94" fmla="*/ 7291092 w 12192000"/>
              <a:gd name="connsiteY94" fmla="*/ 471047 h 5003808"/>
              <a:gd name="connsiteX95" fmla="*/ 7294933 w 12192000"/>
              <a:gd name="connsiteY95" fmla="*/ 467379 h 5003808"/>
              <a:gd name="connsiteX96" fmla="*/ 7315408 w 12192000"/>
              <a:gd name="connsiteY96" fmla="*/ 465090 h 5003808"/>
              <a:gd name="connsiteX97" fmla="*/ 7317786 w 12192000"/>
              <a:gd name="connsiteY97" fmla="*/ 465936 h 5003808"/>
              <a:gd name="connsiteX98" fmla="*/ 7334572 w 12192000"/>
              <a:gd name="connsiteY98" fmla="*/ 459918 h 5003808"/>
              <a:gd name="connsiteX99" fmla="*/ 7348520 w 12192000"/>
              <a:gd name="connsiteY99" fmla="*/ 449880 h 5003808"/>
              <a:gd name="connsiteX100" fmla="*/ 7522997 w 12192000"/>
              <a:gd name="connsiteY100" fmla="*/ 446039 h 5003808"/>
              <a:gd name="connsiteX101" fmla="*/ 7686985 w 12192000"/>
              <a:gd name="connsiteY101" fmla="*/ 423635 h 5003808"/>
              <a:gd name="connsiteX102" fmla="*/ 7854068 w 12192000"/>
              <a:gd name="connsiteY102" fmla="*/ 413604 h 5003808"/>
              <a:gd name="connsiteX103" fmla="*/ 8034165 w 12192000"/>
              <a:gd name="connsiteY103" fmla="*/ 395529 h 5003808"/>
              <a:gd name="connsiteX104" fmla="*/ 8094381 w 12192000"/>
              <a:gd name="connsiteY104" fmla="*/ 399548 h 5003808"/>
              <a:gd name="connsiteX105" fmla="*/ 8146898 w 12192000"/>
              <a:gd name="connsiteY105" fmla="*/ 382388 h 5003808"/>
              <a:gd name="connsiteX106" fmla="*/ 8168993 w 12192000"/>
              <a:gd name="connsiteY106" fmla="*/ 388660 h 5003808"/>
              <a:gd name="connsiteX107" fmla="*/ 8172809 w 12192000"/>
              <a:gd name="connsiteY107" fmla="*/ 389967 h 5003808"/>
              <a:gd name="connsiteX108" fmla="*/ 8187962 w 12192000"/>
              <a:gd name="connsiteY108" fmla="*/ 390263 h 5003808"/>
              <a:gd name="connsiteX109" fmla="*/ 8192382 w 12192000"/>
              <a:gd name="connsiteY109" fmla="*/ 396522 h 5003808"/>
              <a:gd name="connsiteX110" fmla="*/ 8375192 w 12192000"/>
              <a:gd name="connsiteY110" fmla="*/ 387709 h 5003808"/>
              <a:gd name="connsiteX111" fmla="*/ 8454377 w 12192000"/>
              <a:gd name="connsiteY111" fmla="*/ 384161 h 5003808"/>
              <a:gd name="connsiteX112" fmla="*/ 8484740 w 12192000"/>
              <a:gd name="connsiteY112" fmla="*/ 388989 h 5003808"/>
              <a:gd name="connsiteX113" fmla="*/ 8601673 w 12192000"/>
              <a:gd name="connsiteY113" fmla="*/ 400931 h 5003808"/>
              <a:gd name="connsiteX114" fmla="*/ 8701676 w 12192000"/>
              <a:gd name="connsiteY114" fmla="*/ 405181 h 5003808"/>
              <a:gd name="connsiteX115" fmla="*/ 8773288 w 12192000"/>
              <a:gd name="connsiteY115" fmla="*/ 381907 h 5003808"/>
              <a:gd name="connsiteX116" fmla="*/ 8779909 w 12192000"/>
              <a:gd name="connsiteY116" fmla="*/ 386276 h 5003808"/>
              <a:gd name="connsiteX117" fmla="*/ 8829932 w 12192000"/>
              <a:gd name="connsiteY117" fmla="*/ 383073 h 5003808"/>
              <a:gd name="connsiteX118" fmla="*/ 9003386 w 12192000"/>
              <a:gd name="connsiteY118" fmla="*/ 340072 h 5003808"/>
              <a:gd name="connsiteX119" fmla="*/ 9101185 w 12192000"/>
              <a:gd name="connsiteY119" fmla="*/ 334692 h 5003808"/>
              <a:gd name="connsiteX120" fmla="*/ 9136185 w 12192000"/>
              <a:gd name="connsiteY120" fmla="*/ 337908 h 5003808"/>
              <a:gd name="connsiteX121" fmla="*/ 9194801 w 12192000"/>
              <a:gd name="connsiteY121" fmla="*/ 342979 h 5003808"/>
              <a:gd name="connsiteX122" fmla="*/ 9239316 w 12192000"/>
              <a:gd name="connsiteY122" fmla="*/ 359388 h 5003808"/>
              <a:gd name="connsiteX123" fmla="*/ 9288052 w 12192000"/>
              <a:gd name="connsiteY123" fmla="*/ 358626 h 5003808"/>
              <a:gd name="connsiteX124" fmla="*/ 9298465 w 12192000"/>
              <a:gd name="connsiteY124" fmla="*/ 342126 h 5003808"/>
              <a:gd name="connsiteX125" fmla="*/ 9350892 w 12192000"/>
              <a:gd name="connsiteY125" fmla="*/ 346608 h 5003808"/>
              <a:gd name="connsiteX126" fmla="*/ 9430522 w 12192000"/>
              <a:gd name="connsiteY126" fmla="*/ 355198 h 5003808"/>
              <a:gd name="connsiteX127" fmla="*/ 9476215 w 12192000"/>
              <a:gd name="connsiteY127" fmla="*/ 355937 h 5003808"/>
              <a:gd name="connsiteX128" fmla="*/ 9601276 w 12192000"/>
              <a:gd name="connsiteY128" fmla="*/ 362534 h 5003808"/>
              <a:gd name="connsiteX129" fmla="*/ 9726733 w 12192000"/>
              <a:gd name="connsiteY129" fmla="*/ 372631 h 5003808"/>
              <a:gd name="connsiteX130" fmla="*/ 9802144 w 12192000"/>
              <a:gd name="connsiteY130" fmla="*/ 398309 h 5003808"/>
              <a:gd name="connsiteX131" fmla="*/ 9905153 w 12192000"/>
              <a:gd name="connsiteY131" fmla="*/ 404480 h 5003808"/>
              <a:gd name="connsiteX132" fmla="*/ 9922553 w 12192000"/>
              <a:gd name="connsiteY132" fmla="*/ 408399 h 5003808"/>
              <a:gd name="connsiteX133" fmla="*/ 10044658 w 12192000"/>
              <a:gd name="connsiteY133" fmla="*/ 421907 h 5003808"/>
              <a:gd name="connsiteX134" fmla="*/ 10184585 w 12192000"/>
              <a:gd name="connsiteY134" fmla="*/ 410968 h 5003808"/>
              <a:gd name="connsiteX135" fmla="*/ 10366435 w 12192000"/>
              <a:gd name="connsiteY135" fmla="*/ 466258 h 5003808"/>
              <a:gd name="connsiteX136" fmla="*/ 10688220 w 12192000"/>
              <a:gd name="connsiteY136" fmla="*/ 546088 h 5003808"/>
              <a:gd name="connsiteX137" fmla="*/ 11026690 w 12192000"/>
              <a:gd name="connsiteY137" fmla="*/ 554511 h 5003808"/>
              <a:gd name="connsiteX138" fmla="*/ 11113779 w 12192000"/>
              <a:gd name="connsiteY138" fmla="*/ 537698 h 5003808"/>
              <a:gd name="connsiteX139" fmla="*/ 11369556 w 12192000"/>
              <a:gd name="connsiteY139" fmla="*/ 495549 h 5003808"/>
              <a:gd name="connsiteX140" fmla="*/ 11623342 w 12192000"/>
              <a:gd name="connsiteY140" fmla="*/ 392258 h 5003808"/>
              <a:gd name="connsiteX141" fmla="*/ 11786511 w 12192000"/>
              <a:gd name="connsiteY141" fmla="*/ 362220 h 5003808"/>
              <a:gd name="connsiteX142" fmla="*/ 11862577 w 12192000"/>
              <a:gd name="connsiteY142" fmla="*/ 334379 h 5003808"/>
              <a:gd name="connsiteX143" fmla="*/ 11916612 w 12192000"/>
              <a:gd name="connsiteY143" fmla="*/ 327640 h 5003808"/>
              <a:gd name="connsiteX144" fmla="*/ 11948830 w 12192000"/>
              <a:gd name="connsiteY144" fmla="*/ 321892 h 5003808"/>
              <a:gd name="connsiteX145" fmla="*/ 12001583 w 12192000"/>
              <a:gd name="connsiteY145" fmla="*/ 283473 h 5003808"/>
              <a:gd name="connsiteX146" fmla="*/ 12174977 w 12192000"/>
              <a:gd name="connsiteY146" fmla="*/ 268482 h 5003808"/>
              <a:gd name="connsiteX147" fmla="*/ 12192000 w 12192000"/>
              <a:gd name="connsiteY147" fmla="*/ 260379 h 5003808"/>
              <a:gd name="connsiteX148" fmla="*/ 12192000 w 12192000"/>
              <a:gd name="connsiteY148" fmla="*/ 5003808 h 5003808"/>
              <a:gd name="connsiteX149" fmla="*/ 0 w 12192000"/>
              <a:gd name="connsiteY149" fmla="*/ 5003808 h 5003808"/>
              <a:gd name="connsiteX150" fmla="*/ 0 w 12192000"/>
              <a:gd name="connsiteY150" fmla="*/ 621279 h 5003808"/>
              <a:gd name="connsiteX151" fmla="*/ 11075 w 12192000"/>
              <a:gd name="connsiteY151" fmla="*/ 619008 h 5003808"/>
              <a:gd name="connsiteX152" fmla="*/ 44061 w 12192000"/>
              <a:gd name="connsiteY152" fmla="*/ 612426 h 5003808"/>
              <a:gd name="connsiteX153" fmla="*/ 136694 w 12192000"/>
              <a:gd name="connsiteY153" fmla="*/ 560245 h 5003808"/>
              <a:gd name="connsiteX154" fmla="*/ 170342 w 12192000"/>
              <a:gd name="connsiteY154" fmla="*/ 554907 h 5003808"/>
              <a:gd name="connsiteX155" fmla="*/ 168955 w 12192000"/>
              <a:gd name="connsiteY155" fmla="*/ 545994 h 5003808"/>
              <a:gd name="connsiteX156" fmla="*/ 181474 w 12192000"/>
              <a:gd name="connsiteY156" fmla="*/ 545111 h 5003808"/>
              <a:gd name="connsiteX157" fmla="*/ 209440 w 12192000"/>
              <a:gd name="connsiteY157" fmla="*/ 544391 h 5003808"/>
              <a:gd name="connsiteX158" fmla="*/ 293152 w 12192000"/>
              <a:gd name="connsiteY158" fmla="*/ 540406 h 5003808"/>
              <a:gd name="connsiteX159" fmla="*/ 315693 w 12192000"/>
              <a:gd name="connsiteY159" fmla="*/ 522860 h 5003808"/>
              <a:gd name="connsiteX160" fmla="*/ 337305 w 12192000"/>
              <a:gd name="connsiteY160" fmla="*/ 522202 h 5003808"/>
              <a:gd name="connsiteX161" fmla="*/ 462252 w 12192000"/>
              <a:gd name="connsiteY161" fmla="*/ 496981 h 5003808"/>
              <a:gd name="connsiteX162" fmla="*/ 479457 w 12192000"/>
              <a:gd name="connsiteY162" fmla="*/ 494953 h 5003808"/>
              <a:gd name="connsiteX163" fmla="*/ 488653 w 12192000"/>
              <a:gd name="connsiteY163" fmla="*/ 487087 h 5003808"/>
              <a:gd name="connsiteX164" fmla="*/ 522053 w 12192000"/>
              <a:gd name="connsiteY164" fmla="*/ 484955 h 5003808"/>
              <a:gd name="connsiteX165" fmla="*/ 523520 w 12192000"/>
              <a:gd name="connsiteY165" fmla="*/ 480543 h 5003808"/>
              <a:gd name="connsiteX166" fmla="*/ 632714 w 12192000"/>
              <a:gd name="connsiteY166" fmla="*/ 440931 h 5003808"/>
              <a:gd name="connsiteX167" fmla="*/ 651426 w 12192000"/>
              <a:gd name="connsiteY167" fmla="*/ 434374 h 5003808"/>
              <a:gd name="connsiteX168" fmla="*/ 667724 w 12192000"/>
              <a:gd name="connsiteY168" fmla="*/ 435968 h 5003808"/>
              <a:gd name="connsiteX169" fmla="*/ 757679 w 12192000"/>
              <a:gd name="connsiteY169" fmla="*/ 428975 h 5003808"/>
              <a:gd name="connsiteX170" fmla="*/ 779159 w 12192000"/>
              <a:gd name="connsiteY170" fmla="*/ 431889 h 5003808"/>
              <a:gd name="connsiteX171" fmla="*/ 788293 w 12192000"/>
              <a:gd name="connsiteY171" fmla="*/ 438693 h 5003808"/>
              <a:gd name="connsiteX172" fmla="*/ 822923 w 12192000"/>
              <a:gd name="connsiteY172" fmla="*/ 424904 h 5003808"/>
              <a:gd name="connsiteX173" fmla="*/ 876559 w 12192000"/>
              <a:gd name="connsiteY173" fmla="*/ 414918 h 5003808"/>
              <a:gd name="connsiteX174" fmla="*/ 902011 w 12192000"/>
              <a:gd name="connsiteY174" fmla="*/ 407948 h 5003808"/>
              <a:gd name="connsiteX175" fmla="*/ 922715 w 12192000"/>
              <a:gd name="connsiteY175" fmla="*/ 411529 h 5003808"/>
              <a:gd name="connsiteX176" fmla="*/ 1040139 w 12192000"/>
              <a:gd name="connsiteY176" fmla="*/ 410420 h 5003808"/>
              <a:gd name="connsiteX177" fmla="*/ 1067251 w 12192000"/>
              <a:gd name="connsiteY177" fmla="*/ 416214 h 5003808"/>
              <a:gd name="connsiteX178" fmla="*/ 1080272 w 12192000"/>
              <a:gd name="connsiteY178" fmla="*/ 428499 h 5003808"/>
              <a:gd name="connsiteX179" fmla="*/ 1090219 w 12192000"/>
              <a:gd name="connsiteY179" fmla="*/ 423856 h 5003808"/>
              <a:gd name="connsiteX180" fmla="*/ 1161226 w 12192000"/>
              <a:gd name="connsiteY180" fmla="*/ 422134 h 5003808"/>
              <a:gd name="connsiteX181" fmla="*/ 1207525 w 12192000"/>
              <a:gd name="connsiteY181" fmla="*/ 419869 h 5003808"/>
              <a:gd name="connsiteX182" fmla="*/ 1210030 w 12192000"/>
              <a:gd name="connsiteY182" fmla="*/ 402635 h 5003808"/>
              <a:gd name="connsiteX183" fmla="*/ 1251170 w 12192000"/>
              <a:gd name="connsiteY183" fmla="*/ 395772 h 5003808"/>
              <a:gd name="connsiteX184" fmla="*/ 1295331 w 12192000"/>
              <a:gd name="connsiteY184" fmla="*/ 406012 h 5003808"/>
              <a:gd name="connsiteX185" fmla="*/ 1347118 w 12192000"/>
              <a:gd name="connsiteY185" fmla="*/ 403534 h 5003808"/>
              <a:gd name="connsiteX186" fmla="*/ 1378108 w 12192000"/>
              <a:gd name="connsiteY186" fmla="*/ 402240 h 5003808"/>
              <a:gd name="connsiteX187" fmla="*/ 1459192 w 12192000"/>
              <a:gd name="connsiteY187" fmla="*/ 384749 h 5003808"/>
              <a:gd name="connsiteX188" fmla="*/ 1590120 w 12192000"/>
              <a:gd name="connsiteY188" fmla="*/ 321438 h 5003808"/>
              <a:gd name="connsiteX189" fmla="*/ 1631417 w 12192000"/>
              <a:gd name="connsiteY189" fmla="*/ 312057 h 5003808"/>
              <a:gd name="connsiteX190" fmla="*/ 1638727 w 12192000"/>
              <a:gd name="connsiteY190" fmla="*/ 315440 h 5003808"/>
              <a:gd name="connsiteX191" fmla="*/ 1844438 w 12192000"/>
              <a:gd name="connsiteY191" fmla="*/ 275134 h 5003808"/>
              <a:gd name="connsiteX192" fmla="*/ 1881324 w 12192000"/>
              <a:gd name="connsiteY192" fmla="*/ 272327 h 5003808"/>
              <a:gd name="connsiteX193" fmla="*/ 1908999 w 12192000"/>
              <a:gd name="connsiteY193" fmla="*/ 273168 h 5003808"/>
              <a:gd name="connsiteX194" fmla="*/ 1974956 w 12192000"/>
              <a:gd name="connsiteY194" fmla="*/ 259788 h 5003808"/>
              <a:gd name="connsiteX195" fmla="*/ 2082409 w 12192000"/>
              <a:gd name="connsiteY195" fmla="*/ 231120 h 5003808"/>
              <a:gd name="connsiteX196" fmla="*/ 2105639 w 12192000"/>
              <a:gd name="connsiteY196" fmla="*/ 226478 h 5003808"/>
              <a:gd name="connsiteX197" fmla="*/ 2126992 w 12192000"/>
              <a:gd name="connsiteY197" fmla="*/ 228298 h 5003808"/>
              <a:gd name="connsiteX198" fmla="*/ 2133154 w 12192000"/>
              <a:gd name="connsiteY198" fmla="*/ 233782 h 5003808"/>
              <a:gd name="connsiteX199" fmla="*/ 2146154 w 12192000"/>
              <a:gd name="connsiteY199" fmla="*/ 232162 h 5003808"/>
              <a:gd name="connsiteX200" fmla="*/ 2149901 w 12192000"/>
              <a:gd name="connsiteY200" fmla="*/ 232946 h 5003808"/>
              <a:gd name="connsiteX201" fmla="*/ 2171100 w 12192000"/>
              <a:gd name="connsiteY201" fmla="*/ 236219 h 5003808"/>
              <a:gd name="connsiteX202" fmla="*/ 2209148 w 12192000"/>
              <a:gd name="connsiteY202" fmla="*/ 213055 h 5003808"/>
              <a:gd name="connsiteX203" fmla="*/ 2261889 w 12192000"/>
              <a:gd name="connsiteY203" fmla="*/ 209362 h 5003808"/>
              <a:gd name="connsiteX204" fmla="*/ 2452315 w 12192000"/>
              <a:gd name="connsiteY204" fmla="*/ 156729 h 5003808"/>
              <a:gd name="connsiteX205" fmla="*/ 2487710 w 12192000"/>
              <a:gd name="connsiteY205" fmla="*/ 173097 h 5003808"/>
              <a:gd name="connsiteX206" fmla="*/ 2567870 w 12192000"/>
              <a:gd name="connsiteY206" fmla="*/ 160252 h 5003808"/>
              <a:gd name="connsiteX207" fmla="*/ 2677053 w 12192000"/>
              <a:gd name="connsiteY207" fmla="*/ 96343 h 5003808"/>
              <a:gd name="connsiteX208" fmla="*/ 2823914 w 12192000"/>
              <a:gd name="connsiteY208" fmla="*/ 70697 h 5003808"/>
              <a:gd name="connsiteX209" fmla="*/ 2831912 w 12192000"/>
              <a:gd name="connsiteY209" fmla="*/ 59256 h 5003808"/>
              <a:gd name="connsiteX210" fmla="*/ 2843870 w 12192000"/>
              <a:gd name="connsiteY210" fmla="*/ 51337 h 5003808"/>
              <a:gd name="connsiteX211" fmla="*/ 2846217 w 12192000"/>
              <a:gd name="connsiteY211" fmla="*/ 51855 h 5003808"/>
              <a:gd name="connsiteX212" fmla="*/ 2862745 w 12192000"/>
              <a:gd name="connsiteY212" fmla="*/ 47072 h 5003808"/>
              <a:gd name="connsiteX213" fmla="*/ 2864596 w 12192000"/>
              <a:gd name="connsiteY213" fmla="*/ 43048 h 5003808"/>
              <a:gd name="connsiteX214" fmla="*/ 2875381 w 12192000"/>
              <a:gd name="connsiteY214" fmla="*/ 38833 h 5003808"/>
              <a:gd name="connsiteX215" fmla="*/ 2895139 w 12192000"/>
              <a:gd name="connsiteY215" fmla="*/ 28016 h 5003808"/>
              <a:gd name="connsiteX216" fmla="*/ 2900232 w 12192000"/>
              <a:gd name="connsiteY216" fmla="*/ 28348 h 5003808"/>
              <a:gd name="connsiteX217" fmla="*/ 2932205 w 12192000"/>
              <a:gd name="connsiteY217" fmla="*/ 15703 h 5003808"/>
              <a:gd name="connsiteX218" fmla="*/ 2933310 w 12192000"/>
              <a:gd name="connsiteY218" fmla="*/ 16646 h 5003808"/>
              <a:gd name="connsiteX219" fmla="*/ 2945218 w 12192000"/>
              <a:gd name="connsiteY219" fmla="*/ 17971 h 5003808"/>
              <a:gd name="connsiteX220" fmla="*/ 2966465 w 12192000"/>
              <a:gd name="connsiteY220" fmla="*/ 17947 h 5003808"/>
              <a:gd name="connsiteX221" fmla="*/ 3023668 w 12192000"/>
              <a:gd name="connsiteY221" fmla="*/ 31735 h 5003808"/>
              <a:gd name="connsiteX222" fmla="*/ 3057077 w 12192000"/>
              <a:gd name="connsiteY222" fmla="*/ 18675 h 5003808"/>
              <a:gd name="connsiteX223" fmla="*/ 3151915 w 12192000"/>
              <a:gd name="connsiteY223" fmla="*/ 15073 h 5003808"/>
              <a:gd name="connsiteX224" fmla="*/ 3251671 w 12192000"/>
              <a:gd name="connsiteY224" fmla="*/ 35405 h 5003808"/>
              <a:gd name="connsiteX225" fmla="*/ 3351400 w 12192000"/>
              <a:gd name="connsiteY225" fmla="*/ 36517 h 5003808"/>
              <a:gd name="connsiteX226" fmla="*/ 3387481 w 12192000"/>
              <a:gd name="connsiteY226" fmla="*/ 35273 h 5003808"/>
              <a:gd name="connsiteX227" fmla="*/ 3451923 w 12192000"/>
              <a:gd name="connsiteY227" fmla="*/ 40312 h 5003808"/>
              <a:gd name="connsiteX228" fmla="*/ 3481520 w 12192000"/>
              <a:gd name="connsiteY228" fmla="*/ 47117 h 5003808"/>
              <a:gd name="connsiteX229" fmla="*/ 3482804 w 12192000"/>
              <a:gd name="connsiteY229" fmla="*/ 46642 h 5003808"/>
              <a:gd name="connsiteX230" fmla="*/ 3485495 w 12192000"/>
              <a:gd name="connsiteY230" fmla="*/ 49751 h 5003808"/>
              <a:gd name="connsiteX231" fmla="*/ 3490972 w 12192000"/>
              <a:gd name="connsiteY231" fmla="*/ 51116 h 5003808"/>
              <a:gd name="connsiteX232" fmla="*/ 3505835 w 12192000"/>
              <a:gd name="connsiteY232" fmla="*/ 49907 h 5003808"/>
              <a:gd name="connsiteX233" fmla="*/ 3511410 w 12192000"/>
              <a:gd name="connsiteY233" fmla="*/ 48638 h 5003808"/>
              <a:gd name="connsiteX234" fmla="*/ 3519598 w 12192000"/>
              <a:gd name="connsiteY234" fmla="*/ 48513 h 5003808"/>
              <a:gd name="connsiteX235" fmla="*/ 3519807 w 12192000"/>
              <a:gd name="connsiteY235" fmla="*/ 48768 h 5003808"/>
              <a:gd name="connsiteX236" fmla="*/ 3527466 w 12192000"/>
              <a:gd name="connsiteY236" fmla="*/ 48146 h 5003808"/>
              <a:gd name="connsiteX237" fmla="*/ 3564889 w 12192000"/>
              <a:gd name="connsiteY237" fmla="*/ 41820 h 5003808"/>
              <a:gd name="connsiteX238" fmla="*/ 3614922 w 12192000"/>
              <a:gd name="connsiteY238" fmla="*/ 65634 h 5003808"/>
              <a:gd name="connsiteX239" fmla="*/ 3635506 w 12192000"/>
              <a:gd name="connsiteY239" fmla="*/ 69548 h 5003808"/>
              <a:gd name="connsiteX240" fmla="*/ 3646525 w 12192000"/>
              <a:gd name="connsiteY240" fmla="*/ 73023 h 5003808"/>
              <a:gd name="connsiteX241" fmla="*/ 3647224 w 12192000"/>
              <a:gd name="connsiteY241" fmla="*/ 74133 h 5003808"/>
              <a:gd name="connsiteX242" fmla="*/ 3683100 w 12192000"/>
              <a:gd name="connsiteY242" fmla="*/ 67939 h 5003808"/>
              <a:gd name="connsiteX243" fmla="*/ 3687901 w 12192000"/>
              <a:gd name="connsiteY243" fmla="*/ 69202 h 5003808"/>
              <a:gd name="connsiteX244" fmla="*/ 3711234 w 12192000"/>
              <a:gd name="connsiteY244" fmla="*/ 62495 h 5003808"/>
              <a:gd name="connsiteX245" fmla="*/ 3723318 w 12192000"/>
              <a:gd name="connsiteY245" fmla="*/ 60455 h 5003808"/>
              <a:gd name="connsiteX246" fmla="*/ 3726677 w 12192000"/>
              <a:gd name="connsiteY246" fmla="*/ 56942 h 5003808"/>
              <a:gd name="connsiteX247" fmla="*/ 3744535 w 12192000"/>
              <a:gd name="connsiteY247" fmla="*/ 55420 h 5003808"/>
              <a:gd name="connsiteX248" fmla="*/ 3746608 w 12192000"/>
              <a:gd name="connsiteY248" fmla="*/ 56352 h 5003808"/>
              <a:gd name="connsiteX249" fmla="*/ 3761262 w 12192000"/>
              <a:gd name="connsiteY249" fmla="*/ 50977 h 5003808"/>
              <a:gd name="connsiteX250" fmla="*/ 3773451 w 12192000"/>
              <a:gd name="connsiteY250" fmla="*/ 41496 h 5003808"/>
              <a:gd name="connsiteX251" fmla="*/ 3925626 w 12192000"/>
              <a:gd name="connsiteY251" fmla="*/ 44131 h 5003808"/>
              <a:gd name="connsiteX252" fmla="*/ 4056184 w 12192000"/>
              <a:gd name="connsiteY252" fmla="*/ 3115 h 5003808"/>
              <a:gd name="connsiteX0" fmla="*/ 4056184 w 12192000"/>
              <a:gd name="connsiteY0" fmla="*/ 3115 h 5003808"/>
              <a:gd name="connsiteX1" fmla="*/ 4138795 w 12192000"/>
              <a:gd name="connsiteY1" fmla="*/ 5658 h 5003808"/>
              <a:gd name="connsiteX2" fmla="*/ 4166706 w 12192000"/>
              <a:gd name="connsiteY2" fmla="*/ 27903 h 5003808"/>
              <a:gd name="connsiteX3" fmla="*/ 4371550 w 12192000"/>
              <a:gd name="connsiteY3" fmla="*/ 12746 h 5003808"/>
              <a:gd name="connsiteX4" fmla="*/ 4424056 w 12192000"/>
              <a:gd name="connsiteY4" fmla="*/ 18981 h 5003808"/>
              <a:gd name="connsiteX5" fmla="*/ 4469897 w 12192000"/>
              <a:gd name="connsiteY5" fmla="*/ 3830 h 5003808"/>
              <a:gd name="connsiteX6" fmla="*/ 4489151 w 12192000"/>
              <a:gd name="connsiteY6" fmla="*/ 10897 h 5003808"/>
              <a:gd name="connsiteX7" fmla="*/ 4492479 w 12192000"/>
              <a:gd name="connsiteY7" fmla="*/ 12342 h 5003808"/>
              <a:gd name="connsiteX8" fmla="*/ 4505693 w 12192000"/>
              <a:gd name="connsiteY8" fmla="*/ 13196 h 5003808"/>
              <a:gd name="connsiteX9" fmla="*/ 4509529 w 12192000"/>
              <a:gd name="connsiteY9" fmla="*/ 19597 h 5003808"/>
              <a:gd name="connsiteX10" fmla="*/ 4529499 w 12192000"/>
              <a:gd name="connsiteY10" fmla="*/ 25299 h 5003808"/>
              <a:gd name="connsiteX11" fmla="*/ 4553795 w 12192000"/>
              <a:gd name="connsiteY11" fmla="*/ 25153 h 5003808"/>
              <a:gd name="connsiteX12" fmla="*/ 4640118 w 12192000"/>
              <a:gd name="connsiteY12" fmla="*/ 25311 h 5003808"/>
              <a:gd name="connsiteX13" fmla="*/ 4654127 w 12192000"/>
              <a:gd name="connsiteY13" fmla="*/ 21564 h 5003808"/>
              <a:gd name="connsiteX14" fmla="*/ 4700168 w 12192000"/>
              <a:gd name="connsiteY14" fmla="*/ 26565 h 5003808"/>
              <a:gd name="connsiteX15" fmla="*/ 4741127 w 12192000"/>
              <a:gd name="connsiteY15" fmla="*/ 27139 h 5003808"/>
              <a:gd name="connsiteX16" fmla="*/ 4767598 w 12192000"/>
              <a:gd name="connsiteY16" fmla="*/ 23884 h 5003808"/>
              <a:gd name="connsiteX17" fmla="*/ 4774592 w 12192000"/>
              <a:gd name="connsiteY17" fmla="*/ 26061 h 5003808"/>
              <a:gd name="connsiteX18" fmla="*/ 4801328 w 12192000"/>
              <a:gd name="connsiteY18" fmla="*/ 27066 h 5003808"/>
              <a:gd name="connsiteX19" fmla="*/ 4814870 w 12192000"/>
              <a:gd name="connsiteY19" fmla="*/ 23409 h 5003808"/>
              <a:gd name="connsiteX20" fmla="*/ 4828440 w 12192000"/>
              <a:gd name="connsiteY20" fmla="*/ 31027 h 5003808"/>
              <a:gd name="connsiteX21" fmla="*/ 4831826 w 12192000"/>
              <a:gd name="connsiteY21" fmla="*/ 36730 h 5003808"/>
              <a:gd name="connsiteX22" fmla="*/ 4850785 w 12192000"/>
              <a:gd name="connsiteY22" fmla="*/ 33802 h 5003808"/>
              <a:gd name="connsiteX23" fmla="*/ 4866468 w 12192000"/>
              <a:gd name="connsiteY23" fmla="*/ 39151 h 5003808"/>
              <a:gd name="connsiteX24" fmla="*/ 4879983 w 12192000"/>
              <a:gd name="connsiteY24" fmla="*/ 35227 h 5003808"/>
              <a:gd name="connsiteX25" fmla="*/ 4885635 w 12192000"/>
              <a:gd name="connsiteY25" fmla="*/ 35954 h 5003808"/>
              <a:gd name="connsiteX26" fmla="*/ 4899698 w 12192000"/>
              <a:gd name="connsiteY26" fmla="*/ 38488 h 5003808"/>
              <a:gd name="connsiteX27" fmla="*/ 4923986 w 12192000"/>
              <a:gd name="connsiteY27" fmla="*/ 44244 h 5003808"/>
              <a:gd name="connsiteX28" fmla="*/ 4931544 w 12192000"/>
              <a:gd name="connsiteY28" fmla="*/ 44970 h 5003808"/>
              <a:gd name="connsiteX29" fmla="*/ 4948135 w 12192000"/>
              <a:gd name="connsiteY29" fmla="*/ 54141 h 5003808"/>
              <a:gd name="connsiteX30" fmla="*/ 4980068 w 12192000"/>
              <a:gd name="connsiteY30" fmla="*/ 61664 h 5003808"/>
              <a:gd name="connsiteX31" fmla="*/ 5036541 w 12192000"/>
              <a:gd name="connsiteY31" fmla="*/ 88905 h 5003808"/>
              <a:gd name="connsiteX32" fmla="*/ 5069678 w 12192000"/>
              <a:gd name="connsiteY32" fmla="*/ 101791 h 5003808"/>
              <a:gd name="connsiteX33" fmla="*/ 5092160 w 12192000"/>
              <a:gd name="connsiteY33" fmla="*/ 113815 h 5003808"/>
              <a:gd name="connsiteX34" fmla="*/ 5158166 w 12192000"/>
              <a:gd name="connsiteY34" fmla="*/ 130180 h 5003808"/>
              <a:gd name="connsiteX35" fmla="*/ 5271252 w 12192000"/>
              <a:gd name="connsiteY35" fmla="*/ 151350 h 5003808"/>
              <a:gd name="connsiteX36" fmla="*/ 5294438 w 12192000"/>
              <a:gd name="connsiteY36" fmla="*/ 157168 h 5003808"/>
              <a:gd name="connsiteX37" fmla="*/ 5310840 w 12192000"/>
              <a:gd name="connsiteY37" fmla="*/ 167381 h 5003808"/>
              <a:gd name="connsiteX38" fmla="*/ 5311570 w 12192000"/>
              <a:gd name="connsiteY38" fmla="*/ 174293 h 5003808"/>
              <a:gd name="connsiteX39" fmla="*/ 5323756 w 12192000"/>
              <a:gd name="connsiteY39" fmla="*/ 178330 h 5003808"/>
              <a:gd name="connsiteX40" fmla="*/ 5326259 w 12192000"/>
              <a:gd name="connsiteY40" fmla="*/ 180492 h 5003808"/>
              <a:gd name="connsiteX41" fmla="*/ 5341357 w 12192000"/>
              <a:gd name="connsiteY41" fmla="*/ 191805 h 5003808"/>
              <a:gd name="connsiteX42" fmla="*/ 5391908 w 12192000"/>
              <a:gd name="connsiteY42" fmla="*/ 188903 h 5003808"/>
              <a:gd name="connsiteX43" fmla="*/ 5439031 w 12192000"/>
              <a:gd name="connsiteY43" fmla="*/ 207587 h 5003808"/>
              <a:gd name="connsiteX44" fmla="*/ 5640913 w 12192000"/>
              <a:gd name="connsiteY44" fmla="*/ 243640 h 5003808"/>
              <a:gd name="connsiteX45" fmla="*/ 5877770 w 12192000"/>
              <a:gd name="connsiteY45" fmla="*/ 287577 h 5003808"/>
              <a:gd name="connsiteX46" fmla="*/ 5989615 w 12192000"/>
              <a:gd name="connsiteY46" fmla="*/ 310275 h 5003808"/>
              <a:gd name="connsiteX47" fmla="*/ 5996857 w 12192000"/>
              <a:gd name="connsiteY47" fmla="*/ 314161 h 5003808"/>
              <a:gd name="connsiteX48" fmla="*/ 6037387 w 12192000"/>
              <a:gd name="connsiteY48" fmla="*/ 303138 h 5003808"/>
              <a:gd name="connsiteX49" fmla="*/ 6113074 w 12192000"/>
              <a:gd name="connsiteY49" fmla="*/ 316457 h 5003808"/>
              <a:gd name="connsiteX50" fmla="*/ 6280929 w 12192000"/>
              <a:gd name="connsiteY50" fmla="*/ 341056 h 5003808"/>
              <a:gd name="connsiteX51" fmla="*/ 6298665 w 12192000"/>
              <a:gd name="connsiteY51" fmla="*/ 333543 h 5003808"/>
              <a:gd name="connsiteX52" fmla="*/ 6317326 w 12192000"/>
              <a:gd name="connsiteY52" fmla="*/ 330406 h 5003808"/>
              <a:gd name="connsiteX53" fmla="*/ 6319212 w 12192000"/>
              <a:gd name="connsiteY53" fmla="*/ 331616 h 5003808"/>
              <a:gd name="connsiteX54" fmla="*/ 6339724 w 12192000"/>
              <a:gd name="connsiteY54" fmla="*/ 332710 h 5003808"/>
              <a:gd name="connsiteX55" fmla="*/ 6345010 w 12192000"/>
              <a:gd name="connsiteY55" fmla="*/ 329760 h 5003808"/>
              <a:gd name="connsiteX56" fmla="*/ 6359332 w 12192000"/>
              <a:gd name="connsiteY56" fmla="*/ 329511 h 5003808"/>
              <a:gd name="connsiteX57" fmla="*/ 6388220 w 12192000"/>
              <a:gd name="connsiteY57" fmla="*/ 326326 h 5003808"/>
              <a:gd name="connsiteX58" fmla="*/ 6392994 w 12192000"/>
              <a:gd name="connsiteY58" fmla="*/ 328256 h 5003808"/>
              <a:gd name="connsiteX59" fmla="*/ 6435581 w 12192000"/>
              <a:gd name="connsiteY59" fmla="*/ 327387 h 5003808"/>
              <a:gd name="connsiteX60" fmla="*/ 6435870 w 12192000"/>
              <a:gd name="connsiteY60" fmla="*/ 328575 h 5003808"/>
              <a:gd name="connsiteX61" fmla="*/ 6446571 w 12192000"/>
              <a:gd name="connsiteY61" fmla="*/ 333569 h 5003808"/>
              <a:gd name="connsiteX62" fmla="*/ 6467701 w 12192000"/>
              <a:gd name="connsiteY62" fmla="*/ 340377 h 5003808"/>
              <a:gd name="connsiteX63" fmla="*/ 6512727 w 12192000"/>
              <a:gd name="connsiteY63" fmla="*/ 370917 h 5003808"/>
              <a:gd name="connsiteX64" fmla="*/ 6557094 w 12192000"/>
              <a:gd name="connsiteY64" fmla="*/ 370144 h 5003808"/>
              <a:gd name="connsiteX65" fmla="*/ 6565879 w 12192000"/>
              <a:gd name="connsiteY65" fmla="*/ 370642 h 5003808"/>
              <a:gd name="connsiteX66" fmla="*/ 6565997 w 12192000"/>
              <a:gd name="connsiteY66" fmla="*/ 370922 h 5003808"/>
              <a:gd name="connsiteX67" fmla="*/ 6575147 w 12192000"/>
              <a:gd name="connsiteY67" fmla="*/ 371986 h 5003808"/>
              <a:gd name="connsiteX68" fmla="*/ 6581899 w 12192000"/>
              <a:gd name="connsiteY68" fmla="*/ 371550 h 5003808"/>
              <a:gd name="connsiteX69" fmla="*/ 6598943 w 12192000"/>
              <a:gd name="connsiteY69" fmla="*/ 372518 h 5003808"/>
              <a:gd name="connsiteX70" fmla="*/ 6604421 w 12192000"/>
              <a:gd name="connsiteY70" fmla="*/ 374645 h 5003808"/>
              <a:gd name="connsiteX71" fmla="*/ 6606035 w 12192000"/>
              <a:gd name="connsiteY71" fmla="*/ 378077 h 5003808"/>
              <a:gd name="connsiteX72" fmla="*/ 6607669 w 12192000"/>
              <a:gd name="connsiteY72" fmla="*/ 377798 h 5003808"/>
              <a:gd name="connsiteX73" fmla="*/ 6637532 w 12192000"/>
              <a:gd name="connsiteY73" fmla="*/ 388737 h 5003808"/>
              <a:gd name="connsiteX74" fmla="*/ 6706880 w 12192000"/>
              <a:gd name="connsiteY74" fmla="*/ 402993 h 5003808"/>
              <a:gd name="connsiteX75" fmla="*/ 6747500 w 12192000"/>
              <a:gd name="connsiteY75" fmla="*/ 406998 h 5003808"/>
              <a:gd name="connsiteX76" fmla="*/ 6857783 w 12192000"/>
              <a:gd name="connsiteY76" fmla="*/ 422517 h 5003808"/>
              <a:gd name="connsiteX77" fmla="*/ 6967720 w 12192000"/>
              <a:gd name="connsiteY77" fmla="*/ 441551 h 5003808"/>
              <a:gd name="connsiteX78" fmla="*/ 7018394 w 12192000"/>
              <a:gd name="connsiteY78" fmla="*/ 470443 h 5003808"/>
              <a:gd name="connsiteX79" fmla="*/ 7024679 w 12192000"/>
              <a:gd name="connsiteY79" fmla="*/ 471580 h 5003808"/>
              <a:gd name="connsiteX80" fmla="*/ 7041715 w 12192000"/>
              <a:gd name="connsiteY80" fmla="*/ 469732 h 5003808"/>
              <a:gd name="connsiteX81" fmla="*/ 7048103 w 12192000"/>
              <a:gd name="connsiteY81" fmla="*/ 468222 h 5003808"/>
              <a:gd name="connsiteX82" fmla="*/ 7057490 w 12192000"/>
              <a:gd name="connsiteY82" fmla="*/ 467747 h 5003808"/>
              <a:gd name="connsiteX83" fmla="*/ 7057730 w 12192000"/>
              <a:gd name="connsiteY83" fmla="*/ 467995 h 5003808"/>
              <a:gd name="connsiteX84" fmla="*/ 7066511 w 12192000"/>
              <a:gd name="connsiteY84" fmla="*/ 467044 h 5003808"/>
              <a:gd name="connsiteX85" fmla="*/ 7109401 w 12192000"/>
              <a:gd name="connsiteY85" fmla="*/ 459098 h 5003808"/>
              <a:gd name="connsiteX86" fmla="*/ 7166830 w 12192000"/>
              <a:gd name="connsiteY86" fmla="*/ 480867 h 5003808"/>
              <a:gd name="connsiteX87" fmla="*/ 7190442 w 12192000"/>
              <a:gd name="connsiteY87" fmla="*/ 483920 h 5003808"/>
              <a:gd name="connsiteX88" fmla="*/ 7203083 w 12192000"/>
              <a:gd name="connsiteY88" fmla="*/ 486936 h 5003808"/>
              <a:gd name="connsiteX89" fmla="*/ 7203894 w 12192000"/>
              <a:gd name="connsiteY89" fmla="*/ 488020 h 5003808"/>
              <a:gd name="connsiteX90" fmla="*/ 7245004 w 12192000"/>
              <a:gd name="connsiteY90" fmla="*/ 480274 h 5003808"/>
              <a:gd name="connsiteX91" fmla="*/ 7250514 w 12192000"/>
              <a:gd name="connsiteY91" fmla="*/ 481336 h 5003808"/>
              <a:gd name="connsiteX92" fmla="*/ 7277246 w 12192000"/>
              <a:gd name="connsiteY92" fmla="*/ 473612 h 5003808"/>
              <a:gd name="connsiteX93" fmla="*/ 7291092 w 12192000"/>
              <a:gd name="connsiteY93" fmla="*/ 471047 h 5003808"/>
              <a:gd name="connsiteX94" fmla="*/ 7294933 w 12192000"/>
              <a:gd name="connsiteY94" fmla="*/ 467379 h 5003808"/>
              <a:gd name="connsiteX95" fmla="*/ 7315408 w 12192000"/>
              <a:gd name="connsiteY95" fmla="*/ 465090 h 5003808"/>
              <a:gd name="connsiteX96" fmla="*/ 7317786 w 12192000"/>
              <a:gd name="connsiteY96" fmla="*/ 465936 h 5003808"/>
              <a:gd name="connsiteX97" fmla="*/ 7334572 w 12192000"/>
              <a:gd name="connsiteY97" fmla="*/ 459918 h 5003808"/>
              <a:gd name="connsiteX98" fmla="*/ 7348520 w 12192000"/>
              <a:gd name="connsiteY98" fmla="*/ 449880 h 5003808"/>
              <a:gd name="connsiteX99" fmla="*/ 7522997 w 12192000"/>
              <a:gd name="connsiteY99" fmla="*/ 446039 h 5003808"/>
              <a:gd name="connsiteX100" fmla="*/ 7686985 w 12192000"/>
              <a:gd name="connsiteY100" fmla="*/ 423635 h 5003808"/>
              <a:gd name="connsiteX101" fmla="*/ 7854068 w 12192000"/>
              <a:gd name="connsiteY101" fmla="*/ 413604 h 5003808"/>
              <a:gd name="connsiteX102" fmla="*/ 8034165 w 12192000"/>
              <a:gd name="connsiteY102" fmla="*/ 395529 h 5003808"/>
              <a:gd name="connsiteX103" fmla="*/ 8094381 w 12192000"/>
              <a:gd name="connsiteY103" fmla="*/ 399548 h 5003808"/>
              <a:gd name="connsiteX104" fmla="*/ 8146898 w 12192000"/>
              <a:gd name="connsiteY104" fmla="*/ 382388 h 5003808"/>
              <a:gd name="connsiteX105" fmla="*/ 8168993 w 12192000"/>
              <a:gd name="connsiteY105" fmla="*/ 388660 h 5003808"/>
              <a:gd name="connsiteX106" fmla="*/ 8172809 w 12192000"/>
              <a:gd name="connsiteY106" fmla="*/ 389967 h 5003808"/>
              <a:gd name="connsiteX107" fmla="*/ 8187962 w 12192000"/>
              <a:gd name="connsiteY107" fmla="*/ 390263 h 5003808"/>
              <a:gd name="connsiteX108" fmla="*/ 8192382 w 12192000"/>
              <a:gd name="connsiteY108" fmla="*/ 396522 h 5003808"/>
              <a:gd name="connsiteX109" fmla="*/ 8375192 w 12192000"/>
              <a:gd name="connsiteY109" fmla="*/ 387709 h 5003808"/>
              <a:gd name="connsiteX110" fmla="*/ 8454377 w 12192000"/>
              <a:gd name="connsiteY110" fmla="*/ 384161 h 5003808"/>
              <a:gd name="connsiteX111" fmla="*/ 8484740 w 12192000"/>
              <a:gd name="connsiteY111" fmla="*/ 388989 h 5003808"/>
              <a:gd name="connsiteX112" fmla="*/ 8601673 w 12192000"/>
              <a:gd name="connsiteY112" fmla="*/ 400931 h 5003808"/>
              <a:gd name="connsiteX113" fmla="*/ 8701676 w 12192000"/>
              <a:gd name="connsiteY113" fmla="*/ 405181 h 5003808"/>
              <a:gd name="connsiteX114" fmla="*/ 8773288 w 12192000"/>
              <a:gd name="connsiteY114" fmla="*/ 381907 h 5003808"/>
              <a:gd name="connsiteX115" fmla="*/ 8779909 w 12192000"/>
              <a:gd name="connsiteY115" fmla="*/ 386276 h 5003808"/>
              <a:gd name="connsiteX116" fmla="*/ 8829932 w 12192000"/>
              <a:gd name="connsiteY116" fmla="*/ 383073 h 5003808"/>
              <a:gd name="connsiteX117" fmla="*/ 9003386 w 12192000"/>
              <a:gd name="connsiteY117" fmla="*/ 340072 h 5003808"/>
              <a:gd name="connsiteX118" fmla="*/ 9101185 w 12192000"/>
              <a:gd name="connsiteY118" fmla="*/ 334692 h 5003808"/>
              <a:gd name="connsiteX119" fmla="*/ 9136185 w 12192000"/>
              <a:gd name="connsiteY119" fmla="*/ 337908 h 5003808"/>
              <a:gd name="connsiteX120" fmla="*/ 9194801 w 12192000"/>
              <a:gd name="connsiteY120" fmla="*/ 342979 h 5003808"/>
              <a:gd name="connsiteX121" fmla="*/ 9239316 w 12192000"/>
              <a:gd name="connsiteY121" fmla="*/ 359388 h 5003808"/>
              <a:gd name="connsiteX122" fmla="*/ 9288052 w 12192000"/>
              <a:gd name="connsiteY122" fmla="*/ 358626 h 5003808"/>
              <a:gd name="connsiteX123" fmla="*/ 9298465 w 12192000"/>
              <a:gd name="connsiteY123" fmla="*/ 342126 h 5003808"/>
              <a:gd name="connsiteX124" fmla="*/ 9350892 w 12192000"/>
              <a:gd name="connsiteY124" fmla="*/ 346608 h 5003808"/>
              <a:gd name="connsiteX125" fmla="*/ 9430522 w 12192000"/>
              <a:gd name="connsiteY125" fmla="*/ 355198 h 5003808"/>
              <a:gd name="connsiteX126" fmla="*/ 9476215 w 12192000"/>
              <a:gd name="connsiteY126" fmla="*/ 355937 h 5003808"/>
              <a:gd name="connsiteX127" fmla="*/ 9601276 w 12192000"/>
              <a:gd name="connsiteY127" fmla="*/ 362534 h 5003808"/>
              <a:gd name="connsiteX128" fmla="*/ 9726733 w 12192000"/>
              <a:gd name="connsiteY128" fmla="*/ 372631 h 5003808"/>
              <a:gd name="connsiteX129" fmla="*/ 9802144 w 12192000"/>
              <a:gd name="connsiteY129" fmla="*/ 398309 h 5003808"/>
              <a:gd name="connsiteX130" fmla="*/ 9905153 w 12192000"/>
              <a:gd name="connsiteY130" fmla="*/ 404480 h 5003808"/>
              <a:gd name="connsiteX131" fmla="*/ 9922553 w 12192000"/>
              <a:gd name="connsiteY131" fmla="*/ 408399 h 5003808"/>
              <a:gd name="connsiteX132" fmla="*/ 10044658 w 12192000"/>
              <a:gd name="connsiteY132" fmla="*/ 421907 h 5003808"/>
              <a:gd name="connsiteX133" fmla="*/ 10184585 w 12192000"/>
              <a:gd name="connsiteY133" fmla="*/ 410968 h 5003808"/>
              <a:gd name="connsiteX134" fmla="*/ 10366435 w 12192000"/>
              <a:gd name="connsiteY134" fmla="*/ 466258 h 5003808"/>
              <a:gd name="connsiteX135" fmla="*/ 10688220 w 12192000"/>
              <a:gd name="connsiteY135" fmla="*/ 546088 h 5003808"/>
              <a:gd name="connsiteX136" fmla="*/ 11026690 w 12192000"/>
              <a:gd name="connsiteY136" fmla="*/ 554511 h 5003808"/>
              <a:gd name="connsiteX137" fmla="*/ 11113779 w 12192000"/>
              <a:gd name="connsiteY137" fmla="*/ 537698 h 5003808"/>
              <a:gd name="connsiteX138" fmla="*/ 11369556 w 12192000"/>
              <a:gd name="connsiteY138" fmla="*/ 495549 h 5003808"/>
              <a:gd name="connsiteX139" fmla="*/ 11623342 w 12192000"/>
              <a:gd name="connsiteY139" fmla="*/ 392258 h 5003808"/>
              <a:gd name="connsiteX140" fmla="*/ 11786511 w 12192000"/>
              <a:gd name="connsiteY140" fmla="*/ 362220 h 5003808"/>
              <a:gd name="connsiteX141" fmla="*/ 11862577 w 12192000"/>
              <a:gd name="connsiteY141" fmla="*/ 334379 h 5003808"/>
              <a:gd name="connsiteX142" fmla="*/ 11916612 w 12192000"/>
              <a:gd name="connsiteY142" fmla="*/ 327640 h 5003808"/>
              <a:gd name="connsiteX143" fmla="*/ 11948830 w 12192000"/>
              <a:gd name="connsiteY143" fmla="*/ 321892 h 5003808"/>
              <a:gd name="connsiteX144" fmla="*/ 12001583 w 12192000"/>
              <a:gd name="connsiteY144" fmla="*/ 283473 h 5003808"/>
              <a:gd name="connsiteX145" fmla="*/ 12174977 w 12192000"/>
              <a:gd name="connsiteY145" fmla="*/ 268482 h 5003808"/>
              <a:gd name="connsiteX146" fmla="*/ 12192000 w 12192000"/>
              <a:gd name="connsiteY146" fmla="*/ 260379 h 5003808"/>
              <a:gd name="connsiteX147" fmla="*/ 12192000 w 12192000"/>
              <a:gd name="connsiteY147" fmla="*/ 5003808 h 5003808"/>
              <a:gd name="connsiteX148" fmla="*/ 0 w 12192000"/>
              <a:gd name="connsiteY148" fmla="*/ 5003808 h 5003808"/>
              <a:gd name="connsiteX149" fmla="*/ 0 w 12192000"/>
              <a:gd name="connsiteY149" fmla="*/ 621279 h 5003808"/>
              <a:gd name="connsiteX150" fmla="*/ 11075 w 12192000"/>
              <a:gd name="connsiteY150" fmla="*/ 619008 h 5003808"/>
              <a:gd name="connsiteX151" fmla="*/ 44061 w 12192000"/>
              <a:gd name="connsiteY151" fmla="*/ 612426 h 5003808"/>
              <a:gd name="connsiteX152" fmla="*/ 136694 w 12192000"/>
              <a:gd name="connsiteY152" fmla="*/ 560245 h 5003808"/>
              <a:gd name="connsiteX153" fmla="*/ 170342 w 12192000"/>
              <a:gd name="connsiteY153" fmla="*/ 554907 h 5003808"/>
              <a:gd name="connsiteX154" fmla="*/ 168955 w 12192000"/>
              <a:gd name="connsiteY154" fmla="*/ 545994 h 5003808"/>
              <a:gd name="connsiteX155" fmla="*/ 181474 w 12192000"/>
              <a:gd name="connsiteY155" fmla="*/ 545111 h 5003808"/>
              <a:gd name="connsiteX156" fmla="*/ 209440 w 12192000"/>
              <a:gd name="connsiteY156" fmla="*/ 544391 h 5003808"/>
              <a:gd name="connsiteX157" fmla="*/ 293152 w 12192000"/>
              <a:gd name="connsiteY157" fmla="*/ 540406 h 5003808"/>
              <a:gd name="connsiteX158" fmla="*/ 315693 w 12192000"/>
              <a:gd name="connsiteY158" fmla="*/ 522860 h 5003808"/>
              <a:gd name="connsiteX159" fmla="*/ 337305 w 12192000"/>
              <a:gd name="connsiteY159" fmla="*/ 522202 h 5003808"/>
              <a:gd name="connsiteX160" fmla="*/ 462252 w 12192000"/>
              <a:gd name="connsiteY160" fmla="*/ 496981 h 5003808"/>
              <a:gd name="connsiteX161" fmla="*/ 479457 w 12192000"/>
              <a:gd name="connsiteY161" fmla="*/ 494953 h 5003808"/>
              <a:gd name="connsiteX162" fmla="*/ 488653 w 12192000"/>
              <a:gd name="connsiteY162" fmla="*/ 487087 h 5003808"/>
              <a:gd name="connsiteX163" fmla="*/ 522053 w 12192000"/>
              <a:gd name="connsiteY163" fmla="*/ 484955 h 5003808"/>
              <a:gd name="connsiteX164" fmla="*/ 523520 w 12192000"/>
              <a:gd name="connsiteY164" fmla="*/ 480543 h 5003808"/>
              <a:gd name="connsiteX165" fmla="*/ 632714 w 12192000"/>
              <a:gd name="connsiteY165" fmla="*/ 440931 h 5003808"/>
              <a:gd name="connsiteX166" fmla="*/ 651426 w 12192000"/>
              <a:gd name="connsiteY166" fmla="*/ 434374 h 5003808"/>
              <a:gd name="connsiteX167" fmla="*/ 667724 w 12192000"/>
              <a:gd name="connsiteY167" fmla="*/ 435968 h 5003808"/>
              <a:gd name="connsiteX168" fmla="*/ 757679 w 12192000"/>
              <a:gd name="connsiteY168" fmla="*/ 428975 h 5003808"/>
              <a:gd name="connsiteX169" fmla="*/ 779159 w 12192000"/>
              <a:gd name="connsiteY169" fmla="*/ 431889 h 5003808"/>
              <a:gd name="connsiteX170" fmla="*/ 788293 w 12192000"/>
              <a:gd name="connsiteY170" fmla="*/ 438693 h 5003808"/>
              <a:gd name="connsiteX171" fmla="*/ 822923 w 12192000"/>
              <a:gd name="connsiteY171" fmla="*/ 424904 h 5003808"/>
              <a:gd name="connsiteX172" fmla="*/ 876559 w 12192000"/>
              <a:gd name="connsiteY172" fmla="*/ 414918 h 5003808"/>
              <a:gd name="connsiteX173" fmla="*/ 902011 w 12192000"/>
              <a:gd name="connsiteY173" fmla="*/ 407948 h 5003808"/>
              <a:gd name="connsiteX174" fmla="*/ 922715 w 12192000"/>
              <a:gd name="connsiteY174" fmla="*/ 411529 h 5003808"/>
              <a:gd name="connsiteX175" fmla="*/ 1040139 w 12192000"/>
              <a:gd name="connsiteY175" fmla="*/ 410420 h 5003808"/>
              <a:gd name="connsiteX176" fmla="*/ 1067251 w 12192000"/>
              <a:gd name="connsiteY176" fmla="*/ 416214 h 5003808"/>
              <a:gd name="connsiteX177" fmla="*/ 1080272 w 12192000"/>
              <a:gd name="connsiteY177" fmla="*/ 428499 h 5003808"/>
              <a:gd name="connsiteX178" fmla="*/ 1090219 w 12192000"/>
              <a:gd name="connsiteY178" fmla="*/ 423856 h 5003808"/>
              <a:gd name="connsiteX179" fmla="*/ 1161226 w 12192000"/>
              <a:gd name="connsiteY179" fmla="*/ 422134 h 5003808"/>
              <a:gd name="connsiteX180" fmla="*/ 1207525 w 12192000"/>
              <a:gd name="connsiteY180" fmla="*/ 419869 h 5003808"/>
              <a:gd name="connsiteX181" fmla="*/ 1210030 w 12192000"/>
              <a:gd name="connsiteY181" fmla="*/ 402635 h 5003808"/>
              <a:gd name="connsiteX182" fmla="*/ 1251170 w 12192000"/>
              <a:gd name="connsiteY182" fmla="*/ 395772 h 5003808"/>
              <a:gd name="connsiteX183" fmla="*/ 1295331 w 12192000"/>
              <a:gd name="connsiteY183" fmla="*/ 406012 h 5003808"/>
              <a:gd name="connsiteX184" fmla="*/ 1347118 w 12192000"/>
              <a:gd name="connsiteY184" fmla="*/ 403534 h 5003808"/>
              <a:gd name="connsiteX185" fmla="*/ 1378108 w 12192000"/>
              <a:gd name="connsiteY185" fmla="*/ 402240 h 5003808"/>
              <a:gd name="connsiteX186" fmla="*/ 1459192 w 12192000"/>
              <a:gd name="connsiteY186" fmla="*/ 384749 h 5003808"/>
              <a:gd name="connsiteX187" fmla="*/ 1590120 w 12192000"/>
              <a:gd name="connsiteY187" fmla="*/ 321438 h 5003808"/>
              <a:gd name="connsiteX188" fmla="*/ 1631417 w 12192000"/>
              <a:gd name="connsiteY188" fmla="*/ 312057 h 5003808"/>
              <a:gd name="connsiteX189" fmla="*/ 1638727 w 12192000"/>
              <a:gd name="connsiteY189" fmla="*/ 315440 h 5003808"/>
              <a:gd name="connsiteX190" fmla="*/ 1844438 w 12192000"/>
              <a:gd name="connsiteY190" fmla="*/ 275134 h 5003808"/>
              <a:gd name="connsiteX191" fmla="*/ 1881324 w 12192000"/>
              <a:gd name="connsiteY191" fmla="*/ 272327 h 5003808"/>
              <a:gd name="connsiteX192" fmla="*/ 1908999 w 12192000"/>
              <a:gd name="connsiteY192" fmla="*/ 273168 h 5003808"/>
              <a:gd name="connsiteX193" fmla="*/ 1974956 w 12192000"/>
              <a:gd name="connsiteY193" fmla="*/ 259788 h 5003808"/>
              <a:gd name="connsiteX194" fmla="*/ 2082409 w 12192000"/>
              <a:gd name="connsiteY194" fmla="*/ 231120 h 5003808"/>
              <a:gd name="connsiteX195" fmla="*/ 2105639 w 12192000"/>
              <a:gd name="connsiteY195" fmla="*/ 226478 h 5003808"/>
              <a:gd name="connsiteX196" fmla="*/ 2126992 w 12192000"/>
              <a:gd name="connsiteY196" fmla="*/ 228298 h 5003808"/>
              <a:gd name="connsiteX197" fmla="*/ 2133154 w 12192000"/>
              <a:gd name="connsiteY197" fmla="*/ 233782 h 5003808"/>
              <a:gd name="connsiteX198" fmla="*/ 2146154 w 12192000"/>
              <a:gd name="connsiteY198" fmla="*/ 232162 h 5003808"/>
              <a:gd name="connsiteX199" fmla="*/ 2149901 w 12192000"/>
              <a:gd name="connsiteY199" fmla="*/ 232946 h 5003808"/>
              <a:gd name="connsiteX200" fmla="*/ 2171100 w 12192000"/>
              <a:gd name="connsiteY200" fmla="*/ 236219 h 5003808"/>
              <a:gd name="connsiteX201" fmla="*/ 2209148 w 12192000"/>
              <a:gd name="connsiteY201" fmla="*/ 213055 h 5003808"/>
              <a:gd name="connsiteX202" fmla="*/ 2261889 w 12192000"/>
              <a:gd name="connsiteY202" fmla="*/ 209362 h 5003808"/>
              <a:gd name="connsiteX203" fmla="*/ 2452315 w 12192000"/>
              <a:gd name="connsiteY203" fmla="*/ 156729 h 5003808"/>
              <a:gd name="connsiteX204" fmla="*/ 2487710 w 12192000"/>
              <a:gd name="connsiteY204" fmla="*/ 173097 h 5003808"/>
              <a:gd name="connsiteX205" fmla="*/ 2567870 w 12192000"/>
              <a:gd name="connsiteY205" fmla="*/ 160252 h 5003808"/>
              <a:gd name="connsiteX206" fmla="*/ 2677053 w 12192000"/>
              <a:gd name="connsiteY206" fmla="*/ 96343 h 5003808"/>
              <a:gd name="connsiteX207" fmla="*/ 2823914 w 12192000"/>
              <a:gd name="connsiteY207" fmla="*/ 70697 h 5003808"/>
              <a:gd name="connsiteX208" fmla="*/ 2831912 w 12192000"/>
              <a:gd name="connsiteY208" fmla="*/ 59256 h 5003808"/>
              <a:gd name="connsiteX209" fmla="*/ 2843870 w 12192000"/>
              <a:gd name="connsiteY209" fmla="*/ 51337 h 5003808"/>
              <a:gd name="connsiteX210" fmla="*/ 2846217 w 12192000"/>
              <a:gd name="connsiteY210" fmla="*/ 51855 h 5003808"/>
              <a:gd name="connsiteX211" fmla="*/ 2862745 w 12192000"/>
              <a:gd name="connsiteY211" fmla="*/ 47072 h 5003808"/>
              <a:gd name="connsiteX212" fmla="*/ 2864596 w 12192000"/>
              <a:gd name="connsiteY212" fmla="*/ 43048 h 5003808"/>
              <a:gd name="connsiteX213" fmla="*/ 2875381 w 12192000"/>
              <a:gd name="connsiteY213" fmla="*/ 38833 h 5003808"/>
              <a:gd name="connsiteX214" fmla="*/ 2895139 w 12192000"/>
              <a:gd name="connsiteY214" fmla="*/ 28016 h 5003808"/>
              <a:gd name="connsiteX215" fmla="*/ 2900232 w 12192000"/>
              <a:gd name="connsiteY215" fmla="*/ 28348 h 5003808"/>
              <a:gd name="connsiteX216" fmla="*/ 2932205 w 12192000"/>
              <a:gd name="connsiteY216" fmla="*/ 15703 h 5003808"/>
              <a:gd name="connsiteX217" fmla="*/ 2933310 w 12192000"/>
              <a:gd name="connsiteY217" fmla="*/ 16646 h 5003808"/>
              <a:gd name="connsiteX218" fmla="*/ 2945218 w 12192000"/>
              <a:gd name="connsiteY218" fmla="*/ 17971 h 5003808"/>
              <a:gd name="connsiteX219" fmla="*/ 2966465 w 12192000"/>
              <a:gd name="connsiteY219" fmla="*/ 17947 h 5003808"/>
              <a:gd name="connsiteX220" fmla="*/ 3023668 w 12192000"/>
              <a:gd name="connsiteY220" fmla="*/ 31735 h 5003808"/>
              <a:gd name="connsiteX221" fmla="*/ 3057077 w 12192000"/>
              <a:gd name="connsiteY221" fmla="*/ 18675 h 5003808"/>
              <a:gd name="connsiteX222" fmla="*/ 3151915 w 12192000"/>
              <a:gd name="connsiteY222" fmla="*/ 15073 h 5003808"/>
              <a:gd name="connsiteX223" fmla="*/ 3251671 w 12192000"/>
              <a:gd name="connsiteY223" fmla="*/ 35405 h 5003808"/>
              <a:gd name="connsiteX224" fmla="*/ 3351400 w 12192000"/>
              <a:gd name="connsiteY224" fmla="*/ 36517 h 5003808"/>
              <a:gd name="connsiteX225" fmla="*/ 3387481 w 12192000"/>
              <a:gd name="connsiteY225" fmla="*/ 35273 h 5003808"/>
              <a:gd name="connsiteX226" fmla="*/ 3451923 w 12192000"/>
              <a:gd name="connsiteY226" fmla="*/ 40312 h 5003808"/>
              <a:gd name="connsiteX227" fmla="*/ 3481520 w 12192000"/>
              <a:gd name="connsiteY227" fmla="*/ 47117 h 5003808"/>
              <a:gd name="connsiteX228" fmla="*/ 3482804 w 12192000"/>
              <a:gd name="connsiteY228" fmla="*/ 46642 h 5003808"/>
              <a:gd name="connsiteX229" fmla="*/ 3485495 w 12192000"/>
              <a:gd name="connsiteY229" fmla="*/ 49751 h 5003808"/>
              <a:gd name="connsiteX230" fmla="*/ 3490972 w 12192000"/>
              <a:gd name="connsiteY230" fmla="*/ 51116 h 5003808"/>
              <a:gd name="connsiteX231" fmla="*/ 3505835 w 12192000"/>
              <a:gd name="connsiteY231" fmla="*/ 49907 h 5003808"/>
              <a:gd name="connsiteX232" fmla="*/ 3511410 w 12192000"/>
              <a:gd name="connsiteY232" fmla="*/ 48638 h 5003808"/>
              <a:gd name="connsiteX233" fmla="*/ 3519598 w 12192000"/>
              <a:gd name="connsiteY233" fmla="*/ 48513 h 5003808"/>
              <a:gd name="connsiteX234" fmla="*/ 3519807 w 12192000"/>
              <a:gd name="connsiteY234" fmla="*/ 48768 h 5003808"/>
              <a:gd name="connsiteX235" fmla="*/ 3527466 w 12192000"/>
              <a:gd name="connsiteY235" fmla="*/ 48146 h 5003808"/>
              <a:gd name="connsiteX236" fmla="*/ 3564889 w 12192000"/>
              <a:gd name="connsiteY236" fmla="*/ 41820 h 5003808"/>
              <a:gd name="connsiteX237" fmla="*/ 3614922 w 12192000"/>
              <a:gd name="connsiteY237" fmla="*/ 65634 h 5003808"/>
              <a:gd name="connsiteX238" fmla="*/ 3635506 w 12192000"/>
              <a:gd name="connsiteY238" fmla="*/ 69548 h 5003808"/>
              <a:gd name="connsiteX239" fmla="*/ 3646525 w 12192000"/>
              <a:gd name="connsiteY239" fmla="*/ 73023 h 5003808"/>
              <a:gd name="connsiteX240" fmla="*/ 3647224 w 12192000"/>
              <a:gd name="connsiteY240" fmla="*/ 74133 h 5003808"/>
              <a:gd name="connsiteX241" fmla="*/ 3683100 w 12192000"/>
              <a:gd name="connsiteY241" fmla="*/ 67939 h 5003808"/>
              <a:gd name="connsiteX242" fmla="*/ 3687901 w 12192000"/>
              <a:gd name="connsiteY242" fmla="*/ 69202 h 5003808"/>
              <a:gd name="connsiteX243" fmla="*/ 3711234 w 12192000"/>
              <a:gd name="connsiteY243" fmla="*/ 62495 h 5003808"/>
              <a:gd name="connsiteX244" fmla="*/ 3723318 w 12192000"/>
              <a:gd name="connsiteY244" fmla="*/ 60455 h 5003808"/>
              <a:gd name="connsiteX245" fmla="*/ 3726677 w 12192000"/>
              <a:gd name="connsiteY245" fmla="*/ 56942 h 5003808"/>
              <a:gd name="connsiteX246" fmla="*/ 3744535 w 12192000"/>
              <a:gd name="connsiteY246" fmla="*/ 55420 h 5003808"/>
              <a:gd name="connsiteX247" fmla="*/ 3746608 w 12192000"/>
              <a:gd name="connsiteY247" fmla="*/ 56352 h 5003808"/>
              <a:gd name="connsiteX248" fmla="*/ 3761262 w 12192000"/>
              <a:gd name="connsiteY248" fmla="*/ 50977 h 5003808"/>
              <a:gd name="connsiteX249" fmla="*/ 3773451 w 12192000"/>
              <a:gd name="connsiteY249" fmla="*/ 41496 h 5003808"/>
              <a:gd name="connsiteX250" fmla="*/ 3925626 w 12192000"/>
              <a:gd name="connsiteY250" fmla="*/ 44131 h 5003808"/>
              <a:gd name="connsiteX251" fmla="*/ 4056184 w 12192000"/>
              <a:gd name="connsiteY251" fmla="*/ 3115 h 5003808"/>
              <a:gd name="connsiteX0" fmla="*/ 4056184 w 12192000"/>
              <a:gd name="connsiteY0" fmla="*/ 3115 h 5003808"/>
              <a:gd name="connsiteX1" fmla="*/ 4138795 w 12192000"/>
              <a:gd name="connsiteY1" fmla="*/ 5658 h 5003808"/>
              <a:gd name="connsiteX2" fmla="*/ 4166706 w 12192000"/>
              <a:gd name="connsiteY2" fmla="*/ 27903 h 5003808"/>
              <a:gd name="connsiteX3" fmla="*/ 4371550 w 12192000"/>
              <a:gd name="connsiteY3" fmla="*/ 12746 h 5003808"/>
              <a:gd name="connsiteX4" fmla="*/ 4424056 w 12192000"/>
              <a:gd name="connsiteY4" fmla="*/ 18981 h 5003808"/>
              <a:gd name="connsiteX5" fmla="*/ 4469897 w 12192000"/>
              <a:gd name="connsiteY5" fmla="*/ 3830 h 5003808"/>
              <a:gd name="connsiteX6" fmla="*/ 4489151 w 12192000"/>
              <a:gd name="connsiteY6" fmla="*/ 10897 h 5003808"/>
              <a:gd name="connsiteX7" fmla="*/ 4492479 w 12192000"/>
              <a:gd name="connsiteY7" fmla="*/ 12342 h 5003808"/>
              <a:gd name="connsiteX8" fmla="*/ 4505693 w 12192000"/>
              <a:gd name="connsiteY8" fmla="*/ 13196 h 5003808"/>
              <a:gd name="connsiteX9" fmla="*/ 4509529 w 12192000"/>
              <a:gd name="connsiteY9" fmla="*/ 19597 h 5003808"/>
              <a:gd name="connsiteX10" fmla="*/ 4529499 w 12192000"/>
              <a:gd name="connsiteY10" fmla="*/ 25299 h 5003808"/>
              <a:gd name="connsiteX11" fmla="*/ 4553795 w 12192000"/>
              <a:gd name="connsiteY11" fmla="*/ 25153 h 5003808"/>
              <a:gd name="connsiteX12" fmla="*/ 4640118 w 12192000"/>
              <a:gd name="connsiteY12" fmla="*/ 25311 h 5003808"/>
              <a:gd name="connsiteX13" fmla="*/ 4654127 w 12192000"/>
              <a:gd name="connsiteY13" fmla="*/ 21564 h 5003808"/>
              <a:gd name="connsiteX14" fmla="*/ 4700168 w 12192000"/>
              <a:gd name="connsiteY14" fmla="*/ 26565 h 5003808"/>
              <a:gd name="connsiteX15" fmla="*/ 4741127 w 12192000"/>
              <a:gd name="connsiteY15" fmla="*/ 27139 h 5003808"/>
              <a:gd name="connsiteX16" fmla="*/ 4767598 w 12192000"/>
              <a:gd name="connsiteY16" fmla="*/ 23884 h 5003808"/>
              <a:gd name="connsiteX17" fmla="*/ 4774592 w 12192000"/>
              <a:gd name="connsiteY17" fmla="*/ 26061 h 5003808"/>
              <a:gd name="connsiteX18" fmla="*/ 4801328 w 12192000"/>
              <a:gd name="connsiteY18" fmla="*/ 27066 h 5003808"/>
              <a:gd name="connsiteX19" fmla="*/ 4814870 w 12192000"/>
              <a:gd name="connsiteY19" fmla="*/ 23409 h 5003808"/>
              <a:gd name="connsiteX20" fmla="*/ 4828440 w 12192000"/>
              <a:gd name="connsiteY20" fmla="*/ 31027 h 5003808"/>
              <a:gd name="connsiteX21" fmla="*/ 4831826 w 12192000"/>
              <a:gd name="connsiteY21" fmla="*/ 36730 h 5003808"/>
              <a:gd name="connsiteX22" fmla="*/ 4850785 w 12192000"/>
              <a:gd name="connsiteY22" fmla="*/ 33802 h 5003808"/>
              <a:gd name="connsiteX23" fmla="*/ 4866468 w 12192000"/>
              <a:gd name="connsiteY23" fmla="*/ 39151 h 5003808"/>
              <a:gd name="connsiteX24" fmla="*/ 4879983 w 12192000"/>
              <a:gd name="connsiteY24" fmla="*/ 35227 h 5003808"/>
              <a:gd name="connsiteX25" fmla="*/ 4885635 w 12192000"/>
              <a:gd name="connsiteY25" fmla="*/ 35954 h 5003808"/>
              <a:gd name="connsiteX26" fmla="*/ 4899698 w 12192000"/>
              <a:gd name="connsiteY26" fmla="*/ 38488 h 5003808"/>
              <a:gd name="connsiteX27" fmla="*/ 4923986 w 12192000"/>
              <a:gd name="connsiteY27" fmla="*/ 44244 h 5003808"/>
              <a:gd name="connsiteX28" fmla="*/ 4931544 w 12192000"/>
              <a:gd name="connsiteY28" fmla="*/ 44970 h 5003808"/>
              <a:gd name="connsiteX29" fmla="*/ 4948135 w 12192000"/>
              <a:gd name="connsiteY29" fmla="*/ 54141 h 5003808"/>
              <a:gd name="connsiteX30" fmla="*/ 4980068 w 12192000"/>
              <a:gd name="connsiteY30" fmla="*/ 61664 h 5003808"/>
              <a:gd name="connsiteX31" fmla="*/ 5036541 w 12192000"/>
              <a:gd name="connsiteY31" fmla="*/ 88905 h 5003808"/>
              <a:gd name="connsiteX32" fmla="*/ 5069678 w 12192000"/>
              <a:gd name="connsiteY32" fmla="*/ 101791 h 5003808"/>
              <a:gd name="connsiteX33" fmla="*/ 5092160 w 12192000"/>
              <a:gd name="connsiteY33" fmla="*/ 113815 h 5003808"/>
              <a:gd name="connsiteX34" fmla="*/ 5158166 w 12192000"/>
              <a:gd name="connsiteY34" fmla="*/ 130180 h 5003808"/>
              <a:gd name="connsiteX35" fmla="*/ 5271252 w 12192000"/>
              <a:gd name="connsiteY35" fmla="*/ 151350 h 5003808"/>
              <a:gd name="connsiteX36" fmla="*/ 5294438 w 12192000"/>
              <a:gd name="connsiteY36" fmla="*/ 157168 h 5003808"/>
              <a:gd name="connsiteX37" fmla="*/ 5310840 w 12192000"/>
              <a:gd name="connsiteY37" fmla="*/ 167381 h 5003808"/>
              <a:gd name="connsiteX38" fmla="*/ 5311570 w 12192000"/>
              <a:gd name="connsiteY38" fmla="*/ 174293 h 5003808"/>
              <a:gd name="connsiteX39" fmla="*/ 5323756 w 12192000"/>
              <a:gd name="connsiteY39" fmla="*/ 178330 h 5003808"/>
              <a:gd name="connsiteX40" fmla="*/ 5326259 w 12192000"/>
              <a:gd name="connsiteY40" fmla="*/ 180492 h 5003808"/>
              <a:gd name="connsiteX41" fmla="*/ 5341357 w 12192000"/>
              <a:gd name="connsiteY41" fmla="*/ 191805 h 5003808"/>
              <a:gd name="connsiteX42" fmla="*/ 5391908 w 12192000"/>
              <a:gd name="connsiteY42" fmla="*/ 188903 h 5003808"/>
              <a:gd name="connsiteX43" fmla="*/ 5492371 w 12192000"/>
              <a:gd name="connsiteY43" fmla="*/ 234753 h 5003808"/>
              <a:gd name="connsiteX44" fmla="*/ 5640913 w 12192000"/>
              <a:gd name="connsiteY44" fmla="*/ 243640 h 5003808"/>
              <a:gd name="connsiteX45" fmla="*/ 5877770 w 12192000"/>
              <a:gd name="connsiteY45" fmla="*/ 287577 h 5003808"/>
              <a:gd name="connsiteX46" fmla="*/ 5989615 w 12192000"/>
              <a:gd name="connsiteY46" fmla="*/ 310275 h 5003808"/>
              <a:gd name="connsiteX47" fmla="*/ 5996857 w 12192000"/>
              <a:gd name="connsiteY47" fmla="*/ 314161 h 5003808"/>
              <a:gd name="connsiteX48" fmla="*/ 6037387 w 12192000"/>
              <a:gd name="connsiteY48" fmla="*/ 303138 h 5003808"/>
              <a:gd name="connsiteX49" fmla="*/ 6113074 w 12192000"/>
              <a:gd name="connsiteY49" fmla="*/ 316457 h 5003808"/>
              <a:gd name="connsiteX50" fmla="*/ 6280929 w 12192000"/>
              <a:gd name="connsiteY50" fmla="*/ 341056 h 5003808"/>
              <a:gd name="connsiteX51" fmla="*/ 6298665 w 12192000"/>
              <a:gd name="connsiteY51" fmla="*/ 333543 h 5003808"/>
              <a:gd name="connsiteX52" fmla="*/ 6317326 w 12192000"/>
              <a:gd name="connsiteY52" fmla="*/ 330406 h 5003808"/>
              <a:gd name="connsiteX53" fmla="*/ 6319212 w 12192000"/>
              <a:gd name="connsiteY53" fmla="*/ 331616 h 5003808"/>
              <a:gd name="connsiteX54" fmla="*/ 6339724 w 12192000"/>
              <a:gd name="connsiteY54" fmla="*/ 332710 h 5003808"/>
              <a:gd name="connsiteX55" fmla="*/ 6345010 w 12192000"/>
              <a:gd name="connsiteY55" fmla="*/ 329760 h 5003808"/>
              <a:gd name="connsiteX56" fmla="*/ 6359332 w 12192000"/>
              <a:gd name="connsiteY56" fmla="*/ 329511 h 5003808"/>
              <a:gd name="connsiteX57" fmla="*/ 6388220 w 12192000"/>
              <a:gd name="connsiteY57" fmla="*/ 326326 h 5003808"/>
              <a:gd name="connsiteX58" fmla="*/ 6392994 w 12192000"/>
              <a:gd name="connsiteY58" fmla="*/ 328256 h 5003808"/>
              <a:gd name="connsiteX59" fmla="*/ 6435581 w 12192000"/>
              <a:gd name="connsiteY59" fmla="*/ 327387 h 5003808"/>
              <a:gd name="connsiteX60" fmla="*/ 6435870 w 12192000"/>
              <a:gd name="connsiteY60" fmla="*/ 328575 h 5003808"/>
              <a:gd name="connsiteX61" fmla="*/ 6446571 w 12192000"/>
              <a:gd name="connsiteY61" fmla="*/ 333569 h 5003808"/>
              <a:gd name="connsiteX62" fmla="*/ 6467701 w 12192000"/>
              <a:gd name="connsiteY62" fmla="*/ 340377 h 5003808"/>
              <a:gd name="connsiteX63" fmla="*/ 6512727 w 12192000"/>
              <a:gd name="connsiteY63" fmla="*/ 370917 h 5003808"/>
              <a:gd name="connsiteX64" fmla="*/ 6557094 w 12192000"/>
              <a:gd name="connsiteY64" fmla="*/ 370144 h 5003808"/>
              <a:gd name="connsiteX65" fmla="*/ 6565879 w 12192000"/>
              <a:gd name="connsiteY65" fmla="*/ 370642 h 5003808"/>
              <a:gd name="connsiteX66" fmla="*/ 6565997 w 12192000"/>
              <a:gd name="connsiteY66" fmla="*/ 370922 h 5003808"/>
              <a:gd name="connsiteX67" fmla="*/ 6575147 w 12192000"/>
              <a:gd name="connsiteY67" fmla="*/ 371986 h 5003808"/>
              <a:gd name="connsiteX68" fmla="*/ 6581899 w 12192000"/>
              <a:gd name="connsiteY68" fmla="*/ 371550 h 5003808"/>
              <a:gd name="connsiteX69" fmla="*/ 6598943 w 12192000"/>
              <a:gd name="connsiteY69" fmla="*/ 372518 h 5003808"/>
              <a:gd name="connsiteX70" fmla="*/ 6604421 w 12192000"/>
              <a:gd name="connsiteY70" fmla="*/ 374645 h 5003808"/>
              <a:gd name="connsiteX71" fmla="*/ 6606035 w 12192000"/>
              <a:gd name="connsiteY71" fmla="*/ 378077 h 5003808"/>
              <a:gd name="connsiteX72" fmla="*/ 6607669 w 12192000"/>
              <a:gd name="connsiteY72" fmla="*/ 377798 h 5003808"/>
              <a:gd name="connsiteX73" fmla="*/ 6637532 w 12192000"/>
              <a:gd name="connsiteY73" fmla="*/ 388737 h 5003808"/>
              <a:gd name="connsiteX74" fmla="*/ 6706880 w 12192000"/>
              <a:gd name="connsiteY74" fmla="*/ 402993 h 5003808"/>
              <a:gd name="connsiteX75" fmla="*/ 6747500 w 12192000"/>
              <a:gd name="connsiteY75" fmla="*/ 406998 h 5003808"/>
              <a:gd name="connsiteX76" fmla="*/ 6857783 w 12192000"/>
              <a:gd name="connsiteY76" fmla="*/ 422517 h 5003808"/>
              <a:gd name="connsiteX77" fmla="*/ 6967720 w 12192000"/>
              <a:gd name="connsiteY77" fmla="*/ 441551 h 5003808"/>
              <a:gd name="connsiteX78" fmla="*/ 7018394 w 12192000"/>
              <a:gd name="connsiteY78" fmla="*/ 470443 h 5003808"/>
              <a:gd name="connsiteX79" fmla="*/ 7024679 w 12192000"/>
              <a:gd name="connsiteY79" fmla="*/ 471580 h 5003808"/>
              <a:gd name="connsiteX80" fmla="*/ 7041715 w 12192000"/>
              <a:gd name="connsiteY80" fmla="*/ 469732 h 5003808"/>
              <a:gd name="connsiteX81" fmla="*/ 7048103 w 12192000"/>
              <a:gd name="connsiteY81" fmla="*/ 468222 h 5003808"/>
              <a:gd name="connsiteX82" fmla="*/ 7057490 w 12192000"/>
              <a:gd name="connsiteY82" fmla="*/ 467747 h 5003808"/>
              <a:gd name="connsiteX83" fmla="*/ 7057730 w 12192000"/>
              <a:gd name="connsiteY83" fmla="*/ 467995 h 5003808"/>
              <a:gd name="connsiteX84" fmla="*/ 7066511 w 12192000"/>
              <a:gd name="connsiteY84" fmla="*/ 467044 h 5003808"/>
              <a:gd name="connsiteX85" fmla="*/ 7109401 w 12192000"/>
              <a:gd name="connsiteY85" fmla="*/ 459098 h 5003808"/>
              <a:gd name="connsiteX86" fmla="*/ 7166830 w 12192000"/>
              <a:gd name="connsiteY86" fmla="*/ 480867 h 5003808"/>
              <a:gd name="connsiteX87" fmla="*/ 7190442 w 12192000"/>
              <a:gd name="connsiteY87" fmla="*/ 483920 h 5003808"/>
              <a:gd name="connsiteX88" fmla="*/ 7203083 w 12192000"/>
              <a:gd name="connsiteY88" fmla="*/ 486936 h 5003808"/>
              <a:gd name="connsiteX89" fmla="*/ 7203894 w 12192000"/>
              <a:gd name="connsiteY89" fmla="*/ 488020 h 5003808"/>
              <a:gd name="connsiteX90" fmla="*/ 7245004 w 12192000"/>
              <a:gd name="connsiteY90" fmla="*/ 480274 h 5003808"/>
              <a:gd name="connsiteX91" fmla="*/ 7250514 w 12192000"/>
              <a:gd name="connsiteY91" fmla="*/ 481336 h 5003808"/>
              <a:gd name="connsiteX92" fmla="*/ 7277246 w 12192000"/>
              <a:gd name="connsiteY92" fmla="*/ 473612 h 5003808"/>
              <a:gd name="connsiteX93" fmla="*/ 7291092 w 12192000"/>
              <a:gd name="connsiteY93" fmla="*/ 471047 h 5003808"/>
              <a:gd name="connsiteX94" fmla="*/ 7294933 w 12192000"/>
              <a:gd name="connsiteY94" fmla="*/ 467379 h 5003808"/>
              <a:gd name="connsiteX95" fmla="*/ 7315408 w 12192000"/>
              <a:gd name="connsiteY95" fmla="*/ 465090 h 5003808"/>
              <a:gd name="connsiteX96" fmla="*/ 7317786 w 12192000"/>
              <a:gd name="connsiteY96" fmla="*/ 465936 h 5003808"/>
              <a:gd name="connsiteX97" fmla="*/ 7334572 w 12192000"/>
              <a:gd name="connsiteY97" fmla="*/ 459918 h 5003808"/>
              <a:gd name="connsiteX98" fmla="*/ 7348520 w 12192000"/>
              <a:gd name="connsiteY98" fmla="*/ 449880 h 5003808"/>
              <a:gd name="connsiteX99" fmla="*/ 7522997 w 12192000"/>
              <a:gd name="connsiteY99" fmla="*/ 446039 h 5003808"/>
              <a:gd name="connsiteX100" fmla="*/ 7686985 w 12192000"/>
              <a:gd name="connsiteY100" fmla="*/ 423635 h 5003808"/>
              <a:gd name="connsiteX101" fmla="*/ 7854068 w 12192000"/>
              <a:gd name="connsiteY101" fmla="*/ 413604 h 5003808"/>
              <a:gd name="connsiteX102" fmla="*/ 8034165 w 12192000"/>
              <a:gd name="connsiteY102" fmla="*/ 395529 h 5003808"/>
              <a:gd name="connsiteX103" fmla="*/ 8094381 w 12192000"/>
              <a:gd name="connsiteY103" fmla="*/ 399548 h 5003808"/>
              <a:gd name="connsiteX104" fmla="*/ 8146898 w 12192000"/>
              <a:gd name="connsiteY104" fmla="*/ 382388 h 5003808"/>
              <a:gd name="connsiteX105" fmla="*/ 8168993 w 12192000"/>
              <a:gd name="connsiteY105" fmla="*/ 388660 h 5003808"/>
              <a:gd name="connsiteX106" fmla="*/ 8172809 w 12192000"/>
              <a:gd name="connsiteY106" fmla="*/ 389967 h 5003808"/>
              <a:gd name="connsiteX107" fmla="*/ 8187962 w 12192000"/>
              <a:gd name="connsiteY107" fmla="*/ 390263 h 5003808"/>
              <a:gd name="connsiteX108" fmla="*/ 8192382 w 12192000"/>
              <a:gd name="connsiteY108" fmla="*/ 396522 h 5003808"/>
              <a:gd name="connsiteX109" fmla="*/ 8375192 w 12192000"/>
              <a:gd name="connsiteY109" fmla="*/ 387709 h 5003808"/>
              <a:gd name="connsiteX110" fmla="*/ 8454377 w 12192000"/>
              <a:gd name="connsiteY110" fmla="*/ 384161 h 5003808"/>
              <a:gd name="connsiteX111" fmla="*/ 8484740 w 12192000"/>
              <a:gd name="connsiteY111" fmla="*/ 388989 h 5003808"/>
              <a:gd name="connsiteX112" fmla="*/ 8601673 w 12192000"/>
              <a:gd name="connsiteY112" fmla="*/ 400931 h 5003808"/>
              <a:gd name="connsiteX113" fmla="*/ 8701676 w 12192000"/>
              <a:gd name="connsiteY113" fmla="*/ 405181 h 5003808"/>
              <a:gd name="connsiteX114" fmla="*/ 8773288 w 12192000"/>
              <a:gd name="connsiteY114" fmla="*/ 381907 h 5003808"/>
              <a:gd name="connsiteX115" fmla="*/ 8779909 w 12192000"/>
              <a:gd name="connsiteY115" fmla="*/ 386276 h 5003808"/>
              <a:gd name="connsiteX116" fmla="*/ 8829932 w 12192000"/>
              <a:gd name="connsiteY116" fmla="*/ 383073 h 5003808"/>
              <a:gd name="connsiteX117" fmla="*/ 9003386 w 12192000"/>
              <a:gd name="connsiteY117" fmla="*/ 340072 h 5003808"/>
              <a:gd name="connsiteX118" fmla="*/ 9101185 w 12192000"/>
              <a:gd name="connsiteY118" fmla="*/ 334692 h 5003808"/>
              <a:gd name="connsiteX119" fmla="*/ 9136185 w 12192000"/>
              <a:gd name="connsiteY119" fmla="*/ 337908 h 5003808"/>
              <a:gd name="connsiteX120" fmla="*/ 9194801 w 12192000"/>
              <a:gd name="connsiteY120" fmla="*/ 342979 h 5003808"/>
              <a:gd name="connsiteX121" fmla="*/ 9239316 w 12192000"/>
              <a:gd name="connsiteY121" fmla="*/ 359388 h 5003808"/>
              <a:gd name="connsiteX122" fmla="*/ 9288052 w 12192000"/>
              <a:gd name="connsiteY122" fmla="*/ 358626 h 5003808"/>
              <a:gd name="connsiteX123" fmla="*/ 9298465 w 12192000"/>
              <a:gd name="connsiteY123" fmla="*/ 342126 h 5003808"/>
              <a:gd name="connsiteX124" fmla="*/ 9350892 w 12192000"/>
              <a:gd name="connsiteY124" fmla="*/ 346608 h 5003808"/>
              <a:gd name="connsiteX125" fmla="*/ 9430522 w 12192000"/>
              <a:gd name="connsiteY125" fmla="*/ 355198 h 5003808"/>
              <a:gd name="connsiteX126" fmla="*/ 9476215 w 12192000"/>
              <a:gd name="connsiteY126" fmla="*/ 355937 h 5003808"/>
              <a:gd name="connsiteX127" fmla="*/ 9601276 w 12192000"/>
              <a:gd name="connsiteY127" fmla="*/ 362534 h 5003808"/>
              <a:gd name="connsiteX128" fmla="*/ 9726733 w 12192000"/>
              <a:gd name="connsiteY128" fmla="*/ 372631 h 5003808"/>
              <a:gd name="connsiteX129" fmla="*/ 9802144 w 12192000"/>
              <a:gd name="connsiteY129" fmla="*/ 398309 h 5003808"/>
              <a:gd name="connsiteX130" fmla="*/ 9905153 w 12192000"/>
              <a:gd name="connsiteY130" fmla="*/ 404480 h 5003808"/>
              <a:gd name="connsiteX131" fmla="*/ 9922553 w 12192000"/>
              <a:gd name="connsiteY131" fmla="*/ 408399 h 5003808"/>
              <a:gd name="connsiteX132" fmla="*/ 10044658 w 12192000"/>
              <a:gd name="connsiteY132" fmla="*/ 421907 h 5003808"/>
              <a:gd name="connsiteX133" fmla="*/ 10184585 w 12192000"/>
              <a:gd name="connsiteY133" fmla="*/ 410968 h 5003808"/>
              <a:gd name="connsiteX134" fmla="*/ 10366435 w 12192000"/>
              <a:gd name="connsiteY134" fmla="*/ 466258 h 5003808"/>
              <a:gd name="connsiteX135" fmla="*/ 10688220 w 12192000"/>
              <a:gd name="connsiteY135" fmla="*/ 546088 h 5003808"/>
              <a:gd name="connsiteX136" fmla="*/ 11026690 w 12192000"/>
              <a:gd name="connsiteY136" fmla="*/ 554511 h 5003808"/>
              <a:gd name="connsiteX137" fmla="*/ 11113779 w 12192000"/>
              <a:gd name="connsiteY137" fmla="*/ 537698 h 5003808"/>
              <a:gd name="connsiteX138" fmla="*/ 11369556 w 12192000"/>
              <a:gd name="connsiteY138" fmla="*/ 495549 h 5003808"/>
              <a:gd name="connsiteX139" fmla="*/ 11623342 w 12192000"/>
              <a:gd name="connsiteY139" fmla="*/ 392258 h 5003808"/>
              <a:gd name="connsiteX140" fmla="*/ 11786511 w 12192000"/>
              <a:gd name="connsiteY140" fmla="*/ 362220 h 5003808"/>
              <a:gd name="connsiteX141" fmla="*/ 11862577 w 12192000"/>
              <a:gd name="connsiteY141" fmla="*/ 334379 h 5003808"/>
              <a:gd name="connsiteX142" fmla="*/ 11916612 w 12192000"/>
              <a:gd name="connsiteY142" fmla="*/ 327640 h 5003808"/>
              <a:gd name="connsiteX143" fmla="*/ 11948830 w 12192000"/>
              <a:gd name="connsiteY143" fmla="*/ 321892 h 5003808"/>
              <a:gd name="connsiteX144" fmla="*/ 12001583 w 12192000"/>
              <a:gd name="connsiteY144" fmla="*/ 283473 h 5003808"/>
              <a:gd name="connsiteX145" fmla="*/ 12174977 w 12192000"/>
              <a:gd name="connsiteY145" fmla="*/ 268482 h 5003808"/>
              <a:gd name="connsiteX146" fmla="*/ 12192000 w 12192000"/>
              <a:gd name="connsiteY146" fmla="*/ 260379 h 5003808"/>
              <a:gd name="connsiteX147" fmla="*/ 12192000 w 12192000"/>
              <a:gd name="connsiteY147" fmla="*/ 5003808 h 5003808"/>
              <a:gd name="connsiteX148" fmla="*/ 0 w 12192000"/>
              <a:gd name="connsiteY148" fmla="*/ 5003808 h 5003808"/>
              <a:gd name="connsiteX149" fmla="*/ 0 w 12192000"/>
              <a:gd name="connsiteY149" fmla="*/ 621279 h 5003808"/>
              <a:gd name="connsiteX150" fmla="*/ 11075 w 12192000"/>
              <a:gd name="connsiteY150" fmla="*/ 619008 h 5003808"/>
              <a:gd name="connsiteX151" fmla="*/ 44061 w 12192000"/>
              <a:gd name="connsiteY151" fmla="*/ 612426 h 5003808"/>
              <a:gd name="connsiteX152" fmla="*/ 136694 w 12192000"/>
              <a:gd name="connsiteY152" fmla="*/ 560245 h 5003808"/>
              <a:gd name="connsiteX153" fmla="*/ 170342 w 12192000"/>
              <a:gd name="connsiteY153" fmla="*/ 554907 h 5003808"/>
              <a:gd name="connsiteX154" fmla="*/ 168955 w 12192000"/>
              <a:gd name="connsiteY154" fmla="*/ 545994 h 5003808"/>
              <a:gd name="connsiteX155" fmla="*/ 181474 w 12192000"/>
              <a:gd name="connsiteY155" fmla="*/ 545111 h 5003808"/>
              <a:gd name="connsiteX156" fmla="*/ 209440 w 12192000"/>
              <a:gd name="connsiteY156" fmla="*/ 544391 h 5003808"/>
              <a:gd name="connsiteX157" fmla="*/ 293152 w 12192000"/>
              <a:gd name="connsiteY157" fmla="*/ 540406 h 5003808"/>
              <a:gd name="connsiteX158" fmla="*/ 315693 w 12192000"/>
              <a:gd name="connsiteY158" fmla="*/ 522860 h 5003808"/>
              <a:gd name="connsiteX159" fmla="*/ 337305 w 12192000"/>
              <a:gd name="connsiteY159" fmla="*/ 522202 h 5003808"/>
              <a:gd name="connsiteX160" fmla="*/ 462252 w 12192000"/>
              <a:gd name="connsiteY160" fmla="*/ 496981 h 5003808"/>
              <a:gd name="connsiteX161" fmla="*/ 479457 w 12192000"/>
              <a:gd name="connsiteY161" fmla="*/ 494953 h 5003808"/>
              <a:gd name="connsiteX162" fmla="*/ 488653 w 12192000"/>
              <a:gd name="connsiteY162" fmla="*/ 487087 h 5003808"/>
              <a:gd name="connsiteX163" fmla="*/ 522053 w 12192000"/>
              <a:gd name="connsiteY163" fmla="*/ 484955 h 5003808"/>
              <a:gd name="connsiteX164" fmla="*/ 523520 w 12192000"/>
              <a:gd name="connsiteY164" fmla="*/ 480543 h 5003808"/>
              <a:gd name="connsiteX165" fmla="*/ 632714 w 12192000"/>
              <a:gd name="connsiteY165" fmla="*/ 440931 h 5003808"/>
              <a:gd name="connsiteX166" fmla="*/ 651426 w 12192000"/>
              <a:gd name="connsiteY166" fmla="*/ 434374 h 5003808"/>
              <a:gd name="connsiteX167" fmla="*/ 667724 w 12192000"/>
              <a:gd name="connsiteY167" fmla="*/ 435968 h 5003808"/>
              <a:gd name="connsiteX168" fmla="*/ 757679 w 12192000"/>
              <a:gd name="connsiteY168" fmla="*/ 428975 h 5003808"/>
              <a:gd name="connsiteX169" fmla="*/ 779159 w 12192000"/>
              <a:gd name="connsiteY169" fmla="*/ 431889 h 5003808"/>
              <a:gd name="connsiteX170" fmla="*/ 788293 w 12192000"/>
              <a:gd name="connsiteY170" fmla="*/ 438693 h 5003808"/>
              <a:gd name="connsiteX171" fmla="*/ 822923 w 12192000"/>
              <a:gd name="connsiteY171" fmla="*/ 424904 h 5003808"/>
              <a:gd name="connsiteX172" fmla="*/ 876559 w 12192000"/>
              <a:gd name="connsiteY172" fmla="*/ 414918 h 5003808"/>
              <a:gd name="connsiteX173" fmla="*/ 902011 w 12192000"/>
              <a:gd name="connsiteY173" fmla="*/ 407948 h 5003808"/>
              <a:gd name="connsiteX174" fmla="*/ 922715 w 12192000"/>
              <a:gd name="connsiteY174" fmla="*/ 411529 h 5003808"/>
              <a:gd name="connsiteX175" fmla="*/ 1040139 w 12192000"/>
              <a:gd name="connsiteY175" fmla="*/ 410420 h 5003808"/>
              <a:gd name="connsiteX176" fmla="*/ 1067251 w 12192000"/>
              <a:gd name="connsiteY176" fmla="*/ 416214 h 5003808"/>
              <a:gd name="connsiteX177" fmla="*/ 1080272 w 12192000"/>
              <a:gd name="connsiteY177" fmla="*/ 428499 h 5003808"/>
              <a:gd name="connsiteX178" fmla="*/ 1090219 w 12192000"/>
              <a:gd name="connsiteY178" fmla="*/ 423856 h 5003808"/>
              <a:gd name="connsiteX179" fmla="*/ 1161226 w 12192000"/>
              <a:gd name="connsiteY179" fmla="*/ 422134 h 5003808"/>
              <a:gd name="connsiteX180" fmla="*/ 1207525 w 12192000"/>
              <a:gd name="connsiteY180" fmla="*/ 419869 h 5003808"/>
              <a:gd name="connsiteX181" fmla="*/ 1210030 w 12192000"/>
              <a:gd name="connsiteY181" fmla="*/ 402635 h 5003808"/>
              <a:gd name="connsiteX182" fmla="*/ 1251170 w 12192000"/>
              <a:gd name="connsiteY182" fmla="*/ 395772 h 5003808"/>
              <a:gd name="connsiteX183" fmla="*/ 1295331 w 12192000"/>
              <a:gd name="connsiteY183" fmla="*/ 406012 h 5003808"/>
              <a:gd name="connsiteX184" fmla="*/ 1347118 w 12192000"/>
              <a:gd name="connsiteY184" fmla="*/ 403534 h 5003808"/>
              <a:gd name="connsiteX185" fmla="*/ 1378108 w 12192000"/>
              <a:gd name="connsiteY185" fmla="*/ 402240 h 5003808"/>
              <a:gd name="connsiteX186" fmla="*/ 1459192 w 12192000"/>
              <a:gd name="connsiteY186" fmla="*/ 384749 h 5003808"/>
              <a:gd name="connsiteX187" fmla="*/ 1590120 w 12192000"/>
              <a:gd name="connsiteY187" fmla="*/ 321438 h 5003808"/>
              <a:gd name="connsiteX188" fmla="*/ 1631417 w 12192000"/>
              <a:gd name="connsiteY188" fmla="*/ 312057 h 5003808"/>
              <a:gd name="connsiteX189" fmla="*/ 1638727 w 12192000"/>
              <a:gd name="connsiteY189" fmla="*/ 315440 h 5003808"/>
              <a:gd name="connsiteX190" fmla="*/ 1844438 w 12192000"/>
              <a:gd name="connsiteY190" fmla="*/ 275134 h 5003808"/>
              <a:gd name="connsiteX191" fmla="*/ 1881324 w 12192000"/>
              <a:gd name="connsiteY191" fmla="*/ 272327 h 5003808"/>
              <a:gd name="connsiteX192" fmla="*/ 1908999 w 12192000"/>
              <a:gd name="connsiteY192" fmla="*/ 273168 h 5003808"/>
              <a:gd name="connsiteX193" fmla="*/ 1974956 w 12192000"/>
              <a:gd name="connsiteY193" fmla="*/ 259788 h 5003808"/>
              <a:gd name="connsiteX194" fmla="*/ 2082409 w 12192000"/>
              <a:gd name="connsiteY194" fmla="*/ 231120 h 5003808"/>
              <a:gd name="connsiteX195" fmla="*/ 2105639 w 12192000"/>
              <a:gd name="connsiteY195" fmla="*/ 226478 h 5003808"/>
              <a:gd name="connsiteX196" fmla="*/ 2126992 w 12192000"/>
              <a:gd name="connsiteY196" fmla="*/ 228298 h 5003808"/>
              <a:gd name="connsiteX197" fmla="*/ 2133154 w 12192000"/>
              <a:gd name="connsiteY197" fmla="*/ 233782 h 5003808"/>
              <a:gd name="connsiteX198" fmla="*/ 2146154 w 12192000"/>
              <a:gd name="connsiteY198" fmla="*/ 232162 h 5003808"/>
              <a:gd name="connsiteX199" fmla="*/ 2149901 w 12192000"/>
              <a:gd name="connsiteY199" fmla="*/ 232946 h 5003808"/>
              <a:gd name="connsiteX200" fmla="*/ 2171100 w 12192000"/>
              <a:gd name="connsiteY200" fmla="*/ 236219 h 5003808"/>
              <a:gd name="connsiteX201" fmla="*/ 2209148 w 12192000"/>
              <a:gd name="connsiteY201" fmla="*/ 213055 h 5003808"/>
              <a:gd name="connsiteX202" fmla="*/ 2261889 w 12192000"/>
              <a:gd name="connsiteY202" fmla="*/ 209362 h 5003808"/>
              <a:gd name="connsiteX203" fmla="*/ 2452315 w 12192000"/>
              <a:gd name="connsiteY203" fmla="*/ 156729 h 5003808"/>
              <a:gd name="connsiteX204" fmla="*/ 2487710 w 12192000"/>
              <a:gd name="connsiteY204" fmla="*/ 173097 h 5003808"/>
              <a:gd name="connsiteX205" fmla="*/ 2567870 w 12192000"/>
              <a:gd name="connsiteY205" fmla="*/ 160252 h 5003808"/>
              <a:gd name="connsiteX206" fmla="*/ 2677053 w 12192000"/>
              <a:gd name="connsiteY206" fmla="*/ 96343 h 5003808"/>
              <a:gd name="connsiteX207" fmla="*/ 2823914 w 12192000"/>
              <a:gd name="connsiteY207" fmla="*/ 70697 h 5003808"/>
              <a:gd name="connsiteX208" fmla="*/ 2831912 w 12192000"/>
              <a:gd name="connsiteY208" fmla="*/ 59256 h 5003808"/>
              <a:gd name="connsiteX209" fmla="*/ 2843870 w 12192000"/>
              <a:gd name="connsiteY209" fmla="*/ 51337 h 5003808"/>
              <a:gd name="connsiteX210" fmla="*/ 2846217 w 12192000"/>
              <a:gd name="connsiteY210" fmla="*/ 51855 h 5003808"/>
              <a:gd name="connsiteX211" fmla="*/ 2862745 w 12192000"/>
              <a:gd name="connsiteY211" fmla="*/ 47072 h 5003808"/>
              <a:gd name="connsiteX212" fmla="*/ 2864596 w 12192000"/>
              <a:gd name="connsiteY212" fmla="*/ 43048 h 5003808"/>
              <a:gd name="connsiteX213" fmla="*/ 2875381 w 12192000"/>
              <a:gd name="connsiteY213" fmla="*/ 38833 h 5003808"/>
              <a:gd name="connsiteX214" fmla="*/ 2895139 w 12192000"/>
              <a:gd name="connsiteY214" fmla="*/ 28016 h 5003808"/>
              <a:gd name="connsiteX215" fmla="*/ 2900232 w 12192000"/>
              <a:gd name="connsiteY215" fmla="*/ 28348 h 5003808"/>
              <a:gd name="connsiteX216" fmla="*/ 2932205 w 12192000"/>
              <a:gd name="connsiteY216" fmla="*/ 15703 h 5003808"/>
              <a:gd name="connsiteX217" fmla="*/ 2933310 w 12192000"/>
              <a:gd name="connsiteY217" fmla="*/ 16646 h 5003808"/>
              <a:gd name="connsiteX218" fmla="*/ 2945218 w 12192000"/>
              <a:gd name="connsiteY218" fmla="*/ 17971 h 5003808"/>
              <a:gd name="connsiteX219" fmla="*/ 2966465 w 12192000"/>
              <a:gd name="connsiteY219" fmla="*/ 17947 h 5003808"/>
              <a:gd name="connsiteX220" fmla="*/ 3023668 w 12192000"/>
              <a:gd name="connsiteY220" fmla="*/ 31735 h 5003808"/>
              <a:gd name="connsiteX221" fmla="*/ 3057077 w 12192000"/>
              <a:gd name="connsiteY221" fmla="*/ 18675 h 5003808"/>
              <a:gd name="connsiteX222" fmla="*/ 3151915 w 12192000"/>
              <a:gd name="connsiteY222" fmla="*/ 15073 h 5003808"/>
              <a:gd name="connsiteX223" fmla="*/ 3251671 w 12192000"/>
              <a:gd name="connsiteY223" fmla="*/ 35405 h 5003808"/>
              <a:gd name="connsiteX224" fmla="*/ 3351400 w 12192000"/>
              <a:gd name="connsiteY224" fmla="*/ 36517 h 5003808"/>
              <a:gd name="connsiteX225" fmla="*/ 3387481 w 12192000"/>
              <a:gd name="connsiteY225" fmla="*/ 35273 h 5003808"/>
              <a:gd name="connsiteX226" fmla="*/ 3451923 w 12192000"/>
              <a:gd name="connsiteY226" fmla="*/ 40312 h 5003808"/>
              <a:gd name="connsiteX227" fmla="*/ 3481520 w 12192000"/>
              <a:gd name="connsiteY227" fmla="*/ 47117 h 5003808"/>
              <a:gd name="connsiteX228" fmla="*/ 3482804 w 12192000"/>
              <a:gd name="connsiteY228" fmla="*/ 46642 h 5003808"/>
              <a:gd name="connsiteX229" fmla="*/ 3485495 w 12192000"/>
              <a:gd name="connsiteY229" fmla="*/ 49751 h 5003808"/>
              <a:gd name="connsiteX230" fmla="*/ 3490972 w 12192000"/>
              <a:gd name="connsiteY230" fmla="*/ 51116 h 5003808"/>
              <a:gd name="connsiteX231" fmla="*/ 3505835 w 12192000"/>
              <a:gd name="connsiteY231" fmla="*/ 49907 h 5003808"/>
              <a:gd name="connsiteX232" fmla="*/ 3511410 w 12192000"/>
              <a:gd name="connsiteY232" fmla="*/ 48638 h 5003808"/>
              <a:gd name="connsiteX233" fmla="*/ 3519598 w 12192000"/>
              <a:gd name="connsiteY233" fmla="*/ 48513 h 5003808"/>
              <a:gd name="connsiteX234" fmla="*/ 3519807 w 12192000"/>
              <a:gd name="connsiteY234" fmla="*/ 48768 h 5003808"/>
              <a:gd name="connsiteX235" fmla="*/ 3527466 w 12192000"/>
              <a:gd name="connsiteY235" fmla="*/ 48146 h 5003808"/>
              <a:gd name="connsiteX236" fmla="*/ 3564889 w 12192000"/>
              <a:gd name="connsiteY236" fmla="*/ 41820 h 5003808"/>
              <a:gd name="connsiteX237" fmla="*/ 3614922 w 12192000"/>
              <a:gd name="connsiteY237" fmla="*/ 65634 h 5003808"/>
              <a:gd name="connsiteX238" fmla="*/ 3635506 w 12192000"/>
              <a:gd name="connsiteY238" fmla="*/ 69548 h 5003808"/>
              <a:gd name="connsiteX239" fmla="*/ 3646525 w 12192000"/>
              <a:gd name="connsiteY239" fmla="*/ 73023 h 5003808"/>
              <a:gd name="connsiteX240" fmla="*/ 3647224 w 12192000"/>
              <a:gd name="connsiteY240" fmla="*/ 74133 h 5003808"/>
              <a:gd name="connsiteX241" fmla="*/ 3683100 w 12192000"/>
              <a:gd name="connsiteY241" fmla="*/ 67939 h 5003808"/>
              <a:gd name="connsiteX242" fmla="*/ 3687901 w 12192000"/>
              <a:gd name="connsiteY242" fmla="*/ 69202 h 5003808"/>
              <a:gd name="connsiteX243" fmla="*/ 3711234 w 12192000"/>
              <a:gd name="connsiteY243" fmla="*/ 62495 h 5003808"/>
              <a:gd name="connsiteX244" fmla="*/ 3723318 w 12192000"/>
              <a:gd name="connsiteY244" fmla="*/ 60455 h 5003808"/>
              <a:gd name="connsiteX245" fmla="*/ 3726677 w 12192000"/>
              <a:gd name="connsiteY245" fmla="*/ 56942 h 5003808"/>
              <a:gd name="connsiteX246" fmla="*/ 3744535 w 12192000"/>
              <a:gd name="connsiteY246" fmla="*/ 55420 h 5003808"/>
              <a:gd name="connsiteX247" fmla="*/ 3746608 w 12192000"/>
              <a:gd name="connsiteY247" fmla="*/ 56352 h 5003808"/>
              <a:gd name="connsiteX248" fmla="*/ 3761262 w 12192000"/>
              <a:gd name="connsiteY248" fmla="*/ 50977 h 5003808"/>
              <a:gd name="connsiteX249" fmla="*/ 3773451 w 12192000"/>
              <a:gd name="connsiteY249" fmla="*/ 41496 h 5003808"/>
              <a:gd name="connsiteX250" fmla="*/ 3925626 w 12192000"/>
              <a:gd name="connsiteY250" fmla="*/ 44131 h 5003808"/>
              <a:gd name="connsiteX251" fmla="*/ 4056184 w 12192000"/>
              <a:gd name="connsiteY251" fmla="*/ 3115 h 5003808"/>
              <a:gd name="connsiteX0" fmla="*/ 4033324 w 12192000"/>
              <a:gd name="connsiteY0" fmla="*/ 26451 h 4999978"/>
              <a:gd name="connsiteX1" fmla="*/ 4138795 w 12192000"/>
              <a:gd name="connsiteY1" fmla="*/ 1828 h 4999978"/>
              <a:gd name="connsiteX2" fmla="*/ 4166706 w 12192000"/>
              <a:gd name="connsiteY2" fmla="*/ 24073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10030 w 12192000"/>
              <a:gd name="connsiteY181" fmla="*/ 398805 h 4999978"/>
              <a:gd name="connsiteX182" fmla="*/ 1251170 w 12192000"/>
              <a:gd name="connsiteY182" fmla="*/ 391942 h 4999978"/>
              <a:gd name="connsiteX183" fmla="*/ 1295331 w 12192000"/>
              <a:gd name="connsiteY183" fmla="*/ 402182 h 4999978"/>
              <a:gd name="connsiteX184" fmla="*/ 1347118 w 12192000"/>
              <a:gd name="connsiteY184" fmla="*/ 399704 h 4999978"/>
              <a:gd name="connsiteX185" fmla="*/ 1378108 w 12192000"/>
              <a:gd name="connsiteY185" fmla="*/ 398410 h 4999978"/>
              <a:gd name="connsiteX186" fmla="*/ 1459192 w 12192000"/>
              <a:gd name="connsiteY186" fmla="*/ 380919 h 4999978"/>
              <a:gd name="connsiteX187" fmla="*/ 1590120 w 12192000"/>
              <a:gd name="connsiteY187" fmla="*/ 317608 h 4999978"/>
              <a:gd name="connsiteX188" fmla="*/ 1631417 w 12192000"/>
              <a:gd name="connsiteY188" fmla="*/ 308227 h 4999978"/>
              <a:gd name="connsiteX189" fmla="*/ 1638727 w 12192000"/>
              <a:gd name="connsiteY189" fmla="*/ 311610 h 4999978"/>
              <a:gd name="connsiteX190" fmla="*/ 1844438 w 12192000"/>
              <a:gd name="connsiteY190" fmla="*/ 271304 h 4999978"/>
              <a:gd name="connsiteX191" fmla="*/ 1881324 w 12192000"/>
              <a:gd name="connsiteY191" fmla="*/ 268497 h 4999978"/>
              <a:gd name="connsiteX192" fmla="*/ 1908999 w 12192000"/>
              <a:gd name="connsiteY192" fmla="*/ 269338 h 4999978"/>
              <a:gd name="connsiteX193" fmla="*/ 1974956 w 12192000"/>
              <a:gd name="connsiteY193" fmla="*/ 255958 h 4999978"/>
              <a:gd name="connsiteX194" fmla="*/ 2082409 w 12192000"/>
              <a:gd name="connsiteY194" fmla="*/ 227290 h 4999978"/>
              <a:gd name="connsiteX195" fmla="*/ 2105639 w 12192000"/>
              <a:gd name="connsiteY195" fmla="*/ 222648 h 4999978"/>
              <a:gd name="connsiteX196" fmla="*/ 2126992 w 12192000"/>
              <a:gd name="connsiteY196" fmla="*/ 224468 h 4999978"/>
              <a:gd name="connsiteX197" fmla="*/ 2133154 w 12192000"/>
              <a:gd name="connsiteY197" fmla="*/ 229952 h 4999978"/>
              <a:gd name="connsiteX198" fmla="*/ 2146154 w 12192000"/>
              <a:gd name="connsiteY198" fmla="*/ 228332 h 4999978"/>
              <a:gd name="connsiteX199" fmla="*/ 2149901 w 12192000"/>
              <a:gd name="connsiteY199" fmla="*/ 229116 h 4999978"/>
              <a:gd name="connsiteX200" fmla="*/ 2171100 w 12192000"/>
              <a:gd name="connsiteY200" fmla="*/ 232389 h 4999978"/>
              <a:gd name="connsiteX201" fmla="*/ 2209148 w 12192000"/>
              <a:gd name="connsiteY201" fmla="*/ 209225 h 4999978"/>
              <a:gd name="connsiteX202" fmla="*/ 2261889 w 12192000"/>
              <a:gd name="connsiteY202" fmla="*/ 205532 h 4999978"/>
              <a:gd name="connsiteX203" fmla="*/ 2452315 w 12192000"/>
              <a:gd name="connsiteY203" fmla="*/ 152899 h 4999978"/>
              <a:gd name="connsiteX204" fmla="*/ 2487710 w 12192000"/>
              <a:gd name="connsiteY204" fmla="*/ 169267 h 4999978"/>
              <a:gd name="connsiteX205" fmla="*/ 2567870 w 12192000"/>
              <a:gd name="connsiteY205" fmla="*/ 156422 h 4999978"/>
              <a:gd name="connsiteX206" fmla="*/ 2677053 w 12192000"/>
              <a:gd name="connsiteY206" fmla="*/ 92513 h 4999978"/>
              <a:gd name="connsiteX207" fmla="*/ 2823914 w 12192000"/>
              <a:gd name="connsiteY207" fmla="*/ 66867 h 4999978"/>
              <a:gd name="connsiteX208" fmla="*/ 2831912 w 12192000"/>
              <a:gd name="connsiteY208" fmla="*/ 55426 h 4999978"/>
              <a:gd name="connsiteX209" fmla="*/ 2843870 w 12192000"/>
              <a:gd name="connsiteY209" fmla="*/ 47507 h 4999978"/>
              <a:gd name="connsiteX210" fmla="*/ 2846217 w 12192000"/>
              <a:gd name="connsiteY210" fmla="*/ 48025 h 4999978"/>
              <a:gd name="connsiteX211" fmla="*/ 2862745 w 12192000"/>
              <a:gd name="connsiteY211" fmla="*/ 43242 h 4999978"/>
              <a:gd name="connsiteX212" fmla="*/ 2864596 w 12192000"/>
              <a:gd name="connsiteY212" fmla="*/ 39218 h 4999978"/>
              <a:gd name="connsiteX213" fmla="*/ 2875381 w 12192000"/>
              <a:gd name="connsiteY213" fmla="*/ 35003 h 4999978"/>
              <a:gd name="connsiteX214" fmla="*/ 2895139 w 12192000"/>
              <a:gd name="connsiteY214" fmla="*/ 24186 h 4999978"/>
              <a:gd name="connsiteX215" fmla="*/ 2900232 w 12192000"/>
              <a:gd name="connsiteY215" fmla="*/ 24518 h 4999978"/>
              <a:gd name="connsiteX216" fmla="*/ 2932205 w 12192000"/>
              <a:gd name="connsiteY216" fmla="*/ 11873 h 4999978"/>
              <a:gd name="connsiteX217" fmla="*/ 2933310 w 12192000"/>
              <a:gd name="connsiteY217" fmla="*/ 12816 h 4999978"/>
              <a:gd name="connsiteX218" fmla="*/ 2945218 w 12192000"/>
              <a:gd name="connsiteY218" fmla="*/ 14141 h 4999978"/>
              <a:gd name="connsiteX219" fmla="*/ 2966465 w 12192000"/>
              <a:gd name="connsiteY219" fmla="*/ 14117 h 4999978"/>
              <a:gd name="connsiteX220" fmla="*/ 3023668 w 12192000"/>
              <a:gd name="connsiteY220" fmla="*/ 27905 h 4999978"/>
              <a:gd name="connsiteX221" fmla="*/ 3057077 w 12192000"/>
              <a:gd name="connsiteY221" fmla="*/ 14845 h 4999978"/>
              <a:gd name="connsiteX222" fmla="*/ 3151915 w 12192000"/>
              <a:gd name="connsiteY222" fmla="*/ 11243 h 4999978"/>
              <a:gd name="connsiteX223" fmla="*/ 3251671 w 12192000"/>
              <a:gd name="connsiteY223" fmla="*/ 31575 h 4999978"/>
              <a:gd name="connsiteX224" fmla="*/ 3351400 w 12192000"/>
              <a:gd name="connsiteY224" fmla="*/ 32687 h 4999978"/>
              <a:gd name="connsiteX225" fmla="*/ 3387481 w 12192000"/>
              <a:gd name="connsiteY225" fmla="*/ 31443 h 4999978"/>
              <a:gd name="connsiteX226" fmla="*/ 3451923 w 12192000"/>
              <a:gd name="connsiteY226" fmla="*/ 36482 h 4999978"/>
              <a:gd name="connsiteX227" fmla="*/ 3481520 w 12192000"/>
              <a:gd name="connsiteY227" fmla="*/ 43287 h 4999978"/>
              <a:gd name="connsiteX228" fmla="*/ 3482804 w 12192000"/>
              <a:gd name="connsiteY228" fmla="*/ 42812 h 4999978"/>
              <a:gd name="connsiteX229" fmla="*/ 3485495 w 12192000"/>
              <a:gd name="connsiteY229" fmla="*/ 45921 h 4999978"/>
              <a:gd name="connsiteX230" fmla="*/ 3490972 w 12192000"/>
              <a:gd name="connsiteY230" fmla="*/ 47286 h 4999978"/>
              <a:gd name="connsiteX231" fmla="*/ 3505835 w 12192000"/>
              <a:gd name="connsiteY231" fmla="*/ 46077 h 4999978"/>
              <a:gd name="connsiteX232" fmla="*/ 3511410 w 12192000"/>
              <a:gd name="connsiteY232" fmla="*/ 44808 h 4999978"/>
              <a:gd name="connsiteX233" fmla="*/ 3519598 w 12192000"/>
              <a:gd name="connsiteY233" fmla="*/ 44683 h 4999978"/>
              <a:gd name="connsiteX234" fmla="*/ 3519807 w 12192000"/>
              <a:gd name="connsiteY234" fmla="*/ 44938 h 4999978"/>
              <a:gd name="connsiteX235" fmla="*/ 3527466 w 12192000"/>
              <a:gd name="connsiteY235" fmla="*/ 44316 h 4999978"/>
              <a:gd name="connsiteX236" fmla="*/ 3564889 w 12192000"/>
              <a:gd name="connsiteY236" fmla="*/ 37990 h 4999978"/>
              <a:gd name="connsiteX237" fmla="*/ 3614922 w 12192000"/>
              <a:gd name="connsiteY237" fmla="*/ 61804 h 4999978"/>
              <a:gd name="connsiteX238" fmla="*/ 3635506 w 12192000"/>
              <a:gd name="connsiteY238" fmla="*/ 65718 h 4999978"/>
              <a:gd name="connsiteX239" fmla="*/ 3646525 w 12192000"/>
              <a:gd name="connsiteY239" fmla="*/ 69193 h 4999978"/>
              <a:gd name="connsiteX240" fmla="*/ 3647224 w 12192000"/>
              <a:gd name="connsiteY240" fmla="*/ 70303 h 4999978"/>
              <a:gd name="connsiteX241" fmla="*/ 3683100 w 12192000"/>
              <a:gd name="connsiteY241" fmla="*/ 64109 h 4999978"/>
              <a:gd name="connsiteX242" fmla="*/ 3687901 w 12192000"/>
              <a:gd name="connsiteY242" fmla="*/ 65372 h 4999978"/>
              <a:gd name="connsiteX243" fmla="*/ 3711234 w 12192000"/>
              <a:gd name="connsiteY243" fmla="*/ 58665 h 4999978"/>
              <a:gd name="connsiteX244" fmla="*/ 3723318 w 12192000"/>
              <a:gd name="connsiteY244" fmla="*/ 56625 h 4999978"/>
              <a:gd name="connsiteX245" fmla="*/ 3726677 w 12192000"/>
              <a:gd name="connsiteY245" fmla="*/ 53112 h 4999978"/>
              <a:gd name="connsiteX246" fmla="*/ 3744535 w 12192000"/>
              <a:gd name="connsiteY246" fmla="*/ 51590 h 4999978"/>
              <a:gd name="connsiteX247" fmla="*/ 3746608 w 12192000"/>
              <a:gd name="connsiteY247" fmla="*/ 52522 h 4999978"/>
              <a:gd name="connsiteX248" fmla="*/ 3761262 w 12192000"/>
              <a:gd name="connsiteY248" fmla="*/ 47147 h 4999978"/>
              <a:gd name="connsiteX249" fmla="*/ 3773451 w 12192000"/>
              <a:gd name="connsiteY249" fmla="*/ 37666 h 4999978"/>
              <a:gd name="connsiteX250" fmla="*/ 3925626 w 12192000"/>
              <a:gd name="connsiteY250" fmla="*/ 40301 h 4999978"/>
              <a:gd name="connsiteX251" fmla="*/ 4033324 w 12192000"/>
              <a:gd name="connsiteY251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1828 h 4999978"/>
              <a:gd name="connsiteX2" fmla="*/ 4166706 w 12192000"/>
              <a:gd name="connsiteY2" fmla="*/ 24073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10030 w 12192000"/>
              <a:gd name="connsiteY181" fmla="*/ 398805 h 4999978"/>
              <a:gd name="connsiteX182" fmla="*/ 1251170 w 12192000"/>
              <a:gd name="connsiteY182" fmla="*/ 391942 h 4999978"/>
              <a:gd name="connsiteX183" fmla="*/ 1295331 w 12192000"/>
              <a:gd name="connsiteY183" fmla="*/ 402182 h 4999978"/>
              <a:gd name="connsiteX184" fmla="*/ 1347118 w 12192000"/>
              <a:gd name="connsiteY184" fmla="*/ 399704 h 4999978"/>
              <a:gd name="connsiteX185" fmla="*/ 1378108 w 12192000"/>
              <a:gd name="connsiteY185" fmla="*/ 398410 h 4999978"/>
              <a:gd name="connsiteX186" fmla="*/ 1459192 w 12192000"/>
              <a:gd name="connsiteY186" fmla="*/ 380919 h 4999978"/>
              <a:gd name="connsiteX187" fmla="*/ 1590120 w 12192000"/>
              <a:gd name="connsiteY187" fmla="*/ 317608 h 4999978"/>
              <a:gd name="connsiteX188" fmla="*/ 1631417 w 12192000"/>
              <a:gd name="connsiteY188" fmla="*/ 308227 h 4999978"/>
              <a:gd name="connsiteX189" fmla="*/ 1638727 w 12192000"/>
              <a:gd name="connsiteY189" fmla="*/ 311610 h 4999978"/>
              <a:gd name="connsiteX190" fmla="*/ 1844438 w 12192000"/>
              <a:gd name="connsiteY190" fmla="*/ 271304 h 4999978"/>
              <a:gd name="connsiteX191" fmla="*/ 1881324 w 12192000"/>
              <a:gd name="connsiteY191" fmla="*/ 268497 h 4999978"/>
              <a:gd name="connsiteX192" fmla="*/ 1908999 w 12192000"/>
              <a:gd name="connsiteY192" fmla="*/ 269338 h 4999978"/>
              <a:gd name="connsiteX193" fmla="*/ 1974956 w 12192000"/>
              <a:gd name="connsiteY193" fmla="*/ 255958 h 4999978"/>
              <a:gd name="connsiteX194" fmla="*/ 2082409 w 12192000"/>
              <a:gd name="connsiteY194" fmla="*/ 227290 h 4999978"/>
              <a:gd name="connsiteX195" fmla="*/ 2105639 w 12192000"/>
              <a:gd name="connsiteY195" fmla="*/ 222648 h 4999978"/>
              <a:gd name="connsiteX196" fmla="*/ 2126992 w 12192000"/>
              <a:gd name="connsiteY196" fmla="*/ 224468 h 4999978"/>
              <a:gd name="connsiteX197" fmla="*/ 2133154 w 12192000"/>
              <a:gd name="connsiteY197" fmla="*/ 229952 h 4999978"/>
              <a:gd name="connsiteX198" fmla="*/ 2146154 w 12192000"/>
              <a:gd name="connsiteY198" fmla="*/ 228332 h 4999978"/>
              <a:gd name="connsiteX199" fmla="*/ 2149901 w 12192000"/>
              <a:gd name="connsiteY199" fmla="*/ 229116 h 4999978"/>
              <a:gd name="connsiteX200" fmla="*/ 2171100 w 12192000"/>
              <a:gd name="connsiteY200" fmla="*/ 232389 h 4999978"/>
              <a:gd name="connsiteX201" fmla="*/ 2209148 w 12192000"/>
              <a:gd name="connsiteY201" fmla="*/ 209225 h 4999978"/>
              <a:gd name="connsiteX202" fmla="*/ 2261889 w 12192000"/>
              <a:gd name="connsiteY202" fmla="*/ 205532 h 4999978"/>
              <a:gd name="connsiteX203" fmla="*/ 2452315 w 12192000"/>
              <a:gd name="connsiteY203" fmla="*/ 152899 h 4999978"/>
              <a:gd name="connsiteX204" fmla="*/ 2487710 w 12192000"/>
              <a:gd name="connsiteY204" fmla="*/ 169267 h 4999978"/>
              <a:gd name="connsiteX205" fmla="*/ 2567870 w 12192000"/>
              <a:gd name="connsiteY205" fmla="*/ 156422 h 4999978"/>
              <a:gd name="connsiteX206" fmla="*/ 2677053 w 12192000"/>
              <a:gd name="connsiteY206" fmla="*/ 92513 h 4999978"/>
              <a:gd name="connsiteX207" fmla="*/ 2823914 w 12192000"/>
              <a:gd name="connsiteY207" fmla="*/ 66867 h 4999978"/>
              <a:gd name="connsiteX208" fmla="*/ 2831912 w 12192000"/>
              <a:gd name="connsiteY208" fmla="*/ 55426 h 4999978"/>
              <a:gd name="connsiteX209" fmla="*/ 2843870 w 12192000"/>
              <a:gd name="connsiteY209" fmla="*/ 47507 h 4999978"/>
              <a:gd name="connsiteX210" fmla="*/ 2846217 w 12192000"/>
              <a:gd name="connsiteY210" fmla="*/ 48025 h 4999978"/>
              <a:gd name="connsiteX211" fmla="*/ 2862745 w 12192000"/>
              <a:gd name="connsiteY211" fmla="*/ 43242 h 4999978"/>
              <a:gd name="connsiteX212" fmla="*/ 2864596 w 12192000"/>
              <a:gd name="connsiteY212" fmla="*/ 39218 h 4999978"/>
              <a:gd name="connsiteX213" fmla="*/ 2875381 w 12192000"/>
              <a:gd name="connsiteY213" fmla="*/ 35003 h 4999978"/>
              <a:gd name="connsiteX214" fmla="*/ 2895139 w 12192000"/>
              <a:gd name="connsiteY214" fmla="*/ 24186 h 4999978"/>
              <a:gd name="connsiteX215" fmla="*/ 2900232 w 12192000"/>
              <a:gd name="connsiteY215" fmla="*/ 24518 h 4999978"/>
              <a:gd name="connsiteX216" fmla="*/ 2932205 w 12192000"/>
              <a:gd name="connsiteY216" fmla="*/ 11873 h 4999978"/>
              <a:gd name="connsiteX217" fmla="*/ 2933310 w 12192000"/>
              <a:gd name="connsiteY217" fmla="*/ 12816 h 4999978"/>
              <a:gd name="connsiteX218" fmla="*/ 2945218 w 12192000"/>
              <a:gd name="connsiteY218" fmla="*/ 14141 h 4999978"/>
              <a:gd name="connsiteX219" fmla="*/ 2966465 w 12192000"/>
              <a:gd name="connsiteY219" fmla="*/ 14117 h 4999978"/>
              <a:gd name="connsiteX220" fmla="*/ 3023668 w 12192000"/>
              <a:gd name="connsiteY220" fmla="*/ 27905 h 4999978"/>
              <a:gd name="connsiteX221" fmla="*/ 3057077 w 12192000"/>
              <a:gd name="connsiteY221" fmla="*/ 14845 h 4999978"/>
              <a:gd name="connsiteX222" fmla="*/ 3151915 w 12192000"/>
              <a:gd name="connsiteY222" fmla="*/ 11243 h 4999978"/>
              <a:gd name="connsiteX223" fmla="*/ 3251671 w 12192000"/>
              <a:gd name="connsiteY223" fmla="*/ 31575 h 4999978"/>
              <a:gd name="connsiteX224" fmla="*/ 3351400 w 12192000"/>
              <a:gd name="connsiteY224" fmla="*/ 32687 h 4999978"/>
              <a:gd name="connsiteX225" fmla="*/ 3387481 w 12192000"/>
              <a:gd name="connsiteY225" fmla="*/ 31443 h 4999978"/>
              <a:gd name="connsiteX226" fmla="*/ 3451923 w 12192000"/>
              <a:gd name="connsiteY226" fmla="*/ 36482 h 4999978"/>
              <a:gd name="connsiteX227" fmla="*/ 3481520 w 12192000"/>
              <a:gd name="connsiteY227" fmla="*/ 43287 h 4999978"/>
              <a:gd name="connsiteX228" fmla="*/ 3482804 w 12192000"/>
              <a:gd name="connsiteY228" fmla="*/ 42812 h 4999978"/>
              <a:gd name="connsiteX229" fmla="*/ 3485495 w 12192000"/>
              <a:gd name="connsiteY229" fmla="*/ 45921 h 4999978"/>
              <a:gd name="connsiteX230" fmla="*/ 3490972 w 12192000"/>
              <a:gd name="connsiteY230" fmla="*/ 47286 h 4999978"/>
              <a:gd name="connsiteX231" fmla="*/ 3505835 w 12192000"/>
              <a:gd name="connsiteY231" fmla="*/ 46077 h 4999978"/>
              <a:gd name="connsiteX232" fmla="*/ 3511410 w 12192000"/>
              <a:gd name="connsiteY232" fmla="*/ 44808 h 4999978"/>
              <a:gd name="connsiteX233" fmla="*/ 3519598 w 12192000"/>
              <a:gd name="connsiteY233" fmla="*/ 44683 h 4999978"/>
              <a:gd name="connsiteX234" fmla="*/ 3519807 w 12192000"/>
              <a:gd name="connsiteY234" fmla="*/ 44938 h 4999978"/>
              <a:gd name="connsiteX235" fmla="*/ 3527466 w 12192000"/>
              <a:gd name="connsiteY235" fmla="*/ 44316 h 4999978"/>
              <a:gd name="connsiteX236" fmla="*/ 3564889 w 12192000"/>
              <a:gd name="connsiteY236" fmla="*/ 37990 h 4999978"/>
              <a:gd name="connsiteX237" fmla="*/ 3614922 w 12192000"/>
              <a:gd name="connsiteY237" fmla="*/ 61804 h 4999978"/>
              <a:gd name="connsiteX238" fmla="*/ 3635506 w 12192000"/>
              <a:gd name="connsiteY238" fmla="*/ 65718 h 4999978"/>
              <a:gd name="connsiteX239" fmla="*/ 3646525 w 12192000"/>
              <a:gd name="connsiteY239" fmla="*/ 69193 h 4999978"/>
              <a:gd name="connsiteX240" fmla="*/ 3647224 w 12192000"/>
              <a:gd name="connsiteY240" fmla="*/ 70303 h 4999978"/>
              <a:gd name="connsiteX241" fmla="*/ 3683100 w 12192000"/>
              <a:gd name="connsiteY241" fmla="*/ 64109 h 4999978"/>
              <a:gd name="connsiteX242" fmla="*/ 3687901 w 12192000"/>
              <a:gd name="connsiteY242" fmla="*/ 65372 h 4999978"/>
              <a:gd name="connsiteX243" fmla="*/ 3711234 w 12192000"/>
              <a:gd name="connsiteY243" fmla="*/ 58665 h 4999978"/>
              <a:gd name="connsiteX244" fmla="*/ 3723318 w 12192000"/>
              <a:gd name="connsiteY244" fmla="*/ 56625 h 4999978"/>
              <a:gd name="connsiteX245" fmla="*/ 3726677 w 12192000"/>
              <a:gd name="connsiteY245" fmla="*/ 53112 h 4999978"/>
              <a:gd name="connsiteX246" fmla="*/ 3744535 w 12192000"/>
              <a:gd name="connsiteY246" fmla="*/ 51590 h 4999978"/>
              <a:gd name="connsiteX247" fmla="*/ 3746608 w 12192000"/>
              <a:gd name="connsiteY247" fmla="*/ 52522 h 4999978"/>
              <a:gd name="connsiteX248" fmla="*/ 3761262 w 12192000"/>
              <a:gd name="connsiteY248" fmla="*/ 47147 h 4999978"/>
              <a:gd name="connsiteX249" fmla="*/ 3773451 w 12192000"/>
              <a:gd name="connsiteY249" fmla="*/ 37666 h 4999978"/>
              <a:gd name="connsiteX250" fmla="*/ 3925626 w 12192000"/>
              <a:gd name="connsiteY250" fmla="*/ 40301 h 4999978"/>
              <a:gd name="connsiteX251" fmla="*/ 4033324 w 12192000"/>
              <a:gd name="connsiteY251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1828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10030 w 12192000"/>
              <a:gd name="connsiteY181" fmla="*/ 398805 h 4999978"/>
              <a:gd name="connsiteX182" fmla="*/ 1251170 w 12192000"/>
              <a:gd name="connsiteY182" fmla="*/ 391942 h 4999978"/>
              <a:gd name="connsiteX183" fmla="*/ 1295331 w 12192000"/>
              <a:gd name="connsiteY183" fmla="*/ 402182 h 4999978"/>
              <a:gd name="connsiteX184" fmla="*/ 1347118 w 12192000"/>
              <a:gd name="connsiteY184" fmla="*/ 399704 h 4999978"/>
              <a:gd name="connsiteX185" fmla="*/ 1378108 w 12192000"/>
              <a:gd name="connsiteY185" fmla="*/ 398410 h 4999978"/>
              <a:gd name="connsiteX186" fmla="*/ 1459192 w 12192000"/>
              <a:gd name="connsiteY186" fmla="*/ 380919 h 4999978"/>
              <a:gd name="connsiteX187" fmla="*/ 1590120 w 12192000"/>
              <a:gd name="connsiteY187" fmla="*/ 317608 h 4999978"/>
              <a:gd name="connsiteX188" fmla="*/ 1631417 w 12192000"/>
              <a:gd name="connsiteY188" fmla="*/ 308227 h 4999978"/>
              <a:gd name="connsiteX189" fmla="*/ 1638727 w 12192000"/>
              <a:gd name="connsiteY189" fmla="*/ 311610 h 4999978"/>
              <a:gd name="connsiteX190" fmla="*/ 1844438 w 12192000"/>
              <a:gd name="connsiteY190" fmla="*/ 271304 h 4999978"/>
              <a:gd name="connsiteX191" fmla="*/ 1881324 w 12192000"/>
              <a:gd name="connsiteY191" fmla="*/ 268497 h 4999978"/>
              <a:gd name="connsiteX192" fmla="*/ 1908999 w 12192000"/>
              <a:gd name="connsiteY192" fmla="*/ 269338 h 4999978"/>
              <a:gd name="connsiteX193" fmla="*/ 1974956 w 12192000"/>
              <a:gd name="connsiteY193" fmla="*/ 255958 h 4999978"/>
              <a:gd name="connsiteX194" fmla="*/ 2082409 w 12192000"/>
              <a:gd name="connsiteY194" fmla="*/ 227290 h 4999978"/>
              <a:gd name="connsiteX195" fmla="*/ 2105639 w 12192000"/>
              <a:gd name="connsiteY195" fmla="*/ 222648 h 4999978"/>
              <a:gd name="connsiteX196" fmla="*/ 2126992 w 12192000"/>
              <a:gd name="connsiteY196" fmla="*/ 224468 h 4999978"/>
              <a:gd name="connsiteX197" fmla="*/ 2133154 w 12192000"/>
              <a:gd name="connsiteY197" fmla="*/ 229952 h 4999978"/>
              <a:gd name="connsiteX198" fmla="*/ 2146154 w 12192000"/>
              <a:gd name="connsiteY198" fmla="*/ 228332 h 4999978"/>
              <a:gd name="connsiteX199" fmla="*/ 2149901 w 12192000"/>
              <a:gd name="connsiteY199" fmla="*/ 229116 h 4999978"/>
              <a:gd name="connsiteX200" fmla="*/ 2171100 w 12192000"/>
              <a:gd name="connsiteY200" fmla="*/ 232389 h 4999978"/>
              <a:gd name="connsiteX201" fmla="*/ 2209148 w 12192000"/>
              <a:gd name="connsiteY201" fmla="*/ 209225 h 4999978"/>
              <a:gd name="connsiteX202" fmla="*/ 2261889 w 12192000"/>
              <a:gd name="connsiteY202" fmla="*/ 205532 h 4999978"/>
              <a:gd name="connsiteX203" fmla="*/ 2452315 w 12192000"/>
              <a:gd name="connsiteY203" fmla="*/ 152899 h 4999978"/>
              <a:gd name="connsiteX204" fmla="*/ 2487710 w 12192000"/>
              <a:gd name="connsiteY204" fmla="*/ 169267 h 4999978"/>
              <a:gd name="connsiteX205" fmla="*/ 2567870 w 12192000"/>
              <a:gd name="connsiteY205" fmla="*/ 156422 h 4999978"/>
              <a:gd name="connsiteX206" fmla="*/ 2677053 w 12192000"/>
              <a:gd name="connsiteY206" fmla="*/ 92513 h 4999978"/>
              <a:gd name="connsiteX207" fmla="*/ 2823914 w 12192000"/>
              <a:gd name="connsiteY207" fmla="*/ 66867 h 4999978"/>
              <a:gd name="connsiteX208" fmla="*/ 2831912 w 12192000"/>
              <a:gd name="connsiteY208" fmla="*/ 55426 h 4999978"/>
              <a:gd name="connsiteX209" fmla="*/ 2843870 w 12192000"/>
              <a:gd name="connsiteY209" fmla="*/ 47507 h 4999978"/>
              <a:gd name="connsiteX210" fmla="*/ 2846217 w 12192000"/>
              <a:gd name="connsiteY210" fmla="*/ 48025 h 4999978"/>
              <a:gd name="connsiteX211" fmla="*/ 2862745 w 12192000"/>
              <a:gd name="connsiteY211" fmla="*/ 43242 h 4999978"/>
              <a:gd name="connsiteX212" fmla="*/ 2864596 w 12192000"/>
              <a:gd name="connsiteY212" fmla="*/ 39218 h 4999978"/>
              <a:gd name="connsiteX213" fmla="*/ 2875381 w 12192000"/>
              <a:gd name="connsiteY213" fmla="*/ 35003 h 4999978"/>
              <a:gd name="connsiteX214" fmla="*/ 2895139 w 12192000"/>
              <a:gd name="connsiteY214" fmla="*/ 24186 h 4999978"/>
              <a:gd name="connsiteX215" fmla="*/ 2900232 w 12192000"/>
              <a:gd name="connsiteY215" fmla="*/ 24518 h 4999978"/>
              <a:gd name="connsiteX216" fmla="*/ 2932205 w 12192000"/>
              <a:gd name="connsiteY216" fmla="*/ 11873 h 4999978"/>
              <a:gd name="connsiteX217" fmla="*/ 2933310 w 12192000"/>
              <a:gd name="connsiteY217" fmla="*/ 12816 h 4999978"/>
              <a:gd name="connsiteX218" fmla="*/ 2945218 w 12192000"/>
              <a:gd name="connsiteY218" fmla="*/ 14141 h 4999978"/>
              <a:gd name="connsiteX219" fmla="*/ 2966465 w 12192000"/>
              <a:gd name="connsiteY219" fmla="*/ 14117 h 4999978"/>
              <a:gd name="connsiteX220" fmla="*/ 3023668 w 12192000"/>
              <a:gd name="connsiteY220" fmla="*/ 27905 h 4999978"/>
              <a:gd name="connsiteX221" fmla="*/ 3057077 w 12192000"/>
              <a:gd name="connsiteY221" fmla="*/ 14845 h 4999978"/>
              <a:gd name="connsiteX222" fmla="*/ 3151915 w 12192000"/>
              <a:gd name="connsiteY222" fmla="*/ 11243 h 4999978"/>
              <a:gd name="connsiteX223" fmla="*/ 3251671 w 12192000"/>
              <a:gd name="connsiteY223" fmla="*/ 31575 h 4999978"/>
              <a:gd name="connsiteX224" fmla="*/ 3351400 w 12192000"/>
              <a:gd name="connsiteY224" fmla="*/ 32687 h 4999978"/>
              <a:gd name="connsiteX225" fmla="*/ 3387481 w 12192000"/>
              <a:gd name="connsiteY225" fmla="*/ 31443 h 4999978"/>
              <a:gd name="connsiteX226" fmla="*/ 3451923 w 12192000"/>
              <a:gd name="connsiteY226" fmla="*/ 36482 h 4999978"/>
              <a:gd name="connsiteX227" fmla="*/ 3481520 w 12192000"/>
              <a:gd name="connsiteY227" fmla="*/ 43287 h 4999978"/>
              <a:gd name="connsiteX228" fmla="*/ 3482804 w 12192000"/>
              <a:gd name="connsiteY228" fmla="*/ 42812 h 4999978"/>
              <a:gd name="connsiteX229" fmla="*/ 3485495 w 12192000"/>
              <a:gd name="connsiteY229" fmla="*/ 45921 h 4999978"/>
              <a:gd name="connsiteX230" fmla="*/ 3490972 w 12192000"/>
              <a:gd name="connsiteY230" fmla="*/ 47286 h 4999978"/>
              <a:gd name="connsiteX231" fmla="*/ 3505835 w 12192000"/>
              <a:gd name="connsiteY231" fmla="*/ 46077 h 4999978"/>
              <a:gd name="connsiteX232" fmla="*/ 3511410 w 12192000"/>
              <a:gd name="connsiteY232" fmla="*/ 44808 h 4999978"/>
              <a:gd name="connsiteX233" fmla="*/ 3519598 w 12192000"/>
              <a:gd name="connsiteY233" fmla="*/ 44683 h 4999978"/>
              <a:gd name="connsiteX234" fmla="*/ 3519807 w 12192000"/>
              <a:gd name="connsiteY234" fmla="*/ 44938 h 4999978"/>
              <a:gd name="connsiteX235" fmla="*/ 3527466 w 12192000"/>
              <a:gd name="connsiteY235" fmla="*/ 44316 h 4999978"/>
              <a:gd name="connsiteX236" fmla="*/ 3564889 w 12192000"/>
              <a:gd name="connsiteY236" fmla="*/ 37990 h 4999978"/>
              <a:gd name="connsiteX237" fmla="*/ 3614922 w 12192000"/>
              <a:gd name="connsiteY237" fmla="*/ 61804 h 4999978"/>
              <a:gd name="connsiteX238" fmla="*/ 3635506 w 12192000"/>
              <a:gd name="connsiteY238" fmla="*/ 65718 h 4999978"/>
              <a:gd name="connsiteX239" fmla="*/ 3646525 w 12192000"/>
              <a:gd name="connsiteY239" fmla="*/ 69193 h 4999978"/>
              <a:gd name="connsiteX240" fmla="*/ 3647224 w 12192000"/>
              <a:gd name="connsiteY240" fmla="*/ 70303 h 4999978"/>
              <a:gd name="connsiteX241" fmla="*/ 3683100 w 12192000"/>
              <a:gd name="connsiteY241" fmla="*/ 64109 h 4999978"/>
              <a:gd name="connsiteX242" fmla="*/ 3687901 w 12192000"/>
              <a:gd name="connsiteY242" fmla="*/ 65372 h 4999978"/>
              <a:gd name="connsiteX243" fmla="*/ 3711234 w 12192000"/>
              <a:gd name="connsiteY243" fmla="*/ 58665 h 4999978"/>
              <a:gd name="connsiteX244" fmla="*/ 3723318 w 12192000"/>
              <a:gd name="connsiteY244" fmla="*/ 56625 h 4999978"/>
              <a:gd name="connsiteX245" fmla="*/ 3726677 w 12192000"/>
              <a:gd name="connsiteY245" fmla="*/ 53112 h 4999978"/>
              <a:gd name="connsiteX246" fmla="*/ 3744535 w 12192000"/>
              <a:gd name="connsiteY246" fmla="*/ 51590 h 4999978"/>
              <a:gd name="connsiteX247" fmla="*/ 3746608 w 12192000"/>
              <a:gd name="connsiteY247" fmla="*/ 52522 h 4999978"/>
              <a:gd name="connsiteX248" fmla="*/ 3761262 w 12192000"/>
              <a:gd name="connsiteY248" fmla="*/ 47147 h 4999978"/>
              <a:gd name="connsiteX249" fmla="*/ 3773451 w 12192000"/>
              <a:gd name="connsiteY249" fmla="*/ 37666 h 4999978"/>
              <a:gd name="connsiteX250" fmla="*/ 3925626 w 12192000"/>
              <a:gd name="connsiteY250" fmla="*/ 40301 h 4999978"/>
              <a:gd name="connsiteX251" fmla="*/ 4033324 w 12192000"/>
              <a:gd name="connsiteY251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10030 w 12192000"/>
              <a:gd name="connsiteY181" fmla="*/ 398805 h 4999978"/>
              <a:gd name="connsiteX182" fmla="*/ 1251170 w 12192000"/>
              <a:gd name="connsiteY182" fmla="*/ 391942 h 4999978"/>
              <a:gd name="connsiteX183" fmla="*/ 1295331 w 12192000"/>
              <a:gd name="connsiteY183" fmla="*/ 402182 h 4999978"/>
              <a:gd name="connsiteX184" fmla="*/ 1347118 w 12192000"/>
              <a:gd name="connsiteY184" fmla="*/ 399704 h 4999978"/>
              <a:gd name="connsiteX185" fmla="*/ 1378108 w 12192000"/>
              <a:gd name="connsiteY185" fmla="*/ 398410 h 4999978"/>
              <a:gd name="connsiteX186" fmla="*/ 1459192 w 12192000"/>
              <a:gd name="connsiteY186" fmla="*/ 380919 h 4999978"/>
              <a:gd name="connsiteX187" fmla="*/ 1590120 w 12192000"/>
              <a:gd name="connsiteY187" fmla="*/ 317608 h 4999978"/>
              <a:gd name="connsiteX188" fmla="*/ 1631417 w 12192000"/>
              <a:gd name="connsiteY188" fmla="*/ 308227 h 4999978"/>
              <a:gd name="connsiteX189" fmla="*/ 1638727 w 12192000"/>
              <a:gd name="connsiteY189" fmla="*/ 311610 h 4999978"/>
              <a:gd name="connsiteX190" fmla="*/ 1844438 w 12192000"/>
              <a:gd name="connsiteY190" fmla="*/ 271304 h 4999978"/>
              <a:gd name="connsiteX191" fmla="*/ 1881324 w 12192000"/>
              <a:gd name="connsiteY191" fmla="*/ 268497 h 4999978"/>
              <a:gd name="connsiteX192" fmla="*/ 1908999 w 12192000"/>
              <a:gd name="connsiteY192" fmla="*/ 269338 h 4999978"/>
              <a:gd name="connsiteX193" fmla="*/ 1974956 w 12192000"/>
              <a:gd name="connsiteY193" fmla="*/ 255958 h 4999978"/>
              <a:gd name="connsiteX194" fmla="*/ 2082409 w 12192000"/>
              <a:gd name="connsiteY194" fmla="*/ 227290 h 4999978"/>
              <a:gd name="connsiteX195" fmla="*/ 2105639 w 12192000"/>
              <a:gd name="connsiteY195" fmla="*/ 222648 h 4999978"/>
              <a:gd name="connsiteX196" fmla="*/ 2126992 w 12192000"/>
              <a:gd name="connsiteY196" fmla="*/ 224468 h 4999978"/>
              <a:gd name="connsiteX197" fmla="*/ 2133154 w 12192000"/>
              <a:gd name="connsiteY197" fmla="*/ 229952 h 4999978"/>
              <a:gd name="connsiteX198" fmla="*/ 2146154 w 12192000"/>
              <a:gd name="connsiteY198" fmla="*/ 228332 h 4999978"/>
              <a:gd name="connsiteX199" fmla="*/ 2149901 w 12192000"/>
              <a:gd name="connsiteY199" fmla="*/ 229116 h 4999978"/>
              <a:gd name="connsiteX200" fmla="*/ 2171100 w 12192000"/>
              <a:gd name="connsiteY200" fmla="*/ 232389 h 4999978"/>
              <a:gd name="connsiteX201" fmla="*/ 2209148 w 12192000"/>
              <a:gd name="connsiteY201" fmla="*/ 209225 h 4999978"/>
              <a:gd name="connsiteX202" fmla="*/ 2261889 w 12192000"/>
              <a:gd name="connsiteY202" fmla="*/ 205532 h 4999978"/>
              <a:gd name="connsiteX203" fmla="*/ 2452315 w 12192000"/>
              <a:gd name="connsiteY203" fmla="*/ 152899 h 4999978"/>
              <a:gd name="connsiteX204" fmla="*/ 2487710 w 12192000"/>
              <a:gd name="connsiteY204" fmla="*/ 169267 h 4999978"/>
              <a:gd name="connsiteX205" fmla="*/ 2567870 w 12192000"/>
              <a:gd name="connsiteY205" fmla="*/ 156422 h 4999978"/>
              <a:gd name="connsiteX206" fmla="*/ 2677053 w 12192000"/>
              <a:gd name="connsiteY206" fmla="*/ 92513 h 4999978"/>
              <a:gd name="connsiteX207" fmla="*/ 2823914 w 12192000"/>
              <a:gd name="connsiteY207" fmla="*/ 66867 h 4999978"/>
              <a:gd name="connsiteX208" fmla="*/ 2831912 w 12192000"/>
              <a:gd name="connsiteY208" fmla="*/ 55426 h 4999978"/>
              <a:gd name="connsiteX209" fmla="*/ 2843870 w 12192000"/>
              <a:gd name="connsiteY209" fmla="*/ 47507 h 4999978"/>
              <a:gd name="connsiteX210" fmla="*/ 2846217 w 12192000"/>
              <a:gd name="connsiteY210" fmla="*/ 48025 h 4999978"/>
              <a:gd name="connsiteX211" fmla="*/ 2862745 w 12192000"/>
              <a:gd name="connsiteY211" fmla="*/ 43242 h 4999978"/>
              <a:gd name="connsiteX212" fmla="*/ 2864596 w 12192000"/>
              <a:gd name="connsiteY212" fmla="*/ 39218 h 4999978"/>
              <a:gd name="connsiteX213" fmla="*/ 2875381 w 12192000"/>
              <a:gd name="connsiteY213" fmla="*/ 35003 h 4999978"/>
              <a:gd name="connsiteX214" fmla="*/ 2895139 w 12192000"/>
              <a:gd name="connsiteY214" fmla="*/ 24186 h 4999978"/>
              <a:gd name="connsiteX215" fmla="*/ 2900232 w 12192000"/>
              <a:gd name="connsiteY215" fmla="*/ 24518 h 4999978"/>
              <a:gd name="connsiteX216" fmla="*/ 2932205 w 12192000"/>
              <a:gd name="connsiteY216" fmla="*/ 11873 h 4999978"/>
              <a:gd name="connsiteX217" fmla="*/ 2933310 w 12192000"/>
              <a:gd name="connsiteY217" fmla="*/ 12816 h 4999978"/>
              <a:gd name="connsiteX218" fmla="*/ 2945218 w 12192000"/>
              <a:gd name="connsiteY218" fmla="*/ 14141 h 4999978"/>
              <a:gd name="connsiteX219" fmla="*/ 2966465 w 12192000"/>
              <a:gd name="connsiteY219" fmla="*/ 14117 h 4999978"/>
              <a:gd name="connsiteX220" fmla="*/ 3023668 w 12192000"/>
              <a:gd name="connsiteY220" fmla="*/ 27905 h 4999978"/>
              <a:gd name="connsiteX221" fmla="*/ 3057077 w 12192000"/>
              <a:gd name="connsiteY221" fmla="*/ 14845 h 4999978"/>
              <a:gd name="connsiteX222" fmla="*/ 3151915 w 12192000"/>
              <a:gd name="connsiteY222" fmla="*/ 11243 h 4999978"/>
              <a:gd name="connsiteX223" fmla="*/ 3251671 w 12192000"/>
              <a:gd name="connsiteY223" fmla="*/ 31575 h 4999978"/>
              <a:gd name="connsiteX224" fmla="*/ 3351400 w 12192000"/>
              <a:gd name="connsiteY224" fmla="*/ 32687 h 4999978"/>
              <a:gd name="connsiteX225" fmla="*/ 3387481 w 12192000"/>
              <a:gd name="connsiteY225" fmla="*/ 31443 h 4999978"/>
              <a:gd name="connsiteX226" fmla="*/ 3451923 w 12192000"/>
              <a:gd name="connsiteY226" fmla="*/ 36482 h 4999978"/>
              <a:gd name="connsiteX227" fmla="*/ 3481520 w 12192000"/>
              <a:gd name="connsiteY227" fmla="*/ 43287 h 4999978"/>
              <a:gd name="connsiteX228" fmla="*/ 3482804 w 12192000"/>
              <a:gd name="connsiteY228" fmla="*/ 42812 h 4999978"/>
              <a:gd name="connsiteX229" fmla="*/ 3485495 w 12192000"/>
              <a:gd name="connsiteY229" fmla="*/ 45921 h 4999978"/>
              <a:gd name="connsiteX230" fmla="*/ 3490972 w 12192000"/>
              <a:gd name="connsiteY230" fmla="*/ 47286 h 4999978"/>
              <a:gd name="connsiteX231" fmla="*/ 3505835 w 12192000"/>
              <a:gd name="connsiteY231" fmla="*/ 46077 h 4999978"/>
              <a:gd name="connsiteX232" fmla="*/ 3511410 w 12192000"/>
              <a:gd name="connsiteY232" fmla="*/ 44808 h 4999978"/>
              <a:gd name="connsiteX233" fmla="*/ 3519598 w 12192000"/>
              <a:gd name="connsiteY233" fmla="*/ 44683 h 4999978"/>
              <a:gd name="connsiteX234" fmla="*/ 3519807 w 12192000"/>
              <a:gd name="connsiteY234" fmla="*/ 44938 h 4999978"/>
              <a:gd name="connsiteX235" fmla="*/ 3527466 w 12192000"/>
              <a:gd name="connsiteY235" fmla="*/ 44316 h 4999978"/>
              <a:gd name="connsiteX236" fmla="*/ 3564889 w 12192000"/>
              <a:gd name="connsiteY236" fmla="*/ 37990 h 4999978"/>
              <a:gd name="connsiteX237" fmla="*/ 3614922 w 12192000"/>
              <a:gd name="connsiteY237" fmla="*/ 61804 h 4999978"/>
              <a:gd name="connsiteX238" fmla="*/ 3635506 w 12192000"/>
              <a:gd name="connsiteY238" fmla="*/ 65718 h 4999978"/>
              <a:gd name="connsiteX239" fmla="*/ 3646525 w 12192000"/>
              <a:gd name="connsiteY239" fmla="*/ 69193 h 4999978"/>
              <a:gd name="connsiteX240" fmla="*/ 3647224 w 12192000"/>
              <a:gd name="connsiteY240" fmla="*/ 70303 h 4999978"/>
              <a:gd name="connsiteX241" fmla="*/ 3683100 w 12192000"/>
              <a:gd name="connsiteY241" fmla="*/ 64109 h 4999978"/>
              <a:gd name="connsiteX242" fmla="*/ 3687901 w 12192000"/>
              <a:gd name="connsiteY242" fmla="*/ 65372 h 4999978"/>
              <a:gd name="connsiteX243" fmla="*/ 3711234 w 12192000"/>
              <a:gd name="connsiteY243" fmla="*/ 58665 h 4999978"/>
              <a:gd name="connsiteX244" fmla="*/ 3723318 w 12192000"/>
              <a:gd name="connsiteY244" fmla="*/ 56625 h 4999978"/>
              <a:gd name="connsiteX245" fmla="*/ 3726677 w 12192000"/>
              <a:gd name="connsiteY245" fmla="*/ 53112 h 4999978"/>
              <a:gd name="connsiteX246" fmla="*/ 3744535 w 12192000"/>
              <a:gd name="connsiteY246" fmla="*/ 51590 h 4999978"/>
              <a:gd name="connsiteX247" fmla="*/ 3746608 w 12192000"/>
              <a:gd name="connsiteY247" fmla="*/ 52522 h 4999978"/>
              <a:gd name="connsiteX248" fmla="*/ 3761262 w 12192000"/>
              <a:gd name="connsiteY248" fmla="*/ 47147 h 4999978"/>
              <a:gd name="connsiteX249" fmla="*/ 3773451 w 12192000"/>
              <a:gd name="connsiteY249" fmla="*/ 37666 h 4999978"/>
              <a:gd name="connsiteX250" fmla="*/ 3925626 w 12192000"/>
              <a:gd name="connsiteY250" fmla="*/ 40301 h 4999978"/>
              <a:gd name="connsiteX251" fmla="*/ 4033324 w 12192000"/>
              <a:gd name="connsiteY251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10030 w 12192000"/>
              <a:gd name="connsiteY181" fmla="*/ 398805 h 4999978"/>
              <a:gd name="connsiteX182" fmla="*/ 1251170 w 12192000"/>
              <a:gd name="connsiteY182" fmla="*/ 391942 h 4999978"/>
              <a:gd name="connsiteX183" fmla="*/ 1295331 w 12192000"/>
              <a:gd name="connsiteY183" fmla="*/ 402182 h 4999978"/>
              <a:gd name="connsiteX184" fmla="*/ 1347118 w 12192000"/>
              <a:gd name="connsiteY184" fmla="*/ 399704 h 4999978"/>
              <a:gd name="connsiteX185" fmla="*/ 1378108 w 12192000"/>
              <a:gd name="connsiteY185" fmla="*/ 398410 h 4999978"/>
              <a:gd name="connsiteX186" fmla="*/ 1459192 w 12192000"/>
              <a:gd name="connsiteY186" fmla="*/ 380919 h 4999978"/>
              <a:gd name="connsiteX187" fmla="*/ 1590120 w 12192000"/>
              <a:gd name="connsiteY187" fmla="*/ 317608 h 4999978"/>
              <a:gd name="connsiteX188" fmla="*/ 1631417 w 12192000"/>
              <a:gd name="connsiteY188" fmla="*/ 308227 h 4999978"/>
              <a:gd name="connsiteX189" fmla="*/ 1638727 w 12192000"/>
              <a:gd name="connsiteY189" fmla="*/ 311610 h 4999978"/>
              <a:gd name="connsiteX190" fmla="*/ 1844438 w 12192000"/>
              <a:gd name="connsiteY190" fmla="*/ 271304 h 4999978"/>
              <a:gd name="connsiteX191" fmla="*/ 1881324 w 12192000"/>
              <a:gd name="connsiteY191" fmla="*/ 268497 h 4999978"/>
              <a:gd name="connsiteX192" fmla="*/ 1908999 w 12192000"/>
              <a:gd name="connsiteY192" fmla="*/ 269338 h 4999978"/>
              <a:gd name="connsiteX193" fmla="*/ 1974956 w 12192000"/>
              <a:gd name="connsiteY193" fmla="*/ 255958 h 4999978"/>
              <a:gd name="connsiteX194" fmla="*/ 2082409 w 12192000"/>
              <a:gd name="connsiteY194" fmla="*/ 227290 h 4999978"/>
              <a:gd name="connsiteX195" fmla="*/ 2105639 w 12192000"/>
              <a:gd name="connsiteY195" fmla="*/ 222648 h 4999978"/>
              <a:gd name="connsiteX196" fmla="*/ 2126992 w 12192000"/>
              <a:gd name="connsiteY196" fmla="*/ 224468 h 4999978"/>
              <a:gd name="connsiteX197" fmla="*/ 2133154 w 12192000"/>
              <a:gd name="connsiteY197" fmla="*/ 229952 h 4999978"/>
              <a:gd name="connsiteX198" fmla="*/ 2146154 w 12192000"/>
              <a:gd name="connsiteY198" fmla="*/ 228332 h 4999978"/>
              <a:gd name="connsiteX199" fmla="*/ 2149901 w 12192000"/>
              <a:gd name="connsiteY199" fmla="*/ 229116 h 4999978"/>
              <a:gd name="connsiteX200" fmla="*/ 2171100 w 12192000"/>
              <a:gd name="connsiteY200" fmla="*/ 232389 h 4999978"/>
              <a:gd name="connsiteX201" fmla="*/ 2209148 w 12192000"/>
              <a:gd name="connsiteY201" fmla="*/ 209225 h 4999978"/>
              <a:gd name="connsiteX202" fmla="*/ 2261889 w 12192000"/>
              <a:gd name="connsiteY202" fmla="*/ 205532 h 4999978"/>
              <a:gd name="connsiteX203" fmla="*/ 2452315 w 12192000"/>
              <a:gd name="connsiteY203" fmla="*/ 152899 h 4999978"/>
              <a:gd name="connsiteX204" fmla="*/ 2487710 w 12192000"/>
              <a:gd name="connsiteY204" fmla="*/ 169267 h 4999978"/>
              <a:gd name="connsiteX205" fmla="*/ 2567870 w 12192000"/>
              <a:gd name="connsiteY205" fmla="*/ 156422 h 4999978"/>
              <a:gd name="connsiteX206" fmla="*/ 2677053 w 12192000"/>
              <a:gd name="connsiteY206" fmla="*/ 92513 h 4999978"/>
              <a:gd name="connsiteX207" fmla="*/ 2823914 w 12192000"/>
              <a:gd name="connsiteY207" fmla="*/ 66867 h 4999978"/>
              <a:gd name="connsiteX208" fmla="*/ 2831912 w 12192000"/>
              <a:gd name="connsiteY208" fmla="*/ 55426 h 4999978"/>
              <a:gd name="connsiteX209" fmla="*/ 2843870 w 12192000"/>
              <a:gd name="connsiteY209" fmla="*/ 47507 h 4999978"/>
              <a:gd name="connsiteX210" fmla="*/ 2846217 w 12192000"/>
              <a:gd name="connsiteY210" fmla="*/ 48025 h 4999978"/>
              <a:gd name="connsiteX211" fmla="*/ 2862745 w 12192000"/>
              <a:gd name="connsiteY211" fmla="*/ 43242 h 4999978"/>
              <a:gd name="connsiteX212" fmla="*/ 2864596 w 12192000"/>
              <a:gd name="connsiteY212" fmla="*/ 39218 h 4999978"/>
              <a:gd name="connsiteX213" fmla="*/ 2875381 w 12192000"/>
              <a:gd name="connsiteY213" fmla="*/ 35003 h 4999978"/>
              <a:gd name="connsiteX214" fmla="*/ 2895139 w 12192000"/>
              <a:gd name="connsiteY214" fmla="*/ 24186 h 4999978"/>
              <a:gd name="connsiteX215" fmla="*/ 2900232 w 12192000"/>
              <a:gd name="connsiteY215" fmla="*/ 24518 h 4999978"/>
              <a:gd name="connsiteX216" fmla="*/ 2932205 w 12192000"/>
              <a:gd name="connsiteY216" fmla="*/ 11873 h 4999978"/>
              <a:gd name="connsiteX217" fmla="*/ 2933310 w 12192000"/>
              <a:gd name="connsiteY217" fmla="*/ 12816 h 4999978"/>
              <a:gd name="connsiteX218" fmla="*/ 2945218 w 12192000"/>
              <a:gd name="connsiteY218" fmla="*/ 14141 h 4999978"/>
              <a:gd name="connsiteX219" fmla="*/ 2966465 w 12192000"/>
              <a:gd name="connsiteY219" fmla="*/ 14117 h 4999978"/>
              <a:gd name="connsiteX220" fmla="*/ 3023668 w 12192000"/>
              <a:gd name="connsiteY220" fmla="*/ 27905 h 4999978"/>
              <a:gd name="connsiteX221" fmla="*/ 3057077 w 12192000"/>
              <a:gd name="connsiteY221" fmla="*/ 14845 h 4999978"/>
              <a:gd name="connsiteX222" fmla="*/ 3151915 w 12192000"/>
              <a:gd name="connsiteY222" fmla="*/ 11243 h 4999978"/>
              <a:gd name="connsiteX223" fmla="*/ 3251671 w 12192000"/>
              <a:gd name="connsiteY223" fmla="*/ 31575 h 4999978"/>
              <a:gd name="connsiteX224" fmla="*/ 3351400 w 12192000"/>
              <a:gd name="connsiteY224" fmla="*/ 32687 h 4999978"/>
              <a:gd name="connsiteX225" fmla="*/ 3387481 w 12192000"/>
              <a:gd name="connsiteY225" fmla="*/ 31443 h 4999978"/>
              <a:gd name="connsiteX226" fmla="*/ 3451923 w 12192000"/>
              <a:gd name="connsiteY226" fmla="*/ 36482 h 4999978"/>
              <a:gd name="connsiteX227" fmla="*/ 3481520 w 12192000"/>
              <a:gd name="connsiteY227" fmla="*/ 43287 h 4999978"/>
              <a:gd name="connsiteX228" fmla="*/ 3482804 w 12192000"/>
              <a:gd name="connsiteY228" fmla="*/ 42812 h 4999978"/>
              <a:gd name="connsiteX229" fmla="*/ 3485495 w 12192000"/>
              <a:gd name="connsiteY229" fmla="*/ 45921 h 4999978"/>
              <a:gd name="connsiteX230" fmla="*/ 3490972 w 12192000"/>
              <a:gd name="connsiteY230" fmla="*/ 47286 h 4999978"/>
              <a:gd name="connsiteX231" fmla="*/ 3505835 w 12192000"/>
              <a:gd name="connsiteY231" fmla="*/ 46077 h 4999978"/>
              <a:gd name="connsiteX232" fmla="*/ 3511410 w 12192000"/>
              <a:gd name="connsiteY232" fmla="*/ 44808 h 4999978"/>
              <a:gd name="connsiteX233" fmla="*/ 3519598 w 12192000"/>
              <a:gd name="connsiteY233" fmla="*/ 44683 h 4999978"/>
              <a:gd name="connsiteX234" fmla="*/ 3519807 w 12192000"/>
              <a:gd name="connsiteY234" fmla="*/ 44938 h 4999978"/>
              <a:gd name="connsiteX235" fmla="*/ 3527466 w 12192000"/>
              <a:gd name="connsiteY235" fmla="*/ 44316 h 4999978"/>
              <a:gd name="connsiteX236" fmla="*/ 3564889 w 12192000"/>
              <a:gd name="connsiteY236" fmla="*/ 37990 h 4999978"/>
              <a:gd name="connsiteX237" fmla="*/ 3614922 w 12192000"/>
              <a:gd name="connsiteY237" fmla="*/ 61804 h 4999978"/>
              <a:gd name="connsiteX238" fmla="*/ 3635506 w 12192000"/>
              <a:gd name="connsiteY238" fmla="*/ 65718 h 4999978"/>
              <a:gd name="connsiteX239" fmla="*/ 3646525 w 12192000"/>
              <a:gd name="connsiteY239" fmla="*/ 69193 h 4999978"/>
              <a:gd name="connsiteX240" fmla="*/ 3647224 w 12192000"/>
              <a:gd name="connsiteY240" fmla="*/ 70303 h 4999978"/>
              <a:gd name="connsiteX241" fmla="*/ 3683100 w 12192000"/>
              <a:gd name="connsiteY241" fmla="*/ 64109 h 4999978"/>
              <a:gd name="connsiteX242" fmla="*/ 3687901 w 12192000"/>
              <a:gd name="connsiteY242" fmla="*/ 65372 h 4999978"/>
              <a:gd name="connsiteX243" fmla="*/ 3711234 w 12192000"/>
              <a:gd name="connsiteY243" fmla="*/ 58665 h 4999978"/>
              <a:gd name="connsiteX244" fmla="*/ 3723318 w 12192000"/>
              <a:gd name="connsiteY244" fmla="*/ 56625 h 4999978"/>
              <a:gd name="connsiteX245" fmla="*/ 3726677 w 12192000"/>
              <a:gd name="connsiteY245" fmla="*/ 53112 h 4999978"/>
              <a:gd name="connsiteX246" fmla="*/ 3744535 w 12192000"/>
              <a:gd name="connsiteY246" fmla="*/ 51590 h 4999978"/>
              <a:gd name="connsiteX247" fmla="*/ 3746608 w 12192000"/>
              <a:gd name="connsiteY247" fmla="*/ 52522 h 4999978"/>
              <a:gd name="connsiteX248" fmla="*/ 3761262 w 12192000"/>
              <a:gd name="connsiteY248" fmla="*/ 47147 h 4999978"/>
              <a:gd name="connsiteX249" fmla="*/ 3803931 w 12192000"/>
              <a:gd name="connsiteY249" fmla="*/ 49309 h 4999978"/>
              <a:gd name="connsiteX250" fmla="*/ 3925626 w 12192000"/>
              <a:gd name="connsiteY250" fmla="*/ 40301 h 4999978"/>
              <a:gd name="connsiteX251" fmla="*/ 4033324 w 12192000"/>
              <a:gd name="connsiteY251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10030 w 12192000"/>
              <a:gd name="connsiteY181" fmla="*/ 398805 h 4999978"/>
              <a:gd name="connsiteX182" fmla="*/ 1251170 w 12192000"/>
              <a:gd name="connsiteY182" fmla="*/ 391942 h 4999978"/>
              <a:gd name="connsiteX183" fmla="*/ 1295331 w 12192000"/>
              <a:gd name="connsiteY183" fmla="*/ 402182 h 4999978"/>
              <a:gd name="connsiteX184" fmla="*/ 1347118 w 12192000"/>
              <a:gd name="connsiteY184" fmla="*/ 399704 h 4999978"/>
              <a:gd name="connsiteX185" fmla="*/ 1378108 w 12192000"/>
              <a:gd name="connsiteY185" fmla="*/ 398410 h 4999978"/>
              <a:gd name="connsiteX186" fmla="*/ 1459192 w 12192000"/>
              <a:gd name="connsiteY186" fmla="*/ 380919 h 4999978"/>
              <a:gd name="connsiteX187" fmla="*/ 1590120 w 12192000"/>
              <a:gd name="connsiteY187" fmla="*/ 317608 h 4999978"/>
              <a:gd name="connsiteX188" fmla="*/ 1631417 w 12192000"/>
              <a:gd name="connsiteY188" fmla="*/ 308227 h 4999978"/>
              <a:gd name="connsiteX189" fmla="*/ 1638727 w 12192000"/>
              <a:gd name="connsiteY189" fmla="*/ 311610 h 4999978"/>
              <a:gd name="connsiteX190" fmla="*/ 1844438 w 12192000"/>
              <a:gd name="connsiteY190" fmla="*/ 271304 h 4999978"/>
              <a:gd name="connsiteX191" fmla="*/ 1881324 w 12192000"/>
              <a:gd name="connsiteY191" fmla="*/ 268497 h 4999978"/>
              <a:gd name="connsiteX192" fmla="*/ 1908999 w 12192000"/>
              <a:gd name="connsiteY192" fmla="*/ 269338 h 4999978"/>
              <a:gd name="connsiteX193" fmla="*/ 1974956 w 12192000"/>
              <a:gd name="connsiteY193" fmla="*/ 255958 h 4999978"/>
              <a:gd name="connsiteX194" fmla="*/ 2082409 w 12192000"/>
              <a:gd name="connsiteY194" fmla="*/ 227290 h 4999978"/>
              <a:gd name="connsiteX195" fmla="*/ 2105639 w 12192000"/>
              <a:gd name="connsiteY195" fmla="*/ 222648 h 4999978"/>
              <a:gd name="connsiteX196" fmla="*/ 2126992 w 12192000"/>
              <a:gd name="connsiteY196" fmla="*/ 224468 h 4999978"/>
              <a:gd name="connsiteX197" fmla="*/ 2133154 w 12192000"/>
              <a:gd name="connsiteY197" fmla="*/ 229952 h 4999978"/>
              <a:gd name="connsiteX198" fmla="*/ 2146154 w 12192000"/>
              <a:gd name="connsiteY198" fmla="*/ 228332 h 4999978"/>
              <a:gd name="connsiteX199" fmla="*/ 2149901 w 12192000"/>
              <a:gd name="connsiteY199" fmla="*/ 229116 h 4999978"/>
              <a:gd name="connsiteX200" fmla="*/ 2171100 w 12192000"/>
              <a:gd name="connsiteY200" fmla="*/ 232389 h 4999978"/>
              <a:gd name="connsiteX201" fmla="*/ 2209148 w 12192000"/>
              <a:gd name="connsiteY201" fmla="*/ 209225 h 4999978"/>
              <a:gd name="connsiteX202" fmla="*/ 2261889 w 12192000"/>
              <a:gd name="connsiteY202" fmla="*/ 205532 h 4999978"/>
              <a:gd name="connsiteX203" fmla="*/ 2452315 w 12192000"/>
              <a:gd name="connsiteY203" fmla="*/ 152899 h 4999978"/>
              <a:gd name="connsiteX204" fmla="*/ 2487710 w 12192000"/>
              <a:gd name="connsiteY204" fmla="*/ 169267 h 4999978"/>
              <a:gd name="connsiteX205" fmla="*/ 2567870 w 12192000"/>
              <a:gd name="connsiteY205" fmla="*/ 156422 h 4999978"/>
              <a:gd name="connsiteX206" fmla="*/ 2677053 w 12192000"/>
              <a:gd name="connsiteY206" fmla="*/ 92513 h 4999978"/>
              <a:gd name="connsiteX207" fmla="*/ 2823914 w 12192000"/>
              <a:gd name="connsiteY207" fmla="*/ 66867 h 4999978"/>
              <a:gd name="connsiteX208" fmla="*/ 2831912 w 12192000"/>
              <a:gd name="connsiteY208" fmla="*/ 55426 h 4999978"/>
              <a:gd name="connsiteX209" fmla="*/ 2843870 w 12192000"/>
              <a:gd name="connsiteY209" fmla="*/ 47507 h 4999978"/>
              <a:gd name="connsiteX210" fmla="*/ 2846217 w 12192000"/>
              <a:gd name="connsiteY210" fmla="*/ 48025 h 4999978"/>
              <a:gd name="connsiteX211" fmla="*/ 2862745 w 12192000"/>
              <a:gd name="connsiteY211" fmla="*/ 43242 h 4999978"/>
              <a:gd name="connsiteX212" fmla="*/ 2864596 w 12192000"/>
              <a:gd name="connsiteY212" fmla="*/ 39218 h 4999978"/>
              <a:gd name="connsiteX213" fmla="*/ 2875381 w 12192000"/>
              <a:gd name="connsiteY213" fmla="*/ 35003 h 4999978"/>
              <a:gd name="connsiteX214" fmla="*/ 2895139 w 12192000"/>
              <a:gd name="connsiteY214" fmla="*/ 24186 h 4999978"/>
              <a:gd name="connsiteX215" fmla="*/ 2900232 w 12192000"/>
              <a:gd name="connsiteY215" fmla="*/ 24518 h 4999978"/>
              <a:gd name="connsiteX216" fmla="*/ 2932205 w 12192000"/>
              <a:gd name="connsiteY216" fmla="*/ 11873 h 4999978"/>
              <a:gd name="connsiteX217" fmla="*/ 2933310 w 12192000"/>
              <a:gd name="connsiteY217" fmla="*/ 12816 h 4999978"/>
              <a:gd name="connsiteX218" fmla="*/ 2945218 w 12192000"/>
              <a:gd name="connsiteY218" fmla="*/ 14141 h 4999978"/>
              <a:gd name="connsiteX219" fmla="*/ 2966465 w 12192000"/>
              <a:gd name="connsiteY219" fmla="*/ 14117 h 4999978"/>
              <a:gd name="connsiteX220" fmla="*/ 3023668 w 12192000"/>
              <a:gd name="connsiteY220" fmla="*/ 27905 h 4999978"/>
              <a:gd name="connsiteX221" fmla="*/ 3057077 w 12192000"/>
              <a:gd name="connsiteY221" fmla="*/ 14845 h 4999978"/>
              <a:gd name="connsiteX222" fmla="*/ 3151915 w 12192000"/>
              <a:gd name="connsiteY222" fmla="*/ 11243 h 4999978"/>
              <a:gd name="connsiteX223" fmla="*/ 3251671 w 12192000"/>
              <a:gd name="connsiteY223" fmla="*/ 31575 h 4999978"/>
              <a:gd name="connsiteX224" fmla="*/ 3351400 w 12192000"/>
              <a:gd name="connsiteY224" fmla="*/ 32687 h 4999978"/>
              <a:gd name="connsiteX225" fmla="*/ 3387481 w 12192000"/>
              <a:gd name="connsiteY225" fmla="*/ 31443 h 4999978"/>
              <a:gd name="connsiteX226" fmla="*/ 3451923 w 12192000"/>
              <a:gd name="connsiteY226" fmla="*/ 36482 h 4999978"/>
              <a:gd name="connsiteX227" fmla="*/ 3481520 w 12192000"/>
              <a:gd name="connsiteY227" fmla="*/ 43287 h 4999978"/>
              <a:gd name="connsiteX228" fmla="*/ 3482804 w 12192000"/>
              <a:gd name="connsiteY228" fmla="*/ 42812 h 4999978"/>
              <a:gd name="connsiteX229" fmla="*/ 3485495 w 12192000"/>
              <a:gd name="connsiteY229" fmla="*/ 45921 h 4999978"/>
              <a:gd name="connsiteX230" fmla="*/ 3490972 w 12192000"/>
              <a:gd name="connsiteY230" fmla="*/ 47286 h 4999978"/>
              <a:gd name="connsiteX231" fmla="*/ 3505835 w 12192000"/>
              <a:gd name="connsiteY231" fmla="*/ 46077 h 4999978"/>
              <a:gd name="connsiteX232" fmla="*/ 3511410 w 12192000"/>
              <a:gd name="connsiteY232" fmla="*/ 44808 h 4999978"/>
              <a:gd name="connsiteX233" fmla="*/ 3519598 w 12192000"/>
              <a:gd name="connsiteY233" fmla="*/ 44683 h 4999978"/>
              <a:gd name="connsiteX234" fmla="*/ 3519807 w 12192000"/>
              <a:gd name="connsiteY234" fmla="*/ 44938 h 4999978"/>
              <a:gd name="connsiteX235" fmla="*/ 3527466 w 12192000"/>
              <a:gd name="connsiteY235" fmla="*/ 44316 h 4999978"/>
              <a:gd name="connsiteX236" fmla="*/ 3564889 w 12192000"/>
              <a:gd name="connsiteY236" fmla="*/ 57394 h 4999978"/>
              <a:gd name="connsiteX237" fmla="*/ 3614922 w 12192000"/>
              <a:gd name="connsiteY237" fmla="*/ 61804 h 4999978"/>
              <a:gd name="connsiteX238" fmla="*/ 3635506 w 12192000"/>
              <a:gd name="connsiteY238" fmla="*/ 65718 h 4999978"/>
              <a:gd name="connsiteX239" fmla="*/ 3646525 w 12192000"/>
              <a:gd name="connsiteY239" fmla="*/ 69193 h 4999978"/>
              <a:gd name="connsiteX240" fmla="*/ 3647224 w 12192000"/>
              <a:gd name="connsiteY240" fmla="*/ 70303 h 4999978"/>
              <a:gd name="connsiteX241" fmla="*/ 3683100 w 12192000"/>
              <a:gd name="connsiteY241" fmla="*/ 64109 h 4999978"/>
              <a:gd name="connsiteX242" fmla="*/ 3687901 w 12192000"/>
              <a:gd name="connsiteY242" fmla="*/ 65372 h 4999978"/>
              <a:gd name="connsiteX243" fmla="*/ 3711234 w 12192000"/>
              <a:gd name="connsiteY243" fmla="*/ 58665 h 4999978"/>
              <a:gd name="connsiteX244" fmla="*/ 3723318 w 12192000"/>
              <a:gd name="connsiteY244" fmla="*/ 56625 h 4999978"/>
              <a:gd name="connsiteX245" fmla="*/ 3726677 w 12192000"/>
              <a:gd name="connsiteY245" fmla="*/ 53112 h 4999978"/>
              <a:gd name="connsiteX246" fmla="*/ 3744535 w 12192000"/>
              <a:gd name="connsiteY246" fmla="*/ 51590 h 4999978"/>
              <a:gd name="connsiteX247" fmla="*/ 3746608 w 12192000"/>
              <a:gd name="connsiteY247" fmla="*/ 52522 h 4999978"/>
              <a:gd name="connsiteX248" fmla="*/ 3761262 w 12192000"/>
              <a:gd name="connsiteY248" fmla="*/ 47147 h 4999978"/>
              <a:gd name="connsiteX249" fmla="*/ 3803931 w 12192000"/>
              <a:gd name="connsiteY249" fmla="*/ 49309 h 4999978"/>
              <a:gd name="connsiteX250" fmla="*/ 3925626 w 12192000"/>
              <a:gd name="connsiteY250" fmla="*/ 40301 h 4999978"/>
              <a:gd name="connsiteX251" fmla="*/ 4033324 w 12192000"/>
              <a:gd name="connsiteY251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10030 w 12192000"/>
              <a:gd name="connsiteY181" fmla="*/ 398805 h 4999978"/>
              <a:gd name="connsiteX182" fmla="*/ 1251170 w 12192000"/>
              <a:gd name="connsiteY182" fmla="*/ 391942 h 4999978"/>
              <a:gd name="connsiteX183" fmla="*/ 1295331 w 12192000"/>
              <a:gd name="connsiteY183" fmla="*/ 402182 h 4999978"/>
              <a:gd name="connsiteX184" fmla="*/ 1347118 w 12192000"/>
              <a:gd name="connsiteY184" fmla="*/ 399704 h 4999978"/>
              <a:gd name="connsiteX185" fmla="*/ 1378108 w 12192000"/>
              <a:gd name="connsiteY185" fmla="*/ 398410 h 4999978"/>
              <a:gd name="connsiteX186" fmla="*/ 1459192 w 12192000"/>
              <a:gd name="connsiteY186" fmla="*/ 380919 h 4999978"/>
              <a:gd name="connsiteX187" fmla="*/ 1590120 w 12192000"/>
              <a:gd name="connsiteY187" fmla="*/ 317608 h 4999978"/>
              <a:gd name="connsiteX188" fmla="*/ 1631417 w 12192000"/>
              <a:gd name="connsiteY188" fmla="*/ 308227 h 4999978"/>
              <a:gd name="connsiteX189" fmla="*/ 1638727 w 12192000"/>
              <a:gd name="connsiteY189" fmla="*/ 311610 h 4999978"/>
              <a:gd name="connsiteX190" fmla="*/ 1844438 w 12192000"/>
              <a:gd name="connsiteY190" fmla="*/ 271304 h 4999978"/>
              <a:gd name="connsiteX191" fmla="*/ 1881324 w 12192000"/>
              <a:gd name="connsiteY191" fmla="*/ 268497 h 4999978"/>
              <a:gd name="connsiteX192" fmla="*/ 1908999 w 12192000"/>
              <a:gd name="connsiteY192" fmla="*/ 269338 h 4999978"/>
              <a:gd name="connsiteX193" fmla="*/ 1974956 w 12192000"/>
              <a:gd name="connsiteY193" fmla="*/ 255958 h 4999978"/>
              <a:gd name="connsiteX194" fmla="*/ 2082409 w 12192000"/>
              <a:gd name="connsiteY194" fmla="*/ 227290 h 4999978"/>
              <a:gd name="connsiteX195" fmla="*/ 2105639 w 12192000"/>
              <a:gd name="connsiteY195" fmla="*/ 222648 h 4999978"/>
              <a:gd name="connsiteX196" fmla="*/ 2126992 w 12192000"/>
              <a:gd name="connsiteY196" fmla="*/ 224468 h 4999978"/>
              <a:gd name="connsiteX197" fmla="*/ 2133154 w 12192000"/>
              <a:gd name="connsiteY197" fmla="*/ 229952 h 4999978"/>
              <a:gd name="connsiteX198" fmla="*/ 2146154 w 12192000"/>
              <a:gd name="connsiteY198" fmla="*/ 228332 h 4999978"/>
              <a:gd name="connsiteX199" fmla="*/ 2149901 w 12192000"/>
              <a:gd name="connsiteY199" fmla="*/ 229116 h 4999978"/>
              <a:gd name="connsiteX200" fmla="*/ 2171100 w 12192000"/>
              <a:gd name="connsiteY200" fmla="*/ 232389 h 4999978"/>
              <a:gd name="connsiteX201" fmla="*/ 2209148 w 12192000"/>
              <a:gd name="connsiteY201" fmla="*/ 209225 h 4999978"/>
              <a:gd name="connsiteX202" fmla="*/ 2261889 w 12192000"/>
              <a:gd name="connsiteY202" fmla="*/ 205532 h 4999978"/>
              <a:gd name="connsiteX203" fmla="*/ 2452315 w 12192000"/>
              <a:gd name="connsiteY203" fmla="*/ 152899 h 4999978"/>
              <a:gd name="connsiteX204" fmla="*/ 2487710 w 12192000"/>
              <a:gd name="connsiteY204" fmla="*/ 169267 h 4999978"/>
              <a:gd name="connsiteX205" fmla="*/ 2677053 w 12192000"/>
              <a:gd name="connsiteY205" fmla="*/ 92513 h 4999978"/>
              <a:gd name="connsiteX206" fmla="*/ 2823914 w 12192000"/>
              <a:gd name="connsiteY206" fmla="*/ 66867 h 4999978"/>
              <a:gd name="connsiteX207" fmla="*/ 2831912 w 12192000"/>
              <a:gd name="connsiteY207" fmla="*/ 55426 h 4999978"/>
              <a:gd name="connsiteX208" fmla="*/ 2843870 w 12192000"/>
              <a:gd name="connsiteY208" fmla="*/ 47507 h 4999978"/>
              <a:gd name="connsiteX209" fmla="*/ 2846217 w 12192000"/>
              <a:gd name="connsiteY209" fmla="*/ 48025 h 4999978"/>
              <a:gd name="connsiteX210" fmla="*/ 2862745 w 12192000"/>
              <a:gd name="connsiteY210" fmla="*/ 43242 h 4999978"/>
              <a:gd name="connsiteX211" fmla="*/ 2864596 w 12192000"/>
              <a:gd name="connsiteY211" fmla="*/ 39218 h 4999978"/>
              <a:gd name="connsiteX212" fmla="*/ 2875381 w 12192000"/>
              <a:gd name="connsiteY212" fmla="*/ 35003 h 4999978"/>
              <a:gd name="connsiteX213" fmla="*/ 2895139 w 12192000"/>
              <a:gd name="connsiteY213" fmla="*/ 24186 h 4999978"/>
              <a:gd name="connsiteX214" fmla="*/ 2900232 w 12192000"/>
              <a:gd name="connsiteY214" fmla="*/ 24518 h 4999978"/>
              <a:gd name="connsiteX215" fmla="*/ 2932205 w 12192000"/>
              <a:gd name="connsiteY215" fmla="*/ 11873 h 4999978"/>
              <a:gd name="connsiteX216" fmla="*/ 2933310 w 12192000"/>
              <a:gd name="connsiteY216" fmla="*/ 12816 h 4999978"/>
              <a:gd name="connsiteX217" fmla="*/ 2945218 w 12192000"/>
              <a:gd name="connsiteY217" fmla="*/ 14141 h 4999978"/>
              <a:gd name="connsiteX218" fmla="*/ 2966465 w 12192000"/>
              <a:gd name="connsiteY218" fmla="*/ 14117 h 4999978"/>
              <a:gd name="connsiteX219" fmla="*/ 3023668 w 12192000"/>
              <a:gd name="connsiteY219" fmla="*/ 27905 h 4999978"/>
              <a:gd name="connsiteX220" fmla="*/ 3057077 w 12192000"/>
              <a:gd name="connsiteY220" fmla="*/ 14845 h 4999978"/>
              <a:gd name="connsiteX221" fmla="*/ 3151915 w 12192000"/>
              <a:gd name="connsiteY221" fmla="*/ 11243 h 4999978"/>
              <a:gd name="connsiteX222" fmla="*/ 3251671 w 12192000"/>
              <a:gd name="connsiteY222" fmla="*/ 31575 h 4999978"/>
              <a:gd name="connsiteX223" fmla="*/ 3351400 w 12192000"/>
              <a:gd name="connsiteY223" fmla="*/ 32687 h 4999978"/>
              <a:gd name="connsiteX224" fmla="*/ 3387481 w 12192000"/>
              <a:gd name="connsiteY224" fmla="*/ 31443 h 4999978"/>
              <a:gd name="connsiteX225" fmla="*/ 3451923 w 12192000"/>
              <a:gd name="connsiteY225" fmla="*/ 36482 h 4999978"/>
              <a:gd name="connsiteX226" fmla="*/ 3481520 w 12192000"/>
              <a:gd name="connsiteY226" fmla="*/ 43287 h 4999978"/>
              <a:gd name="connsiteX227" fmla="*/ 3482804 w 12192000"/>
              <a:gd name="connsiteY227" fmla="*/ 42812 h 4999978"/>
              <a:gd name="connsiteX228" fmla="*/ 3485495 w 12192000"/>
              <a:gd name="connsiteY228" fmla="*/ 45921 h 4999978"/>
              <a:gd name="connsiteX229" fmla="*/ 3490972 w 12192000"/>
              <a:gd name="connsiteY229" fmla="*/ 47286 h 4999978"/>
              <a:gd name="connsiteX230" fmla="*/ 3505835 w 12192000"/>
              <a:gd name="connsiteY230" fmla="*/ 46077 h 4999978"/>
              <a:gd name="connsiteX231" fmla="*/ 3511410 w 12192000"/>
              <a:gd name="connsiteY231" fmla="*/ 44808 h 4999978"/>
              <a:gd name="connsiteX232" fmla="*/ 3519598 w 12192000"/>
              <a:gd name="connsiteY232" fmla="*/ 44683 h 4999978"/>
              <a:gd name="connsiteX233" fmla="*/ 3519807 w 12192000"/>
              <a:gd name="connsiteY233" fmla="*/ 44938 h 4999978"/>
              <a:gd name="connsiteX234" fmla="*/ 3527466 w 12192000"/>
              <a:gd name="connsiteY234" fmla="*/ 44316 h 4999978"/>
              <a:gd name="connsiteX235" fmla="*/ 3564889 w 12192000"/>
              <a:gd name="connsiteY235" fmla="*/ 57394 h 4999978"/>
              <a:gd name="connsiteX236" fmla="*/ 3614922 w 12192000"/>
              <a:gd name="connsiteY236" fmla="*/ 61804 h 4999978"/>
              <a:gd name="connsiteX237" fmla="*/ 3635506 w 12192000"/>
              <a:gd name="connsiteY237" fmla="*/ 65718 h 4999978"/>
              <a:gd name="connsiteX238" fmla="*/ 3646525 w 12192000"/>
              <a:gd name="connsiteY238" fmla="*/ 69193 h 4999978"/>
              <a:gd name="connsiteX239" fmla="*/ 3647224 w 12192000"/>
              <a:gd name="connsiteY239" fmla="*/ 70303 h 4999978"/>
              <a:gd name="connsiteX240" fmla="*/ 3683100 w 12192000"/>
              <a:gd name="connsiteY240" fmla="*/ 64109 h 4999978"/>
              <a:gd name="connsiteX241" fmla="*/ 3687901 w 12192000"/>
              <a:gd name="connsiteY241" fmla="*/ 65372 h 4999978"/>
              <a:gd name="connsiteX242" fmla="*/ 3711234 w 12192000"/>
              <a:gd name="connsiteY242" fmla="*/ 58665 h 4999978"/>
              <a:gd name="connsiteX243" fmla="*/ 3723318 w 12192000"/>
              <a:gd name="connsiteY243" fmla="*/ 56625 h 4999978"/>
              <a:gd name="connsiteX244" fmla="*/ 3726677 w 12192000"/>
              <a:gd name="connsiteY244" fmla="*/ 53112 h 4999978"/>
              <a:gd name="connsiteX245" fmla="*/ 3744535 w 12192000"/>
              <a:gd name="connsiteY245" fmla="*/ 51590 h 4999978"/>
              <a:gd name="connsiteX246" fmla="*/ 3746608 w 12192000"/>
              <a:gd name="connsiteY246" fmla="*/ 52522 h 4999978"/>
              <a:gd name="connsiteX247" fmla="*/ 3761262 w 12192000"/>
              <a:gd name="connsiteY247" fmla="*/ 47147 h 4999978"/>
              <a:gd name="connsiteX248" fmla="*/ 3803931 w 12192000"/>
              <a:gd name="connsiteY248" fmla="*/ 49309 h 4999978"/>
              <a:gd name="connsiteX249" fmla="*/ 3925626 w 12192000"/>
              <a:gd name="connsiteY249" fmla="*/ 40301 h 4999978"/>
              <a:gd name="connsiteX250" fmla="*/ 4033324 w 12192000"/>
              <a:gd name="connsiteY250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10030 w 12192000"/>
              <a:gd name="connsiteY181" fmla="*/ 398805 h 4999978"/>
              <a:gd name="connsiteX182" fmla="*/ 1251170 w 12192000"/>
              <a:gd name="connsiteY182" fmla="*/ 391942 h 4999978"/>
              <a:gd name="connsiteX183" fmla="*/ 1295331 w 12192000"/>
              <a:gd name="connsiteY183" fmla="*/ 402182 h 4999978"/>
              <a:gd name="connsiteX184" fmla="*/ 1347118 w 12192000"/>
              <a:gd name="connsiteY184" fmla="*/ 399704 h 4999978"/>
              <a:gd name="connsiteX185" fmla="*/ 1378108 w 12192000"/>
              <a:gd name="connsiteY185" fmla="*/ 398410 h 4999978"/>
              <a:gd name="connsiteX186" fmla="*/ 1459192 w 12192000"/>
              <a:gd name="connsiteY186" fmla="*/ 380919 h 4999978"/>
              <a:gd name="connsiteX187" fmla="*/ 1590120 w 12192000"/>
              <a:gd name="connsiteY187" fmla="*/ 317608 h 4999978"/>
              <a:gd name="connsiteX188" fmla="*/ 1631417 w 12192000"/>
              <a:gd name="connsiteY188" fmla="*/ 308227 h 4999978"/>
              <a:gd name="connsiteX189" fmla="*/ 1638727 w 12192000"/>
              <a:gd name="connsiteY189" fmla="*/ 311610 h 4999978"/>
              <a:gd name="connsiteX190" fmla="*/ 1844438 w 12192000"/>
              <a:gd name="connsiteY190" fmla="*/ 271304 h 4999978"/>
              <a:gd name="connsiteX191" fmla="*/ 1881324 w 12192000"/>
              <a:gd name="connsiteY191" fmla="*/ 268497 h 4999978"/>
              <a:gd name="connsiteX192" fmla="*/ 1908999 w 12192000"/>
              <a:gd name="connsiteY192" fmla="*/ 269338 h 4999978"/>
              <a:gd name="connsiteX193" fmla="*/ 1974956 w 12192000"/>
              <a:gd name="connsiteY193" fmla="*/ 255958 h 4999978"/>
              <a:gd name="connsiteX194" fmla="*/ 2082409 w 12192000"/>
              <a:gd name="connsiteY194" fmla="*/ 227290 h 4999978"/>
              <a:gd name="connsiteX195" fmla="*/ 2105639 w 12192000"/>
              <a:gd name="connsiteY195" fmla="*/ 222648 h 4999978"/>
              <a:gd name="connsiteX196" fmla="*/ 2126992 w 12192000"/>
              <a:gd name="connsiteY196" fmla="*/ 224468 h 4999978"/>
              <a:gd name="connsiteX197" fmla="*/ 2133154 w 12192000"/>
              <a:gd name="connsiteY197" fmla="*/ 229952 h 4999978"/>
              <a:gd name="connsiteX198" fmla="*/ 2146154 w 12192000"/>
              <a:gd name="connsiteY198" fmla="*/ 228332 h 4999978"/>
              <a:gd name="connsiteX199" fmla="*/ 2149901 w 12192000"/>
              <a:gd name="connsiteY199" fmla="*/ 229116 h 4999978"/>
              <a:gd name="connsiteX200" fmla="*/ 2171100 w 12192000"/>
              <a:gd name="connsiteY200" fmla="*/ 232389 h 4999978"/>
              <a:gd name="connsiteX201" fmla="*/ 2209148 w 12192000"/>
              <a:gd name="connsiteY201" fmla="*/ 209225 h 4999978"/>
              <a:gd name="connsiteX202" fmla="*/ 2261889 w 12192000"/>
              <a:gd name="connsiteY202" fmla="*/ 205532 h 4999978"/>
              <a:gd name="connsiteX203" fmla="*/ 2452315 w 12192000"/>
              <a:gd name="connsiteY203" fmla="*/ 152899 h 4999978"/>
              <a:gd name="connsiteX204" fmla="*/ 2487710 w 12192000"/>
              <a:gd name="connsiteY204" fmla="*/ 169267 h 4999978"/>
              <a:gd name="connsiteX205" fmla="*/ 2665623 w 12192000"/>
              <a:gd name="connsiteY205" fmla="*/ 96394 h 4999978"/>
              <a:gd name="connsiteX206" fmla="*/ 2823914 w 12192000"/>
              <a:gd name="connsiteY206" fmla="*/ 66867 h 4999978"/>
              <a:gd name="connsiteX207" fmla="*/ 2831912 w 12192000"/>
              <a:gd name="connsiteY207" fmla="*/ 55426 h 4999978"/>
              <a:gd name="connsiteX208" fmla="*/ 2843870 w 12192000"/>
              <a:gd name="connsiteY208" fmla="*/ 47507 h 4999978"/>
              <a:gd name="connsiteX209" fmla="*/ 2846217 w 12192000"/>
              <a:gd name="connsiteY209" fmla="*/ 48025 h 4999978"/>
              <a:gd name="connsiteX210" fmla="*/ 2862745 w 12192000"/>
              <a:gd name="connsiteY210" fmla="*/ 43242 h 4999978"/>
              <a:gd name="connsiteX211" fmla="*/ 2864596 w 12192000"/>
              <a:gd name="connsiteY211" fmla="*/ 39218 h 4999978"/>
              <a:gd name="connsiteX212" fmla="*/ 2875381 w 12192000"/>
              <a:gd name="connsiteY212" fmla="*/ 35003 h 4999978"/>
              <a:gd name="connsiteX213" fmla="*/ 2895139 w 12192000"/>
              <a:gd name="connsiteY213" fmla="*/ 24186 h 4999978"/>
              <a:gd name="connsiteX214" fmla="*/ 2900232 w 12192000"/>
              <a:gd name="connsiteY214" fmla="*/ 24518 h 4999978"/>
              <a:gd name="connsiteX215" fmla="*/ 2932205 w 12192000"/>
              <a:gd name="connsiteY215" fmla="*/ 11873 h 4999978"/>
              <a:gd name="connsiteX216" fmla="*/ 2933310 w 12192000"/>
              <a:gd name="connsiteY216" fmla="*/ 12816 h 4999978"/>
              <a:gd name="connsiteX217" fmla="*/ 2945218 w 12192000"/>
              <a:gd name="connsiteY217" fmla="*/ 14141 h 4999978"/>
              <a:gd name="connsiteX218" fmla="*/ 2966465 w 12192000"/>
              <a:gd name="connsiteY218" fmla="*/ 14117 h 4999978"/>
              <a:gd name="connsiteX219" fmla="*/ 3023668 w 12192000"/>
              <a:gd name="connsiteY219" fmla="*/ 27905 h 4999978"/>
              <a:gd name="connsiteX220" fmla="*/ 3057077 w 12192000"/>
              <a:gd name="connsiteY220" fmla="*/ 14845 h 4999978"/>
              <a:gd name="connsiteX221" fmla="*/ 3151915 w 12192000"/>
              <a:gd name="connsiteY221" fmla="*/ 11243 h 4999978"/>
              <a:gd name="connsiteX222" fmla="*/ 3251671 w 12192000"/>
              <a:gd name="connsiteY222" fmla="*/ 31575 h 4999978"/>
              <a:gd name="connsiteX223" fmla="*/ 3351400 w 12192000"/>
              <a:gd name="connsiteY223" fmla="*/ 32687 h 4999978"/>
              <a:gd name="connsiteX224" fmla="*/ 3387481 w 12192000"/>
              <a:gd name="connsiteY224" fmla="*/ 31443 h 4999978"/>
              <a:gd name="connsiteX225" fmla="*/ 3451923 w 12192000"/>
              <a:gd name="connsiteY225" fmla="*/ 36482 h 4999978"/>
              <a:gd name="connsiteX226" fmla="*/ 3481520 w 12192000"/>
              <a:gd name="connsiteY226" fmla="*/ 43287 h 4999978"/>
              <a:gd name="connsiteX227" fmla="*/ 3482804 w 12192000"/>
              <a:gd name="connsiteY227" fmla="*/ 42812 h 4999978"/>
              <a:gd name="connsiteX228" fmla="*/ 3485495 w 12192000"/>
              <a:gd name="connsiteY228" fmla="*/ 45921 h 4999978"/>
              <a:gd name="connsiteX229" fmla="*/ 3490972 w 12192000"/>
              <a:gd name="connsiteY229" fmla="*/ 47286 h 4999978"/>
              <a:gd name="connsiteX230" fmla="*/ 3505835 w 12192000"/>
              <a:gd name="connsiteY230" fmla="*/ 46077 h 4999978"/>
              <a:gd name="connsiteX231" fmla="*/ 3511410 w 12192000"/>
              <a:gd name="connsiteY231" fmla="*/ 44808 h 4999978"/>
              <a:gd name="connsiteX232" fmla="*/ 3519598 w 12192000"/>
              <a:gd name="connsiteY232" fmla="*/ 44683 h 4999978"/>
              <a:gd name="connsiteX233" fmla="*/ 3519807 w 12192000"/>
              <a:gd name="connsiteY233" fmla="*/ 44938 h 4999978"/>
              <a:gd name="connsiteX234" fmla="*/ 3527466 w 12192000"/>
              <a:gd name="connsiteY234" fmla="*/ 44316 h 4999978"/>
              <a:gd name="connsiteX235" fmla="*/ 3564889 w 12192000"/>
              <a:gd name="connsiteY235" fmla="*/ 57394 h 4999978"/>
              <a:gd name="connsiteX236" fmla="*/ 3614922 w 12192000"/>
              <a:gd name="connsiteY236" fmla="*/ 61804 h 4999978"/>
              <a:gd name="connsiteX237" fmla="*/ 3635506 w 12192000"/>
              <a:gd name="connsiteY237" fmla="*/ 65718 h 4999978"/>
              <a:gd name="connsiteX238" fmla="*/ 3646525 w 12192000"/>
              <a:gd name="connsiteY238" fmla="*/ 69193 h 4999978"/>
              <a:gd name="connsiteX239" fmla="*/ 3647224 w 12192000"/>
              <a:gd name="connsiteY239" fmla="*/ 70303 h 4999978"/>
              <a:gd name="connsiteX240" fmla="*/ 3683100 w 12192000"/>
              <a:gd name="connsiteY240" fmla="*/ 64109 h 4999978"/>
              <a:gd name="connsiteX241" fmla="*/ 3687901 w 12192000"/>
              <a:gd name="connsiteY241" fmla="*/ 65372 h 4999978"/>
              <a:gd name="connsiteX242" fmla="*/ 3711234 w 12192000"/>
              <a:gd name="connsiteY242" fmla="*/ 58665 h 4999978"/>
              <a:gd name="connsiteX243" fmla="*/ 3723318 w 12192000"/>
              <a:gd name="connsiteY243" fmla="*/ 56625 h 4999978"/>
              <a:gd name="connsiteX244" fmla="*/ 3726677 w 12192000"/>
              <a:gd name="connsiteY244" fmla="*/ 53112 h 4999978"/>
              <a:gd name="connsiteX245" fmla="*/ 3744535 w 12192000"/>
              <a:gd name="connsiteY245" fmla="*/ 51590 h 4999978"/>
              <a:gd name="connsiteX246" fmla="*/ 3746608 w 12192000"/>
              <a:gd name="connsiteY246" fmla="*/ 52522 h 4999978"/>
              <a:gd name="connsiteX247" fmla="*/ 3761262 w 12192000"/>
              <a:gd name="connsiteY247" fmla="*/ 47147 h 4999978"/>
              <a:gd name="connsiteX248" fmla="*/ 3803931 w 12192000"/>
              <a:gd name="connsiteY248" fmla="*/ 49309 h 4999978"/>
              <a:gd name="connsiteX249" fmla="*/ 3925626 w 12192000"/>
              <a:gd name="connsiteY249" fmla="*/ 40301 h 4999978"/>
              <a:gd name="connsiteX250" fmla="*/ 4033324 w 12192000"/>
              <a:gd name="connsiteY250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10030 w 12192000"/>
              <a:gd name="connsiteY181" fmla="*/ 398805 h 4999978"/>
              <a:gd name="connsiteX182" fmla="*/ 1251170 w 12192000"/>
              <a:gd name="connsiteY182" fmla="*/ 391942 h 4999978"/>
              <a:gd name="connsiteX183" fmla="*/ 1295331 w 12192000"/>
              <a:gd name="connsiteY183" fmla="*/ 402182 h 4999978"/>
              <a:gd name="connsiteX184" fmla="*/ 1347118 w 12192000"/>
              <a:gd name="connsiteY184" fmla="*/ 399704 h 4999978"/>
              <a:gd name="connsiteX185" fmla="*/ 1378108 w 12192000"/>
              <a:gd name="connsiteY185" fmla="*/ 398410 h 4999978"/>
              <a:gd name="connsiteX186" fmla="*/ 1459192 w 12192000"/>
              <a:gd name="connsiteY186" fmla="*/ 380919 h 4999978"/>
              <a:gd name="connsiteX187" fmla="*/ 1590120 w 12192000"/>
              <a:gd name="connsiteY187" fmla="*/ 317608 h 4999978"/>
              <a:gd name="connsiteX188" fmla="*/ 1631417 w 12192000"/>
              <a:gd name="connsiteY188" fmla="*/ 308227 h 4999978"/>
              <a:gd name="connsiteX189" fmla="*/ 1638727 w 12192000"/>
              <a:gd name="connsiteY189" fmla="*/ 311610 h 4999978"/>
              <a:gd name="connsiteX190" fmla="*/ 1844438 w 12192000"/>
              <a:gd name="connsiteY190" fmla="*/ 271304 h 4999978"/>
              <a:gd name="connsiteX191" fmla="*/ 1881324 w 12192000"/>
              <a:gd name="connsiteY191" fmla="*/ 268497 h 4999978"/>
              <a:gd name="connsiteX192" fmla="*/ 1908999 w 12192000"/>
              <a:gd name="connsiteY192" fmla="*/ 269338 h 4999978"/>
              <a:gd name="connsiteX193" fmla="*/ 1974956 w 12192000"/>
              <a:gd name="connsiteY193" fmla="*/ 255958 h 4999978"/>
              <a:gd name="connsiteX194" fmla="*/ 2082409 w 12192000"/>
              <a:gd name="connsiteY194" fmla="*/ 227290 h 4999978"/>
              <a:gd name="connsiteX195" fmla="*/ 2105639 w 12192000"/>
              <a:gd name="connsiteY195" fmla="*/ 222648 h 4999978"/>
              <a:gd name="connsiteX196" fmla="*/ 2126992 w 12192000"/>
              <a:gd name="connsiteY196" fmla="*/ 224468 h 4999978"/>
              <a:gd name="connsiteX197" fmla="*/ 2133154 w 12192000"/>
              <a:gd name="connsiteY197" fmla="*/ 229952 h 4999978"/>
              <a:gd name="connsiteX198" fmla="*/ 2146154 w 12192000"/>
              <a:gd name="connsiteY198" fmla="*/ 228332 h 4999978"/>
              <a:gd name="connsiteX199" fmla="*/ 2149901 w 12192000"/>
              <a:gd name="connsiteY199" fmla="*/ 229116 h 4999978"/>
              <a:gd name="connsiteX200" fmla="*/ 2171100 w 12192000"/>
              <a:gd name="connsiteY200" fmla="*/ 232389 h 4999978"/>
              <a:gd name="connsiteX201" fmla="*/ 2209148 w 12192000"/>
              <a:gd name="connsiteY201" fmla="*/ 209225 h 4999978"/>
              <a:gd name="connsiteX202" fmla="*/ 2261889 w 12192000"/>
              <a:gd name="connsiteY202" fmla="*/ 205532 h 4999978"/>
              <a:gd name="connsiteX203" fmla="*/ 2452315 w 12192000"/>
              <a:gd name="connsiteY203" fmla="*/ 152899 h 4999978"/>
              <a:gd name="connsiteX204" fmla="*/ 2487710 w 12192000"/>
              <a:gd name="connsiteY204" fmla="*/ 169267 h 4999978"/>
              <a:gd name="connsiteX205" fmla="*/ 2665623 w 12192000"/>
              <a:gd name="connsiteY205" fmla="*/ 96394 h 4999978"/>
              <a:gd name="connsiteX206" fmla="*/ 2823914 w 12192000"/>
              <a:gd name="connsiteY206" fmla="*/ 66867 h 4999978"/>
              <a:gd name="connsiteX207" fmla="*/ 2828102 w 12192000"/>
              <a:gd name="connsiteY207" fmla="*/ 164091 h 4999978"/>
              <a:gd name="connsiteX208" fmla="*/ 2843870 w 12192000"/>
              <a:gd name="connsiteY208" fmla="*/ 47507 h 4999978"/>
              <a:gd name="connsiteX209" fmla="*/ 2846217 w 12192000"/>
              <a:gd name="connsiteY209" fmla="*/ 48025 h 4999978"/>
              <a:gd name="connsiteX210" fmla="*/ 2862745 w 12192000"/>
              <a:gd name="connsiteY210" fmla="*/ 43242 h 4999978"/>
              <a:gd name="connsiteX211" fmla="*/ 2864596 w 12192000"/>
              <a:gd name="connsiteY211" fmla="*/ 39218 h 4999978"/>
              <a:gd name="connsiteX212" fmla="*/ 2875381 w 12192000"/>
              <a:gd name="connsiteY212" fmla="*/ 35003 h 4999978"/>
              <a:gd name="connsiteX213" fmla="*/ 2895139 w 12192000"/>
              <a:gd name="connsiteY213" fmla="*/ 24186 h 4999978"/>
              <a:gd name="connsiteX214" fmla="*/ 2900232 w 12192000"/>
              <a:gd name="connsiteY214" fmla="*/ 24518 h 4999978"/>
              <a:gd name="connsiteX215" fmla="*/ 2932205 w 12192000"/>
              <a:gd name="connsiteY215" fmla="*/ 11873 h 4999978"/>
              <a:gd name="connsiteX216" fmla="*/ 2933310 w 12192000"/>
              <a:gd name="connsiteY216" fmla="*/ 12816 h 4999978"/>
              <a:gd name="connsiteX217" fmla="*/ 2945218 w 12192000"/>
              <a:gd name="connsiteY217" fmla="*/ 14141 h 4999978"/>
              <a:gd name="connsiteX218" fmla="*/ 2966465 w 12192000"/>
              <a:gd name="connsiteY218" fmla="*/ 14117 h 4999978"/>
              <a:gd name="connsiteX219" fmla="*/ 3023668 w 12192000"/>
              <a:gd name="connsiteY219" fmla="*/ 27905 h 4999978"/>
              <a:gd name="connsiteX220" fmla="*/ 3057077 w 12192000"/>
              <a:gd name="connsiteY220" fmla="*/ 14845 h 4999978"/>
              <a:gd name="connsiteX221" fmla="*/ 3151915 w 12192000"/>
              <a:gd name="connsiteY221" fmla="*/ 11243 h 4999978"/>
              <a:gd name="connsiteX222" fmla="*/ 3251671 w 12192000"/>
              <a:gd name="connsiteY222" fmla="*/ 31575 h 4999978"/>
              <a:gd name="connsiteX223" fmla="*/ 3351400 w 12192000"/>
              <a:gd name="connsiteY223" fmla="*/ 32687 h 4999978"/>
              <a:gd name="connsiteX224" fmla="*/ 3387481 w 12192000"/>
              <a:gd name="connsiteY224" fmla="*/ 31443 h 4999978"/>
              <a:gd name="connsiteX225" fmla="*/ 3451923 w 12192000"/>
              <a:gd name="connsiteY225" fmla="*/ 36482 h 4999978"/>
              <a:gd name="connsiteX226" fmla="*/ 3481520 w 12192000"/>
              <a:gd name="connsiteY226" fmla="*/ 43287 h 4999978"/>
              <a:gd name="connsiteX227" fmla="*/ 3482804 w 12192000"/>
              <a:gd name="connsiteY227" fmla="*/ 42812 h 4999978"/>
              <a:gd name="connsiteX228" fmla="*/ 3485495 w 12192000"/>
              <a:gd name="connsiteY228" fmla="*/ 45921 h 4999978"/>
              <a:gd name="connsiteX229" fmla="*/ 3490972 w 12192000"/>
              <a:gd name="connsiteY229" fmla="*/ 47286 h 4999978"/>
              <a:gd name="connsiteX230" fmla="*/ 3505835 w 12192000"/>
              <a:gd name="connsiteY230" fmla="*/ 46077 h 4999978"/>
              <a:gd name="connsiteX231" fmla="*/ 3511410 w 12192000"/>
              <a:gd name="connsiteY231" fmla="*/ 44808 h 4999978"/>
              <a:gd name="connsiteX232" fmla="*/ 3519598 w 12192000"/>
              <a:gd name="connsiteY232" fmla="*/ 44683 h 4999978"/>
              <a:gd name="connsiteX233" fmla="*/ 3519807 w 12192000"/>
              <a:gd name="connsiteY233" fmla="*/ 44938 h 4999978"/>
              <a:gd name="connsiteX234" fmla="*/ 3527466 w 12192000"/>
              <a:gd name="connsiteY234" fmla="*/ 44316 h 4999978"/>
              <a:gd name="connsiteX235" fmla="*/ 3564889 w 12192000"/>
              <a:gd name="connsiteY235" fmla="*/ 57394 h 4999978"/>
              <a:gd name="connsiteX236" fmla="*/ 3614922 w 12192000"/>
              <a:gd name="connsiteY236" fmla="*/ 61804 h 4999978"/>
              <a:gd name="connsiteX237" fmla="*/ 3635506 w 12192000"/>
              <a:gd name="connsiteY237" fmla="*/ 65718 h 4999978"/>
              <a:gd name="connsiteX238" fmla="*/ 3646525 w 12192000"/>
              <a:gd name="connsiteY238" fmla="*/ 69193 h 4999978"/>
              <a:gd name="connsiteX239" fmla="*/ 3647224 w 12192000"/>
              <a:gd name="connsiteY239" fmla="*/ 70303 h 4999978"/>
              <a:gd name="connsiteX240" fmla="*/ 3683100 w 12192000"/>
              <a:gd name="connsiteY240" fmla="*/ 64109 h 4999978"/>
              <a:gd name="connsiteX241" fmla="*/ 3687901 w 12192000"/>
              <a:gd name="connsiteY241" fmla="*/ 65372 h 4999978"/>
              <a:gd name="connsiteX242" fmla="*/ 3711234 w 12192000"/>
              <a:gd name="connsiteY242" fmla="*/ 58665 h 4999978"/>
              <a:gd name="connsiteX243" fmla="*/ 3723318 w 12192000"/>
              <a:gd name="connsiteY243" fmla="*/ 56625 h 4999978"/>
              <a:gd name="connsiteX244" fmla="*/ 3726677 w 12192000"/>
              <a:gd name="connsiteY244" fmla="*/ 53112 h 4999978"/>
              <a:gd name="connsiteX245" fmla="*/ 3744535 w 12192000"/>
              <a:gd name="connsiteY245" fmla="*/ 51590 h 4999978"/>
              <a:gd name="connsiteX246" fmla="*/ 3746608 w 12192000"/>
              <a:gd name="connsiteY246" fmla="*/ 52522 h 4999978"/>
              <a:gd name="connsiteX247" fmla="*/ 3761262 w 12192000"/>
              <a:gd name="connsiteY247" fmla="*/ 47147 h 4999978"/>
              <a:gd name="connsiteX248" fmla="*/ 3803931 w 12192000"/>
              <a:gd name="connsiteY248" fmla="*/ 49309 h 4999978"/>
              <a:gd name="connsiteX249" fmla="*/ 3925626 w 12192000"/>
              <a:gd name="connsiteY249" fmla="*/ 40301 h 4999978"/>
              <a:gd name="connsiteX250" fmla="*/ 4033324 w 12192000"/>
              <a:gd name="connsiteY250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10030 w 12192000"/>
              <a:gd name="connsiteY181" fmla="*/ 398805 h 4999978"/>
              <a:gd name="connsiteX182" fmla="*/ 1251170 w 12192000"/>
              <a:gd name="connsiteY182" fmla="*/ 391942 h 4999978"/>
              <a:gd name="connsiteX183" fmla="*/ 1295331 w 12192000"/>
              <a:gd name="connsiteY183" fmla="*/ 402182 h 4999978"/>
              <a:gd name="connsiteX184" fmla="*/ 1347118 w 12192000"/>
              <a:gd name="connsiteY184" fmla="*/ 399704 h 4999978"/>
              <a:gd name="connsiteX185" fmla="*/ 1378108 w 12192000"/>
              <a:gd name="connsiteY185" fmla="*/ 398410 h 4999978"/>
              <a:gd name="connsiteX186" fmla="*/ 1459192 w 12192000"/>
              <a:gd name="connsiteY186" fmla="*/ 380919 h 4999978"/>
              <a:gd name="connsiteX187" fmla="*/ 1590120 w 12192000"/>
              <a:gd name="connsiteY187" fmla="*/ 317608 h 4999978"/>
              <a:gd name="connsiteX188" fmla="*/ 1631417 w 12192000"/>
              <a:gd name="connsiteY188" fmla="*/ 308227 h 4999978"/>
              <a:gd name="connsiteX189" fmla="*/ 1638727 w 12192000"/>
              <a:gd name="connsiteY189" fmla="*/ 311610 h 4999978"/>
              <a:gd name="connsiteX190" fmla="*/ 1844438 w 12192000"/>
              <a:gd name="connsiteY190" fmla="*/ 271304 h 4999978"/>
              <a:gd name="connsiteX191" fmla="*/ 1881324 w 12192000"/>
              <a:gd name="connsiteY191" fmla="*/ 268497 h 4999978"/>
              <a:gd name="connsiteX192" fmla="*/ 1908999 w 12192000"/>
              <a:gd name="connsiteY192" fmla="*/ 269338 h 4999978"/>
              <a:gd name="connsiteX193" fmla="*/ 1974956 w 12192000"/>
              <a:gd name="connsiteY193" fmla="*/ 255958 h 4999978"/>
              <a:gd name="connsiteX194" fmla="*/ 2082409 w 12192000"/>
              <a:gd name="connsiteY194" fmla="*/ 227290 h 4999978"/>
              <a:gd name="connsiteX195" fmla="*/ 2105639 w 12192000"/>
              <a:gd name="connsiteY195" fmla="*/ 222648 h 4999978"/>
              <a:gd name="connsiteX196" fmla="*/ 2126992 w 12192000"/>
              <a:gd name="connsiteY196" fmla="*/ 224468 h 4999978"/>
              <a:gd name="connsiteX197" fmla="*/ 2133154 w 12192000"/>
              <a:gd name="connsiteY197" fmla="*/ 229952 h 4999978"/>
              <a:gd name="connsiteX198" fmla="*/ 2146154 w 12192000"/>
              <a:gd name="connsiteY198" fmla="*/ 228332 h 4999978"/>
              <a:gd name="connsiteX199" fmla="*/ 2149901 w 12192000"/>
              <a:gd name="connsiteY199" fmla="*/ 229116 h 4999978"/>
              <a:gd name="connsiteX200" fmla="*/ 2171100 w 12192000"/>
              <a:gd name="connsiteY200" fmla="*/ 232389 h 4999978"/>
              <a:gd name="connsiteX201" fmla="*/ 2209148 w 12192000"/>
              <a:gd name="connsiteY201" fmla="*/ 209225 h 4999978"/>
              <a:gd name="connsiteX202" fmla="*/ 2261889 w 12192000"/>
              <a:gd name="connsiteY202" fmla="*/ 205532 h 4999978"/>
              <a:gd name="connsiteX203" fmla="*/ 2452315 w 12192000"/>
              <a:gd name="connsiteY203" fmla="*/ 152899 h 4999978"/>
              <a:gd name="connsiteX204" fmla="*/ 2487710 w 12192000"/>
              <a:gd name="connsiteY204" fmla="*/ 169267 h 4999978"/>
              <a:gd name="connsiteX205" fmla="*/ 2665623 w 12192000"/>
              <a:gd name="connsiteY205" fmla="*/ 96394 h 4999978"/>
              <a:gd name="connsiteX206" fmla="*/ 2823914 w 12192000"/>
              <a:gd name="connsiteY206" fmla="*/ 66867 h 4999978"/>
              <a:gd name="connsiteX207" fmla="*/ 2828102 w 12192000"/>
              <a:gd name="connsiteY207" fmla="*/ 164091 h 4999978"/>
              <a:gd name="connsiteX208" fmla="*/ 2843870 w 12192000"/>
              <a:gd name="connsiteY208" fmla="*/ 47507 h 4999978"/>
              <a:gd name="connsiteX209" fmla="*/ 2792877 w 12192000"/>
              <a:gd name="connsiteY209" fmla="*/ 148928 h 4999978"/>
              <a:gd name="connsiteX210" fmla="*/ 2862745 w 12192000"/>
              <a:gd name="connsiteY210" fmla="*/ 43242 h 4999978"/>
              <a:gd name="connsiteX211" fmla="*/ 2864596 w 12192000"/>
              <a:gd name="connsiteY211" fmla="*/ 39218 h 4999978"/>
              <a:gd name="connsiteX212" fmla="*/ 2875381 w 12192000"/>
              <a:gd name="connsiteY212" fmla="*/ 35003 h 4999978"/>
              <a:gd name="connsiteX213" fmla="*/ 2895139 w 12192000"/>
              <a:gd name="connsiteY213" fmla="*/ 24186 h 4999978"/>
              <a:gd name="connsiteX214" fmla="*/ 2900232 w 12192000"/>
              <a:gd name="connsiteY214" fmla="*/ 24518 h 4999978"/>
              <a:gd name="connsiteX215" fmla="*/ 2932205 w 12192000"/>
              <a:gd name="connsiteY215" fmla="*/ 11873 h 4999978"/>
              <a:gd name="connsiteX216" fmla="*/ 2933310 w 12192000"/>
              <a:gd name="connsiteY216" fmla="*/ 12816 h 4999978"/>
              <a:gd name="connsiteX217" fmla="*/ 2945218 w 12192000"/>
              <a:gd name="connsiteY217" fmla="*/ 14141 h 4999978"/>
              <a:gd name="connsiteX218" fmla="*/ 2966465 w 12192000"/>
              <a:gd name="connsiteY218" fmla="*/ 14117 h 4999978"/>
              <a:gd name="connsiteX219" fmla="*/ 3023668 w 12192000"/>
              <a:gd name="connsiteY219" fmla="*/ 27905 h 4999978"/>
              <a:gd name="connsiteX220" fmla="*/ 3057077 w 12192000"/>
              <a:gd name="connsiteY220" fmla="*/ 14845 h 4999978"/>
              <a:gd name="connsiteX221" fmla="*/ 3151915 w 12192000"/>
              <a:gd name="connsiteY221" fmla="*/ 11243 h 4999978"/>
              <a:gd name="connsiteX222" fmla="*/ 3251671 w 12192000"/>
              <a:gd name="connsiteY222" fmla="*/ 31575 h 4999978"/>
              <a:gd name="connsiteX223" fmla="*/ 3351400 w 12192000"/>
              <a:gd name="connsiteY223" fmla="*/ 32687 h 4999978"/>
              <a:gd name="connsiteX224" fmla="*/ 3387481 w 12192000"/>
              <a:gd name="connsiteY224" fmla="*/ 31443 h 4999978"/>
              <a:gd name="connsiteX225" fmla="*/ 3451923 w 12192000"/>
              <a:gd name="connsiteY225" fmla="*/ 36482 h 4999978"/>
              <a:gd name="connsiteX226" fmla="*/ 3481520 w 12192000"/>
              <a:gd name="connsiteY226" fmla="*/ 43287 h 4999978"/>
              <a:gd name="connsiteX227" fmla="*/ 3482804 w 12192000"/>
              <a:gd name="connsiteY227" fmla="*/ 42812 h 4999978"/>
              <a:gd name="connsiteX228" fmla="*/ 3485495 w 12192000"/>
              <a:gd name="connsiteY228" fmla="*/ 45921 h 4999978"/>
              <a:gd name="connsiteX229" fmla="*/ 3490972 w 12192000"/>
              <a:gd name="connsiteY229" fmla="*/ 47286 h 4999978"/>
              <a:gd name="connsiteX230" fmla="*/ 3505835 w 12192000"/>
              <a:gd name="connsiteY230" fmla="*/ 46077 h 4999978"/>
              <a:gd name="connsiteX231" fmla="*/ 3511410 w 12192000"/>
              <a:gd name="connsiteY231" fmla="*/ 44808 h 4999978"/>
              <a:gd name="connsiteX232" fmla="*/ 3519598 w 12192000"/>
              <a:gd name="connsiteY232" fmla="*/ 44683 h 4999978"/>
              <a:gd name="connsiteX233" fmla="*/ 3519807 w 12192000"/>
              <a:gd name="connsiteY233" fmla="*/ 44938 h 4999978"/>
              <a:gd name="connsiteX234" fmla="*/ 3527466 w 12192000"/>
              <a:gd name="connsiteY234" fmla="*/ 44316 h 4999978"/>
              <a:gd name="connsiteX235" fmla="*/ 3564889 w 12192000"/>
              <a:gd name="connsiteY235" fmla="*/ 57394 h 4999978"/>
              <a:gd name="connsiteX236" fmla="*/ 3614922 w 12192000"/>
              <a:gd name="connsiteY236" fmla="*/ 61804 h 4999978"/>
              <a:gd name="connsiteX237" fmla="*/ 3635506 w 12192000"/>
              <a:gd name="connsiteY237" fmla="*/ 65718 h 4999978"/>
              <a:gd name="connsiteX238" fmla="*/ 3646525 w 12192000"/>
              <a:gd name="connsiteY238" fmla="*/ 69193 h 4999978"/>
              <a:gd name="connsiteX239" fmla="*/ 3647224 w 12192000"/>
              <a:gd name="connsiteY239" fmla="*/ 70303 h 4999978"/>
              <a:gd name="connsiteX240" fmla="*/ 3683100 w 12192000"/>
              <a:gd name="connsiteY240" fmla="*/ 64109 h 4999978"/>
              <a:gd name="connsiteX241" fmla="*/ 3687901 w 12192000"/>
              <a:gd name="connsiteY241" fmla="*/ 65372 h 4999978"/>
              <a:gd name="connsiteX242" fmla="*/ 3711234 w 12192000"/>
              <a:gd name="connsiteY242" fmla="*/ 58665 h 4999978"/>
              <a:gd name="connsiteX243" fmla="*/ 3723318 w 12192000"/>
              <a:gd name="connsiteY243" fmla="*/ 56625 h 4999978"/>
              <a:gd name="connsiteX244" fmla="*/ 3726677 w 12192000"/>
              <a:gd name="connsiteY244" fmla="*/ 53112 h 4999978"/>
              <a:gd name="connsiteX245" fmla="*/ 3744535 w 12192000"/>
              <a:gd name="connsiteY245" fmla="*/ 51590 h 4999978"/>
              <a:gd name="connsiteX246" fmla="*/ 3746608 w 12192000"/>
              <a:gd name="connsiteY246" fmla="*/ 52522 h 4999978"/>
              <a:gd name="connsiteX247" fmla="*/ 3761262 w 12192000"/>
              <a:gd name="connsiteY247" fmla="*/ 47147 h 4999978"/>
              <a:gd name="connsiteX248" fmla="*/ 3803931 w 12192000"/>
              <a:gd name="connsiteY248" fmla="*/ 49309 h 4999978"/>
              <a:gd name="connsiteX249" fmla="*/ 3925626 w 12192000"/>
              <a:gd name="connsiteY249" fmla="*/ 40301 h 4999978"/>
              <a:gd name="connsiteX250" fmla="*/ 4033324 w 12192000"/>
              <a:gd name="connsiteY250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10030 w 12192000"/>
              <a:gd name="connsiteY181" fmla="*/ 398805 h 4999978"/>
              <a:gd name="connsiteX182" fmla="*/ 1251170 w 12192000"/>
              <a:gd name="connsiteY182" fmla="*/ 391942 h 4999978"/>
              <a:gd name="connsiteX183" fmla="*/ 1295331 w 12192000"/>
              <a:gd name="connsiteY183" fmla="*/ 402182 h 4999978"/>
              <a:gd name="connsiteX184" fmla="*/ 1347118 w 12192000"/>
              <a:gd name="connsiteY184" fmla="*/ 399704 h 4999978"/>
              <a:gd name="connsiteX185" fmla="*/ 1378108 w 12192000"/>
              <a:gd name="connsiteY185" fmla="*/ 398410 h 4999978"/>
              <a:gd name="connsiteX186" fmla="*/ 1459192 w 12192000"/>
              <a:gd name="connsiteY186" fmla="*/ 380919 h 4999978"/>
              <a:gd name="connsiteX187" fmla="*/ 1590120 w 12192000"/>
              <a:gd name="connsiteY187" fmla="*/ 317608 h 4999978"/>
              <a:gd name="connsiteX188" fmla="*/ 1631417 w 12192000"/>
              <a:gd name="connsiteY188" fmla="*/ 308227 h 4999978"/>
              <a:gd name="connsiteX189" fmla="*/ 1638727 w 12192000"/>
              <a:gd name="connsiteY189" fmla="*/ 311610 h 4999978"/>
              <a:gd name="connsiteX190" fmla="*/ 1844438 w 12192000"/>
              <a:gd name="connsiteY190" fmla="*/ 271304 h 4999978"/>
              <a:gd name="connsiteX191" fmla="*/ 1881324 w 12192000"/>
              <a:gd name="connsiteY191" fmla="*/ 268497 h 4999978"/>
              <a:gd name="connsiteX192" fmla="*/ 1908999 w 12192000"/>
              <a:gd name="connsiteY192" fmla="*/ 269338 h 4999978"/>
              <a:gd name="connsiteX193" fmla="*/ 1974956 w 12192000"/>
              <a:gd name="connsiteY193" fmla="*/ 255958 h 4999978"/>
              <a:gd name="connsiteX194" fmla="*/ 2082409 w 12192000"/>
              <a:gd name="connsiteY194" fmla="*/ 227290 h 4999978"/>
              <a:gd name="connsiteX195" fmla="*/ 2105639 w 12192000"/>
              <a:gd name="connsiteY195" fmla="*/ 222648 h 4999978"/>
              <a:gd name="connsiteX196" fmla="*/ 2126992 w 12192000"/>
              <a:gd name="connsiteY196" fmla="*/ 224468 h 4999978"/>
              <a:gd name="connsiteX197" fmla="*/ 2133154 w 12192000"/>
              <a:gd name="connsiteY197" fmla="*/ 229952 h 4999978"/>
              <a:gd name="connsiteX198" fmla="*/ 2146154 w 12192000"/>
              <a:gd name="connsiteY198" fmla="*/ 228332 h 4999978"/>
              <a:gd name="connsiteX199" fmla="*/ 2149901 w 12192000"/>
              <a:gd name="connsiteY199" fmla="*/ 229116 h 4999978"/>
              <a:gd name="connsiteX200" fmla="*/ 2171100 w 12192000"/>
              <a:gd name="connsiteY200" fmla="*/ 232389 h 4999978"/>
              <a:gd name="connsiteX201" fmla="*/ 2209148 w 12192000"/>
              <a:gd name="connsiteY201" fmla="*/ 209225 h 4999978"/>
              <a:gd name="connsiteX202" fmla="*/ 2261889 w 12192000"/>
              <a:gd name="connsiteY202" fmla="*/ 205532 h 4999978"/>
              <a:gd name="connsiteX203" fmla="*/ 2452315 w 12192000"/>
              <a:gd name="connsiteY203" fmla="*/ 152899 h 4999978"/>
              <a:gd name="connsiteX204" fmla="*/ 2487710 w 12192000"/>
              <a:gd name="connsiteY204" fmla="*/ 169267 h 4999978"/>
              <a:gd name="connsiteX205" fmla="*/ 2665623 w 12192000"/>
              <a:gd name="connsiteY205" fmla="*/ 96394 h 4999978"/>
              <a:gd name="connsiteX206" fmla="*/ 2823914 w 12192000"/>
              <a:gd name="connsiteY206" fmla="*/ 66867 h 4999978"/>
              <a:gd name="connsiteX207" fmla="*/ 2828102 w 12192000"/>
              <a:gd name="connsiteY207" fmla="*/ 164091 h 4999978"/>
              <a:gd name="connsiteX208" fmla="*/ 2843870 w 12192000"/>
              <a:gd name="connsiteY208" fmla="*/ 47507 h 4999978"/>
              <a:gd name="connsiteX209" fmla="*/ 2862745 w 12192000"/>
              <a:gd name="connsiteY209" fmla="*/ 43242 h 4999978"/>
              <a:gd name="connsiteX210" fmla="*/ 2864596 w 12192000"/>
              <a:gd name="connsiteY210" fmla="*/ 39218 h 4999978"/>
              <a:gd name="connsiteX211" fmla="*/ 2875381 w 12192000"/>
              <a:gd name="connsiteY211" fmla="*/ 35003 h 4999978"/>
              <a:gd name="connsiteX212" fmla="*/ 2895139 w 12192000"/>
              <a:gd name="connsiteY212" fmla="*/ 24186 h 4999978"/>
              <a:gd name="connsiteX213" fmla="*/ 2900232 w 12192000"/>
              <a:gd name="connsiteY213" fmla="*/ 24518 h 4999978"/>
              <a:gd name="connsiteX214" fmla="*/ 2932205 w 12192000"/>
              <a:gd name="connsiteY214" fmla="*/ 11873 h 4999978"/>
              <a:gd name="connsiteX215" fmla="*/ 2933310 w 12192000"/>
              <a:gd name="connsiteY215" fmla="*/ 12816 h 4999978"/>
              <a:gd name="connsiteX216" fmla="*/ 2945218 w 12192000"/>
              <a:gd name="connsiteY216" fmla="*/ 14141 h 4999978"/>
              <a:gd name="connsiteX217" fmla="*/ 2966465 w 12192000"/>
              <a:gd name="connsiteY217" fmla="*/ 14117 h 4999978"/>
              <a:gd name="connsiteX218" fmla="*/ 3023668 w 12192000"/>
              <a:gd name="connsiteY218" fmla="*/ 27905 h 4999978"/>
              <a:gd name="connsiteX219" fmla="*/ 3057077 w 12192000"/>
              <a:gd name="connsiteY219" fmla="*/ 14845 h 4999978"/>
              <a:gd name="connsiteX220" fmla="*/ 3151915 w 12192000"/>
              <a:gd name="connsiteY220" fmla="*/ 11243 h 4999978"/>
              <a:gd name="connsiteX221" fmla="*/ 3251671 w 12192000"/>
              <a:gd name="connsiteY221" fmla="*/ 31575 h 4999978"/>
              <a:gd name="connsiteX222" fmla="*/ 3351400 w 12192000"/>
              <a:gd name="connsiteY222" fmla="*/ 32687 h 4999978"/>
              <a:gd name="connsiteX223" fmla="*/ 3387481 w 12192000"/>
              <a:gd name="connsiteY223" fmla="*/ 31443 h 4999978"/>
              <a:gd name="connsiteX224" fmla="*/ 3451923 w 12192000"/>
              <a:gd name="connsiteY224" fmla="*/ 36482 h 4999978"/>
              <a:gd name="connsiteX225" fmla="*/ 3481520 w 12192000"/>
              <a:gd name="connsiteY225" fmla="*/ 43287 h 4999978"/>
              <a:gd name="connsiteX226" fmla="*/ 3482804 w 12192000"/>
              <a:gd name="connsiteY226" fmla="*/ 42812 h 4999978"/>
              <a:gd name="connsiteX227" fmla="*/ 3485495 w 12192000"/>
              <a:gd name="connsiteY227" fmla="*/ 45921 h 4999978"/>
              <a:gd name="connsiteX228" fmla="*/ 3490972 w 12192000"/>
              <a:gd name="connsiteY228" fmla="*/ 47286 h 4999978"/>
              <a:gd name="connsiteX229" fmla="*/ 3505835 w 12192000"/>
              <a:gd name="connsiteY229" fmla="*/ 46077 h 4999978"/>
              <a:gd name="connsiteX230" fmla="*/ 3511410 w 12192000"/>
              <a:gd name="connsiteY230" fmla="*/ 44808 h 4999978"/>
              <a:gd name="connsiteX231" fmla="*/ 3519598 w 12192000"/>
              <a:gd name="connsiteY231" fmla="*/ 44683 h 4999978"/>
              <a:gd name="connsiteX232" fmla="*/ 3519807 w 12192000"/>
              <a:gd name="connsiteY232" fmla="*/ 44938 h 4999978"/>
              <a:gd name="connsiteX233" fmla="*/ 3527466 w 12192000"/>
              <a:gd name="connsiteY233" fmla="*/ 44316 h 4999978"/>
              <a:gd name="connsiteX234" fmla="*/ 3564889 w 12192000"/>
              <a:gd name="connsiteY234" fmla="*/ 57394 h 4999978"/>
              <a:gd name="connsiteX235" fmla="*/ 3614922 w 12192000"/>
              <a:gd name="connsiteY235" fmla="*/ 61804 h 4999978"/>
              <a:gd name="connsiteX236" fmla="*/ 3635506 w 12192000"/>
              <a:gd name="connsiteY236" fmla="*/ 65718 h 4999978"/>
              <a:gd name="connsiteX237" fmla="*/ 3646525 w 12192000"/>
              <a:gd name="connsiteY237" fmla="*/ 69193 h 4999978"/>
              <a:gd name="connsiteX238" fmla="*/ 3647224 w 12192000"/>
              <a:gd name="connsiteY238" fmla="*/ 70303 h 4999978"/>
              <a:gd name="connsiteX239" fmla="*/ 3683100 w 12192000"/>
              <a:gd name="connsiteY239" fmla="*/ 64109 h 4999978"/>
              <a:gd name="connsiteX240" fmla="*/ 3687901 w 12192000"/>
              <a:gd name="connsiteY240" fmla="*/ 65372 h 4999978"/>
              <a:gd name="connsiteX241" fmla="*/ 3711234 w 12192000"/>
              <a:gd name="connsiteY241" fmla="*/ 58665 h 4999978"/>
              <a:gd name="connsiteX242" fmla="*/ 3723318 w 12192000"/>
              <a:gd name="connsiteY242" fmla="*/ 56625 h 4999978"/>
              <a:gd name="connsiteX243" fmla="*/ 3726677 w 12192000"/>
              <a:gd name="connsiteY243" fmla="*/ 53112 h 4999978"/>
              <a:gd name="connsiteX244" fmla="*/ 3744535 w 12192000"/>
              <a:gd name="connsiteY244" fmla="*/ 51590 h 4999978"/>
              <a:gd name="connsiteX245" fmla="*/ 3746608 w 12192000"/>
              <a:gd name="connsiteY245" fmla="*/ 52522 h 4999978"/>
              <a:gd name="connsiteX246" fmla="*/ 3761262 w 12192000"/>
              <a:gd name="connsiteY246" fmla="*/ 47147 h 4999978"/>
              <a:gd name="connsiteX247" fmla="*/ 3803931 w 12192000"/>
              <a:gd name="connsiteY247" fmla="*/ 49309 h 4999978"/>
              <a:gd name="connsiteX248" fmla="*/ 3925626 w 12192000"/>
              <a:gd name="connsiteY248" fmla="*/ 40301 h 4999978"/>
              <a:gd name="connsiteX249" fmla="*/ 4033324 w 12192000"/>
              <a:gd name="connsiteY249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10030 w 12192000"/>
              <a:gd name="connsiteY181" fmla="*/ 398805 h 4999978"/>
              <a:gd name="connsiteX182" fmla="*/ 1251170 w 12192000"/>
              <a:gd name="connsiteY182" fmla="*/ 391942 h 4999978"/>
              <a:gd name="connsiteX183" fmla="*/ 1295331 w 12192000"/>
              <a:gd name="connsiteY183" fmla="*/ 402182 h 4999978"/>
              <a:gd name="connsiteX184" fmla="*/ 1347118 w 12192000"/>
              <a:gd name="connsiteY184" fmla="*/ 399704 h 4999978"/>
              <a:gd name="connsiteX185" fmla="*/ 1378108 w 12192000"/>
              <a:gd name="connsiteY185" fmla="*/ 398410 h 4999978"/>
              <a:gd name="connsiteX186" fmla="*/ 1459192 w 12192000"/>
              <a:gd name="connsiteY186" fmla="*/ 380919 h 4999978"/>
              <a:gd name="connsiteX187" fmla="*/ 1590120 w 12192000"/>
              <a:gd name="connsiteY187" fmla="*/ 317608 h 4999978"/>
              <a:gd name="connsiteX188" fmla="*/ 1631417 w 12192000"/>
              <a:gd name="connsiteY188" fmla="*/ 308227 h 4999978"/>
              <a:gd name="connsiteX189" fmla="*/ 1638727 w 12192000"/>
              <a:gd name="connsiteY189" fmla="*/ 311610 h 4999978"/>
              <a:gd name="connsiteX190" fmla="*/ 1844438 w 12192000"/>
              <a:gd name="connsiteY190" fmla="*/ 271304 h 4999978"/>
              <a:gd name="connsiteX191" fmla="*/ 1881324 w 12192000"/>
              <a:gd name="connsiteY191" fmla="*/ 268497 h 4999978"/>
              <a:gd name="connsiteX192" fmla="*/ 1908999 w 12192000"/>
              <a:gd name="connsiteY192" fmla="*/ 269338 h 4999978"/>
              <a:gd name="connsiteX193" fmla="*/ 1974956 w 12192000"/>
              <a:gd name="connsiteY193" fmla="*/ 255958 h 4999978"/>
              <a:gd name="connsiteX194" fmla="*/ 2082409 w 12192000"/>
              <a:gd name="connsiteY194" fmla="*/ 227290 h 4999978"/>
              <a:gd name="connsiteX195" fmla="*/ 2105639 w 12192000"/>
              <a:gd name="connsiteY195" fmla="*/ 222648 h 4999978"/>
              <a:gd name="connsiteX196" fmla="*/ 2126992 w 12192000"/>
              <a:gd name="connsiteY196" fmla="*/ 224468 h 4999978"/>
              <a:gd name="connsiteX197" fmla="*/ 2133154 w 12192000"/>
              <a:gd name="connsiteY197" fmla="*/ 229952 h 4999978"/>
              <a:gd name="connsiteX198" fmla="*/ 2146154 w 12192000"/>
              <a:gd name="connsiteY198" fmla="*/ 228332 h 4999978"/>
              <a:gd name="connsiteX199" fmla="*/ 2149901 w 12192000"/>
              <a:gd name="connsiteY199" fmla="*/ 229116 h 4999978"/>
              <a:gd name="connsiteX200" fmla="*/ 2171100 w 12192000"/>
              <a:gd name="connsiteY200" fmla="*/ 232389 h 4999978"/>
              <a:gd name="connsiteX201" fmla="*/ 2209148 w 12192000"/>
              <a:gd name="connsiteY201" fmla="*/ 209225 h 4999978"/>
              <a:gd name="connsiteX202" fmla="*/ 2261889 w 12192000"/>
              <a:gd name="connsiteY202" fmla="*/ 205532 h 4999978"/>
              <a:gd name="connsiteX203" fmla="*/ 2452315 w 12192000"/>
              <a:gd name="connsiteY203" fmla="*/ 152899 h 4999978"/>
              <a:gd name="connsiteX204" fmla="*/ 2487710 w 12192000"/>
              <a:gd name="connsiteY204" fmla="*/ 169267 h 4999978"/>
              <a:gd name="connsiteX205" fmla="*/ 2665623 w 12192000"/>
              <a:gd name="connsiteY205" fmla="*/ 96394 h 4999978"/>
              <a:gd name="connsiteX206" fmla="*/ 2751524 w 12192000"/>
              <a:gd name="connsiteY206" fmla="*/ 90153 h 4999978"/>
              <a:gd name="connsiteX207" fmla="*/ 2828102 w 12192000"/>
              <a:gd name="connsiteY207" fmla="*/ 164091 h 4999978"/>
              <a:gd name="connsiteX208" fmla="*/ 2843870 w 12192000"/>
              <a:gd name="connsiteY208" fmla="*/ 47507 h 4999978"/>
              <a:gd name="connsiteX209" fmla="*/ 2862745 w 12192000"/>
              <a:gd name="connsiteY209" fmla="*/ 43242 h 4999978"/>
              <a:gd name="connsiteX210" fmla="*/ 2864596 w 12192000"/>
              <a:gd name="connsiteY210" fmla="*/ 39218 h 4999978"/>
              <a:gd name="connsiteX211" fmla="*/ 2875381 w 12192000"/>
              <a:gd name="connsiteY211" fmla="*/ 35003 h 4999978"/>
              <a:gd name="connsiteX212" fmla="*/ 2895139 w 12192000"/>
              <a:gd name="connsiteY212" fmla="*/ 24186 h 4999978"/>
              <a:gd name="connsiteX213" fmla="*/ 2900232 w 12192000"/>
              <a:gd name="connsiteY213" fmla="*/ 24518 h 4999978"/>
              <a:gd name="connsiteX214" fmla="*/ 2932205 w 12192000"/>
              <a:gd name="connsiteY214" fmla="*/ 11873 h 4999978"/>
              <a:gd name="connsiteX215" fmla="*/ 2933310 w 12192000"/>
              <a:gd name="connsiteY215" fmla="*/ 12816 h 4999978"/>
              <a:gd name="connsiteX216" fmla="*/ 2945218 w 12192000"/>
              <a:gd name="connsiteY216" fmla="*/ 14141 h 4999978"/>
              <a:gd name="connsiteX217" fmla="*/ 2966465 w 12192000"/>
              <a:gd name="connsiteY217" fmla="*/ 14117 h 4999978"/>
              <a:gd name="connsiteX218" fmla="*/ 3023668 w 12192000"/>
              <a:gd name="connsiteY218" fmla="*/ 27905 h 4999978"/>
              <a:gd name="connsiteX219" fmla="*/ 3057077 w 12192000"/>
              <a:gd name="connsiteY219" fmla="*/ 14845 h 4999978"/>
              <a:gd name="connsiteX220" fmla="*/ 3151915 w 12192000"/>
              <a:gd name="connsiteY220" fmla="*/ 11243 h 4999978"/>
              <a:gd name="connsiteX221" fmla="*/ 3251671 w 12192000"/>
              <a:gd name="connsiteY221" fmla="*/ 31575 h 4999978"/>
              <a:gd name="connsiteX222" fmla="*/ 3351400 w 12192000"/>
              <a:gd name="connsiteY222" fmla="*/ 32687 h 4999978"/>
              <a:gd name="connsiteX223" fmla="*/ 3387481 w 12192000"/>
              <a:gd name="connsiteY223" fmla="*/ 31443 h 4999978"/>
              <a:gd name="connsiteX224" fmla="*/ 3451923 w 12192000"/>
              <a:gd name="connsiteY224" fmla="*/ 36482 h 4999978"/>
              <a:gd name="connsiteX225" fmla="*/ 3481520 w 12192000"/>
              <a:gd name="connsiteY225" fmla="*/ 43287 h 4999978"/>
              <a:gd name="connsiteX226" fmla="*/ 3482804 w 12192000"/>
              <a:gd name="connsiteY226" fmla="*/ 42812 h 4999978"/>
              <a:gd name="connsiteX227" fmla="*/ 3485495 w 12192000"/>
              <a:gd name="connsiteY227" fmla="*/ 45921 h 4999978"/>
              <a:gd name="connsiteX228" fmla="*/ 3490972 w 12192000"/>
              <a:gd name="connsiteY228" fmla="*/ 47286 h 4999978"/>
              <a:gd name="connsiteX229" fmla="*/ 3505835 w 12192000"/>
              <a:gd name="connsiteY229" fmla="*/ 46077 h 4999978"/>
              <a:gd name="connsiteX230" fmla="*/ 3511410 w 12192000"/>
              <a:gd name="connsiteY230" fmla="*/ 44808 h 4999978"/>
              <a:gd name="connsiteX231" fmla="*/ 3519598 w 12192000"/>
              <a:gd name="connsiteY231" fmla="*/ 44683 h 4999978"/>
              <a:gd name="connsiteX232" fmla="*/ 3519807 w 12192000"/>
              <a:gd name="connsiteY232" fmla="*/ 44938 h 4999978"/>
              <a:gd name="connsiteX233" fmla="*/ 3527466 w 12192000"/>
              <a:gd name="connsiteY233" fmla="*/ 44316 h 4999978"/>
              <a:gd name="connsiteX234" fmla="*/ 3564889 w 12192000"/>
              <a:gd name="connsiteY234" fmla="*/ 57394 h 4999978"/>
              <a:gd name="connsiteX235" fmla="*/ 3614922 w 12192000"/>
              <a:gd name="connsiteY235" fmla="*/ 61804 h 4999978"/>
              <a:gd name="connsiteX236" fmla="*/ 3635506 w 12192000"/>
              <a:gd name="connsiteY236" fmla="*/ 65718 h 4999978"/>
              <a:gd name="connsiteX237" fmla="*/ 3646525 w 12192000"/>
              <a:gd name="connsiteY237" fmla="*/ 69193 h 4999978"/>
              <a:gd name="connsiteX238" fmla="*/ 3647224 w 12192000"/>
              <a:gd name="connsiteY238" fmla="*/ 70303 h 4999978"/>
              <a:gd name="connsiteX239" fmla="*/ 3683100 w 12192000"/>
              <a:gd name="connsiteY239" fmla="*/ 64109 h 4999978"/>
              <a:gd name="connsiteX240" fmla="*/ 3687901 w 12192000"/>
              <a:gd name="connsiteY240" fmla="*/ 65372 h 4999978"/>
              <a:gd name="connsiteX241" fmla="*/ 3711234 w 12192000"/>
              <a:gd name="connsiteY241" fmla="*/ 58665 h 4999978"/>
              <a:gd name="connsiteX242" fmla="*/ 3723318 w 12192000"/>
              <a:gd name="connsiteY242" fmla="*/ 56625 h 4999978"/>
              <a:gd name="connsiteX243" fmla="*/ 3726677 w 12192000"/>
              <a:gd name="connsiteY243" fmla="*/ 53112 h 4999978"/>
              <a:gd name="connsiteX244" fmla="*/ 3744535 w 12192000"/>
              <a:gd name="connsiteY244" fmla="*/ 51590 h 4999978"/>
              <a:gd name="connsiteX245" fmla="*/ 3746608 w 12192000"/>
              <a:gd name="connsiteY245" fmla="*/ 52522 h 4999978"/>
              <a:gd name="connsiteX246" fmla="*/ 3761262 w 12192000"/>
              <a:gd name="connsiteY246" fmla="*/ 47147 h 4999978"/>
              <a:gd name="connsiteX247" fmla="*/ 3803931 w 12192000"/>
              <a:gd name="connsiteY247" fmla="*/ 49309 h 4999978"/>
              <a:gd name="connsiteX248" fmla="*/ 3925626 w 12192000"/>
              <a:gd name="connsiteY248" fmla="*/ 40301 h 4999978"/>
              <a:gd name="connsiteX249" fmla="*/ 4033324 w 12192000"/>
              <a:gd name="connsiteY249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10030 w 12192000"/>
              <a:gd name="connsiteY181" fmla="*/ 398805 h 4999978"/>
              <a:gd name="connsiteX182" fmla="*/ 1251170 w 12192000"/>
              <a:gd name="connsiteY182" fmla="*/ 391942 h 4999978"/>
              <a:gd name="connsiteX183" fmla="*/ 1295331 w 12192000"/>
              <a:gd name="connsiteY183" fmla="*/ 402182 h 4999978"/>
              <a:gd name="connsiteX184" fmla="*/ 1347118 w 12192000"/>
              <a:gd name="connsiteY184" fmla="*/ 399704 h 4999978"/>
              <a:gd name="connsiteX185" fmla="*/ 1378108 w 12192000"/>
              <a:gd name="connsiteY185" fmla="*/ 398410 h 4999978"/>
              <a:gd name="connsiteX186" fmla="*/ 1459192 w 12192000"/>
              <a:gd name="connsiteY186" fmla="*/ 380919 h 4999978"/>
              <a:gd name="connsiteX187" fmla="*/ 1590120 w 12192000"/>
              <a:gd name="connsiteY187" fmla="*/ 317608 h 4999978"/>
              <a:gd name="connsiteX188" fmla="*/ 1631417 w 12192000"/>
              <a:gd name="connsiteY188" fmla="*/ 308227 h 4999978"/>
              <a:gd name="connsiteX189" fmla="*/ 1638727 w 12192000"/>
              <a:gd name="connsiteY189" fmla="*/ 311610 h 4999978"/>
              <a:gd name="connsiteX190" fmla="*/ 1844438 w 12192000"/>
              <a:gd name="connsiteY190" fmla="*/ 271304 h 4999978"/>
              <a:gd name="connsiteX191" fmla="*/ 1881324 w 12192000"/>
              <a:gd name="connsiteY191" fmla="*/ 268497 h 4999978"/>
              <a:gd name="connsiteX192" fmla="*/ 1908999 w 12192000"/>
              <a:gd name="connsiteY192" fmla="*/ 269338 h 4999978"/>
              <a:gd name="connsiteX193" fmla="*/ 1974956 w 12192000"/>
              <a:gd name="connsiteY193" fmla="*/ 255958 h 4999978"/>
              <a:gd name="connsiteX194" fmla="*/ 2082409 w 12192000"/>
              <a:gd name="connsiteY194" fmla="*/ 227290 h 4999978"/>
              <a:gd name="connsiteX195" fmla="*/ 2105639 w 12192000"/>
              <a:gd name="connsiteY195" fmla="*/ 222648 h 4999978"/>
              <a:gd name="connsiteX196" fmla="*/ 2126992 w 12192000"/>
              <a:gd name="connsiteY196" fmla="*/ 224468 h 4999978"/>
              <a:gd name="connsiteX197" fmla="*/ 2133154 w 12192000"/>
              <a:gd name="connsiteY197" fmla="*/ 229952 h 4999978"/>
              <a:gd name="connsiteX198" fmla="*/ 2146154 w 12192000"/>
              <a:gd name="connsiteY198" fmla="*/ 228332 h 4999978"/>
              <a:gd name="connsiteX199" fmla="*/ 2149901 w 12192000"/>
              <a:gd name="connsiteY199" fmla="*/ 229116 h 4999978"/>
              <a:gd name="connsiteX200" fmla="*/ 2171100 w 12192000"/>
              <a:gd name="connsiteY200" fmla="*/ 232389 h 4999978"/>
              <a:gd name="connsiteX201" fmla="*/ 2209148 w 12192000"/>
              <a:gd name="connsiteY201" fmla="*/ 209225 h 4999978"/>
              <a:gd name="connsiteX202" fmla="*/ 2261889 w 12192000"/>
              <a:gd name="connsiteY202" fmla="*/ 205532 h 4999978"/>
              <a:gd name="connsiteX203" fmla="*/ 2452315 w 12192000"/>
              <a:gd name="connsiteY203" fmla="*/ 152899 h 4999978"/>
              <a:gd name="connsiteX204" fmla="*/ 2487710 w 12192000"/>
              <a:gd name="connsiteY204" fmla="*/ 169267 h 4999978"/>
              <a:gd name="connsiteX205" fmla="*/ 2665623 w 12192000"/>
              <a:gd name="connsiteY205" fmla="*/ 96394 h 4999978"/>
              <a:gd name="connsiteX206" fmla="*/ 2751524 w 12192000"/>
              <a:gd name="connsiteY206" fmla="*/ 90153 h 4999978"/>
              <a:gd name="connsiteX207" fmla="*/ 2797622 w 12192000"/>
              <a:gd name="connsiteY207" fmla="*/ 67069 h 4999978"/>
              <a:gd name="connsiteX208" fmla="*/ 2843870 w 12192000"/>
              <a:gd name="connsiteY208" fmla="*/ 47507 h 4999978"/>
              <a:gd name="connsiteX209" fmla="*/ 2862745 w 12192000"/>
              <a:gd name="connsiteY209" fmla="*/ 43242 h 4999978"/>
              <a:gd name="connsiteX210" fmla="*/ 2864596 w 12192000"/>
              <a:gd name="connsiteY210" fmla="*/ 39218 h 4999978"/>
              <a:gd name="connsiteX211" fmla="*/ 2875381 w 12192000"/>
              <a:gd name="connsiteY211" fmla="*/ 35003 h 4999978"/>
              <a:gd name="connsiteX212" fmla="*/ 2895139 w 12192000"/>
              <a:gd name="connsiteY212" fmla="*/ 24186 h 4999978"/>
              <a:gd name="connsiteX213" fmla="*/ 2900232 w 12192000"/>
              <a:gd name="connsiteY213" fmla="*/ 24518 h 4999978"/>
              <a:gd name="connsiteX214" fmla="*/ 2932205 w 12192000"/>
              <a:gd name="connsiteY214" fmla="*/ 11873 h 4999978"/>
              <a:gd name="connsiteX215" fmla="*/ 2933310 w 12192000"/>
              <a:gd name="connsiteY215" fmla="*/ 12816 h 4999978"/>
              <a:gd name="connsiteX216" fmla="*/ 2945218 w 12192000"/>
              <a:gd name="connsiteY216" fmla="*/ 14141 h 4999978"/>
              <a:gd name="connsiteX217" fmla="*/ 2966465 w 12192000"/>
              <a:gd name="connsiteY217" fmla="*/ 14117 h 4999978"/>
              <a:gd name="connsiteX218" fmla="*/ 3023668 w 12192000"/>
              <a:gd name="connsiteY218" fmla="*/ 27905 h 4999978"/>
              <a:gd name="connsiteX219" fmla="*/ 3057077 w 12192000"/>
              <a:gd name="connsiteY219" fmla="*/ 14845 h 4999978"/>
              <a:gd name="connsiteX220" fmla="*/ 3151915 w 12192000"/>
              <a:gd name="connsiteY220" fmla="*/ 11243 h 4999978"/>
              <a:gd name="connsiteX221" fmla="*/ 3251671 w 12192000"/>
              <a:gd name="connsiteY221" fmla="*/ 31575 h 4999978"/>
              <a:gd name="connsiteX222" fmla="*/ 3351400 w 12192000"/>
              <a:gd name="connsiteY222" fmla="*/ 32687 h 4999978"/>
              <a:gd name="connsiteX223" fmla="*/ 3387481 w 12192000"/>
              <a:gd name="connsiteY223" fmla="*/ 31443 h 4999978"/>
              <a:gd name="connsiteX224" fmla="*/ 3451923 w 12192000"/>
              <a:gd name="connsiteY224" fmla="*/ 36482 h 4999978"/>
              <a:gd name="connsiteX225" fmla="*/ 3481520 w 12192000"/>
              <a:gd name="connsiteY225" fmla="*/ 43287 h 4999978"/>
              <a:gd name="connsiteX226" fmla="*/ 3482804 w 12192000"/>
              <a:gd name="connsiteY226" fmla="*/ 42812 h 4999978"/>
              <a:gd name="connsiteX227" fmla="*/ 3485495 w 12192000"/>
              <a:gd name="connsiteY227" fmla="*/ 45921 h 4999978"/>
              <a:gd name="connsiteX228" fmla="*/ 3490972 w 12192000"/>
              <a:gd name="connsiteY228" fmla="*/ 47286 h 4999978"/>
              <a:gd name="connsiteX229" fmla="*/ 3505835 w 12192000"/>
              <a:gd name="connsiteY229" fmla="*/ 46077 h 4999978"/>
              <a:gd name="connsiteX230" fmla="*/ 3511410 w 12192000"/>
              <a:gd name="connsiteY230" fmla="*/ 44808 h 4999978"/>
              <a:gd name="connsiteX231" fmla="*/ 3519598 w 12192000"/>
              <a:gd name="connsiteY231" fmla="*/ 44683 h 4999978"/>
              <a:gd name="connsiteX232" fmla="*/ 3519807 w 12192000"/>
              <a:gd name="connsiteY232" fmla="*/ 44938 h 4999978"/>
              <a:gd name="connsiteX233" fmla="*/ 3527466 w 12192000"/>
              <a:gd name="connsiteY233" fmla="*/ 44316 h 4999978"/>
              <a:gd name="connsiteX234" fmla="*/ 3564889 w 12192000"/>
              <a:gd name="connsiteY234" fmla="*/ 57394 h 4999978"/>
              <a:gd name="connsiteX235" fmla="*/ 3614922 w 12192000"/>
              <a:gd name="connsiteY235" fmla="*/ 61804 h 4999978"/>
              <a:gd name="connsiteX236" fmla="*/ 3635506 w 12192000"/>
              <a:gd name="connsiteY236" fmla="*/ 65718 h 4999978"/>
              <a:gd name="connsiteX237" fmla="*/ 3646525 w 12192000"/>
              <a:gd name="connsiteY237" fmla="*/ 69193 h 4999978"/>
              <a:gd name="connsiteX238" fmla="*/ 3647224 w 12192000"/>
              <a:gd name="connsiteY238" fmla="*/ 70303 h 4999978"/>
              <a:gd name="connsiteX239" fmla="*/ 3683100 w 12192000"/>
              <a:gd name="connsiteY239" fmla="*/ 64109 h 4999978"/>
              <a:gd name="connsiteX240" fmla="*/ 3687901 w 12192000"/>
              <a:gd name="connsiteY240" fmla="*/ 65372 h 4999978"/>
              <a:gd name="connsiteX241" fmla="*/ 3711234 w 12192000"/>
              <a:gd name="connsiteY241" fmla="*/ 58665 h 4999978"/>
              <a:gd name="connsiteX242" fmla="*/ 3723318 w 12192000"/>
              <a:gd name="connsiteY242" fmla="*/ 56625 h 4999978"/>
              <a:gd name="connsiteX243" fmla="*/ 3726677 w 12192000"/>
              <a:gd name="connsiteY243" fmla="*/ 53112 h 4999978"/>
              <a:gd name="connsiteX244" fmla="*/ 3744535 w 12192000"/>
              <a:gd name="connsiteY244" fmla="*/ 51590 h 4999978"/>
              <a:gd name="connsiteX245" fmla="*/ 3746608 w 12192000"/>
              <a:gd name="connsiteY245" fmla="*/ 52522 h 4999978"/>
              <a:gd name="connsiteX246" fmla="*/ 3761262 w 12192000"/>
              <a:gd name="connsiteY246" fmla="*/ 47147 h 4999978"/>
              <a:gd name="connsiteX247" fmla="*/ 3803931 w 12192000"/>
              <a:gd name="connsiteY247" fmla="*/ 49309 h 4999978"/>
              <a:gd name="connsiteX248" fmla="*/ 3925626 w 12192000"/>
              <a:gd name="connsiteY248" fmla="*/ 40301 h 4999978"/>
              <a:gd name="connsiteX249" fmla="*/ 4033324 w 12192000"/>
              <a:gd name="connsiteY249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10030 w 12192000"/>
              <a:gd name="connsiteY181" fmla="*/ 398805 h 4999978"/>
              <a:gd name="connsiteX182" fmla="*/ 1251170 w 12192000"/>
              <a:gd name="connsiteY182" fmla="*/ 391942 h 4999978"/>
              <a:gd name="connsiteX183" fmla="*/ 1295331 w 12192000"/>
              <a:gd name="connsiteY183" fmla="*/ 402182 h 4999978"/>
              <a:gd name="connsiteX184" fmla="*/ 1347118 w 12192000"/>
              <a:gd name="connsiteY184" fmla="*/ 399704 h 4999978"/>
              <a:gd name="connsiteX185" fmla="*/ 1378108 w 12192000"/>
              <a:gd name="connsiteY185" fmla="*/ 398410 h 4999978"/>
              <a:gd name="connsiteX186" fmla="*/ 1459192 w 12192000"/>
              <a:gd name="connsiteY186" fmla="*/ 380919 h 4999978"/>
              <a:gd name="connsiteX187" fmla="*/ 1590120 w 12192000"/>
              <a:gd name="connsiteY187" fmla="*/ 317608 h 4999978"/>
              <a:gd name="connsiteX188" fmla="*/ 1631417 w 12192000"/>
              <a:gd name="connsiteY188" fmla="*/ 308227 h 4999978"/>
              <a:gd name="connsiteX189" fmla="*/ 1638727 w 12192000"/>
              <a:gd name="connsiteY189" fmla="*/ 311610 h 4999978"/>
              <a:gd name="connsiteX190" fmla="*/ 1844438 w 12192000"/>
              <a:gd name="connsiteY190" fmla="*/ 271304 h 4999978"/>
              <a:gd name="connsiteX191" fmla="*/ 1881324 w 12192000"/>
              <a:gd name="connsiteY191" fmla="*/ 268497 h 4999978"/>
              <a:gd name="connsiteX192" fmla="*/ 1908999 w 12192000"/>
              <a:gd name="connsiteY192" fmla="*/ 269338 h 4999978"/>
              <a:gd name="connsiteX193" fmla="*/ 1974956 w 12192000"/>
              <a:gd name="connsiteY193" fmla="*/ 255958 h 4999978"/>
              <a:gd name="connsiteX194" fmla="*/ 2082409 w 12192000"/>
              <a:gd name="connsiteY194" fmla="*/ 227290 h 4999978"/>
              <a:gd name="connsiteX195" fmla="*/ 2105639 w 12192000"/>
              <a:gd name="connsiteY195" fmla="*/ 222648 h 4999978"/>
              <a:gd name="connsiteX196" fmla="*/ 2126992 w 12192000"/>
              <a:gd name="connsiteY196" fmla="*/ 224468 h 4999978"/>
              <a:gd name="connsiteX197" fmla="*/ 2133154 w 12192000"/>
              <a:gd name="connsiteY197" fmla="*/ 229952 h 4999978"/>
              <a:gd name="connsiteX198" fmla="*/ 2146154 w 12192000"/>
              <a:gd name="connsiteY198" fmla="*/ 228332 h 4999978"/>
              <a:gd name="connsiteX199" fmla="*/ 2149901 w 12192000"/>
              <a:gd name="connsiteY199" fmla="*/ 229116 h 4999978"/>
              <a:gd name="connsiteX200" fmla="*/ 2171100 w 12192000"/>
              <a:gd name="connsiteY200" fmla="*/ 232389 h 4999978"/>
              <a:gd name="connsiteX201" fmla="*/ 2209148 w 12192000"/>
              <a:gd name="connsiteY201" fmla="*/ 209225 h 4999978"/>
              <a:gd name="connsiteX202" fmla="*/ 2261889 w 12192000"/>
              <a:gd name="connsiteY202" fmla="*/ 205532 h 4999978"/>
              <a:gd name="connsiteX203" fmla="*/ 2452315 w 12192000"/>
              <a:gd name="connsiteY203" fmla="*/ 152899 h 4999978"/>
              <a:gd name="connsiteX204" fmla="*/ 2487710 w 12192000"/>
              <a:gd name="connsiteY204" fmla="*/ 169267 h 4999978"/>
              <a:gd name="connsiteX205" fmla="*/ 2665623 w 12192000"/>
              <a:gd name="connsiteY205" fmla="*/ 96394 h 4999978"/>
              <a:gd name="connsiteX206" fmla="*/ 2751524 w 12192000"/>
              <a:gd name="connsiteY206" fmla="*/ 90153 h 4999978"/>
              <a:gd name="connsiteX207" fmla="*/ 2797622 w 12192000"/>
              <a:gd name="connsiteY207" fmla="*/ 67069 h 4999978"/>
              <a:gd name="connsiteX208" fmla="*/ 2843870 w 12192000"/>
              <a:gd name="connsiteY208" fmla="*/ 47507 h 4999978"/>
              <a:gd name="connsiteX209" fmla="*/ 2862745 w 12192000"/>
              <a:gd name="connsiteY209" fmla="*/ 43242 h 4999978"/>
              <a:gd name="connsiteX210" fmla="*/ 2864596 w 12192000"/>
              <a:gd name="connsiteY210" fmla="*/ 39218 h 4999978"/>
              <a:gd name="connsiteX211" fmla="*/ 2875381 w 12192000"/>
              <a:gd name="connsiteY211" fmla="*/ 35003 h 4999978"/>
              <a:gd name="connsiteX212" fmla="*/ 2895139 w 12192000"/>
              <a:gd name="connsiteY212" fmla="*/ 24186 h 4999978"/>
              <a:gd name="connsiteX213" fmla="*/ 2900232 w 12192000"/>
              <a:gd name="connsiteY213" fmla="*/ 24518 h 4999978"/>
              <a:gd name="connsiteX214" fmla="*/ 2932205 w 12192000"/>
              <a:gd name="connsiteY214" fmla="*/ 11873 h 4999978"/>
              <a:gd name="connsiteX215" fmla="*/ 2933310 w 12192000"/>
              <a:gd name="connsiteY215" fmla="*/ 12816 h 4999978"/>
              <a:gd name="connsiteX216" fmla="*/ 2945218 w 12192000"/>
              <a:gd name="connsiteY216" fmla="*/ 14141 h 4999978"/>
              <a:gd name="connsiteX217" fmla="*/ 2966465 w 12192000"/>
              <a:gd name="connsiteY217" fmla="*/ 14117 h 4999978"/>
              <a:gd name="connsiteX218" fmla="*/ 3023668 w 12192000"/>
              <a:gd name="connsiteY218" fmla="*/ 27905 h 4999978"/>
              <a:gd name="connsiteX219" fmla="*/ 3057077 w 12192000"/>
              <a:gd name="connsiteY219" fmla="*/ 14845 h 4999978"/>
              <a:gd name="connsiteX220" fmla="*/ 3151915 w 12192000"/>
              <a:gd name="connsiteY220" fmla="*/ 11243 h 4999978"/>
              <a:gd name="connsiteX221" fmla="*/ 3251671 w 12192000"/>
              <a:gd name="connsiteY221" fmla="*/ 31575 h 4999978"/>
              <a:gd name="connsiteX222" fmla="*/ 3351400 w 12192000"/>
              <a:gd name="connsiteY222" fmla="*/ 32687 h 4999978"/>
              <a:gd name="connsiteX223" fmla="*/ 3387481 w 12192000"/>
              <a:gd name="connsiteY223" fmla="*/ 31443 h 4999978"/>
              <a:gd name="connsiteX224" fmla="*/ 3451923 w 12192000"/>
              <a:gd name="connsiteY224" fmla="*/ 36482 h 4999978"/>
              <a:gd name="connsiteX225" fmla="*/ 3481520 w 12192000"/>
              <a:gd name="connsiteY225" fmla="*/ 43287 h 4999978"/>
              <a:gd name="connsiteX226" fmla="*/ 3482804 w 12192000"/>
              <a:gd name="connsiteY226" fmla="*/ 42812 h 4999978"/>
              <a:gd name="connsiteX227" fmla="*/ 3485495 w 12192000"/>
              <a:gd name="connsiteY227" fmla="*/ 45921 h 4999978"/>
              <a:gd name="connsiteX228" fmla="*/ 3490972 w 12192000"/>
              <a:gd name="connsiteY228" fmla="*/ 47286 h 4999978"/>
              <a:gd name="connsiteX229" fmla="*/ 3505835 w 12192000"/>
              <a:gd name="connsiteY229" fmla="*/ 46077 h 4999978"/>
              <a:gd name="connsiteX230" fmla="*/ 3511410 w 12192000"/>
              <a:gd name="connsiteY230" fmla="*/ 44808 h 4999978"/>
              <a:gd name="connsiteX231" fmla="*/ 3519598 w 12192000"/>
              <a:gd name="connsiteY231" fmla="*/ 44683 h 4999978"/>
              <a:gd name="connsiteX232" fmla="*/ 3519807 w 12192000"/>
              <a:gd name="connsiteY232" fmla="*/ 44938 h 4999978"/>
              <a:gd name="connsiteX233" fmla="*/ 3527466 w 12192000"/>
              <a:gd name="connsiteY233" fmla="*/ 44316 h 4999978"/>
              <a:gd name="connsiteX234" fmla="*/ 3564889 w 12192000"/>
              <a:gd name="connsiteY234" fmla="*/ 57394 h 4999978"/>
              <a:gd name="connsiteX235" fmla="*/ 3614922 w 12192000"/>
              <a:gd name="connsiteY235" fmla="*/ 61804 h 4999978"/>
              <a:gd name="connsiteX236" fmla="*/ 3635506 w 12192000"/>
              <a:gd name="connsiteY236" fmla="*/ 65718 h 4999978"/>
              <a:gd name="connsiteX237" fmla="*/ 3646525 w 12192000"/>
              <a:gd name="connsiteY237" fmla="*/ 69193 h 4999978"/>
              <a:gd name="connsiteX238" fmla="*/ 3647224 w 12192000"/>
              <a:gd name="connsiteY238" fmla="*/ 70303 h 4999978"/>
              <a:gd name="connsiteX239" fmla="*/ 3683100 w 12192000"/>
              <a:gd name="connsiteY239" fmla="*/ 64109 h 4999978"/>
              <a:gd name="connsiteX240" fmla="*/ 3687901 w 12192000"/>
              <a:gd name="connsiteY240" fmla="*/ 65372 h 4999978"/>
              <a:gd name="connsiteX241" fmla="*/ 3711234 w 12192000"/>
              <a:gd name="connsiteY241" fmla="*/ 58665 h 4999978"/>
              <a:gd name="connsiteX242" fmla="*/ 3723318 w 12192000"/>
              <a:gd name="connsiteY242" fmla="*/ 56625 h 4999978"/>
              <a:gd name="connsiteX243" fmla="*/ 3726677 w 12192000"/>
              <a:gd name="connsiteY243" fmla="*/ 53112 h 4999978"/>
              <a:gd name="connsiteX244" fmla="*/ 3744535 w 12192000"/>
              <a:gd name="connsiteY244" fmla="*/ 51590 h 4999978"/>
              <a:gd name="connsiteX245" fmla="*/ 3746608 w 12192000"/>
              <a:gd name="connsiteY245" fmla="*/ 52522 h 4999978"/>
              <a:gd name="connsiteX246" fmla="*/ 3761262 w 12192000"/>
              <a:gd name="connsiteY246" fmla="*/ 47147 h 4999978"/>
              <a:gd name="connsiteX247" fmla="*/ 3803931 w 12192000"/>
              <a:gd name="connsiteY247" fmla="*/ 49309 h 4999978"/>
              <a:gd name="connsiteX248" fmla="*/ 3925626 w 12192000"/>
              <a:gd name="connsiteY248" fmla="*/ 40301 h 4999978"/>
              <a:gd name="connsiteX249" fmla="*/ 4033324 w 12192000"/>
              <a:gd name="connsiteY249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51170 w 12192000"/>
              <a:gd name="connsiteY181" fmla="*/ 391942 h 4999978"/>
              <a:gd name="connsiteX182" fmla="*/ 1295331 w 12192000"/>
              <a:gd name="connsiteY182" fmla="*/ 402182 h 4999978"/>
              <a:gd name="connsiteX183" fmla="*/ 1347118 w 12192000"/>
              <a:gd name="connsiteY183" fmla="*/ 399704 h 4999978"/>
              <a:gd name="connsiteX184" fmla="*/ 1378108 w 12192000"/>
              <a:gd name="connsiteY184" fmla="*/ 398410 h 4999978"/>
              <a:gd name="connsiteX185" fmla="*/ 1459192 w 12192000"/>
              <a:gd name="connsiteY185" fmla="*/ 380919 h 4999978"/>
              <a:gd name="connsiteX186" fmla="*/ 1590120 w 12192000"/>
              <a:gd name="connsiteY186" fmla="*/ 317608 h 4999978"/>
              <a:gd name="connsiteX187" fmla="*/ 1631417 w 12192000"/>
              <a:gd name="connsiteY187" fmla="*/ 308227 h 4999978"/>
              <a:gd name="connsiteX188" fmla="*/ 1638727 w 12192000"/>
              <a:gd name="connsiteY188" fmla="*/ 311610 h 4999978"/>
              <a:gd name="connsiteX189" fmla="*/ 1844438 w 12192000"/>
              <a:gd name="connsiteY189" fmla="*/ 271304 h 4999978"/>
              <a:gd name="connsiteX190" fmla="*/ 1881324 w 12192000"/>
              <a:gd name="connsiteY190" fmla="*/ 268497 h 4999978"/>
              <a:gd name="connsiteX191" fmla="*/ 1908999 w 12192000"/>
              <a:gd name="connsiteY191" fmla="*/ 269338 h 4999978"/>
              <a:gd name="connsiteX192" fmla="*/ 1974956 w 12192000"/>
              <a:gd name="connsiteY192" fmla="*/ 255958 h 4999978"/>
              <a:gd name="connsiteX193" fmla="*/ 2082409 w 12192000"/>
              <a:gd name="connsiteY193" fmla="*/ 227290 h 4999978"/>
              <a:gd name="connsiteX194" fmla="*/ 2105639 w 12192000"/>
              <a:gd name="connsiteY194" fmla="*/ 222648 h 4999978"/>
              <a:gd name="connsiteX195" fmla="*/ 2126992 w 12192000"/>
              <a:gd name="connsiteY195" fmla="*/ 224468 h 4999978"/>
              <a:gd name="connsiteX196" fmla="*/ 2133154 w 12192000"/>
              <a:gd name="connsiteY196" fmla="*/ 229952 h 4999978"/>
              <a:gd name="connsiteX197" fmla="*/ 2146154 w 12192000"/>
              <a:gd name="connsiteY197" fmla="*/ 228332 h 4999978"/>
              <a:gd name="connsiteX198" fmla="*/ 2149901 w 12192000"/>
              <a:gd name="connsiteY198" fmla="*/ 229116 h 4999978"/>
              <a:gd name="connsiteX199" fmla="*/ 2171100 w 12192000"/>
              <a:gd name="connsiteY199" fmla="*/ 232389 h 4999978"/>
              <a:gd name="connsiteX200" fmla="*/ 2209148 w 12192000"/>
              <a:gd name="connsiteY200" fmla="*/ 209225 h 4999978"/>
              <a:gd name="connsiteX201" fmla="*/ 2261889 w 12192000"/>
              <a:gd name="connsiteY201" fmla="*/ 205532 h 4999978"/>
              <a:gd name="connsiteX202" fmla="*/ 2452315 w 12192000"/>
              <a:gd name="connsiteY202" fmla="*/ 152899 h 4999978"/>
              <a:gd name="connsiteX203" fmla="*/ 2487710 w 12192000"/>
              <a:gd name="connsiteY203" fmla="*/ 169267 h 4999978"/>
              <a:gd name="connsiteX204" fmla="*/ 2665623 w 12192000"/>
              <a:gd name="connsiteY204" fmla="*/ 96394 h 4999978"/>
              <a:gd name="connsiteX205" fmla="*/ 2751524 w 12192000"/>
              <a:gd name="connsiteY205" fmla="*/ 90153 h 4999978"/>
              <a:gd name="connsiteX206" fmla="*/ 2797622 w 12192000"/>
              <a:gd name="connsiteY206" fmla="*/ 67069 h 4999978"/>
              <a:gd name="connsiteX207" fmla="*/ 2843870 w 12192000"/>
              <a:gd name="connsiteY207" fmla="*/ 47507 h 4999978"/>
              <a:gd name="connsiteX208" fmla="*/ 2862745 w 12192000"/>
              <a:gd name="connsiteY208" fmla="*/ 43242 h 4999978"/>
              <a:gd name="connsiteX209" fmla="*/ 2864596 w 12192000"/>
              <a:gd name="connsiteY209" fmla="*/ 39218 h 4999978"/>
              <a:gd name="connsiteX210" fmla="*/ 2875381 w 12192000"/>
              <a:gd name="connsiteY210" fmla="*/ 35003 h 4999978"/>
              <a:gd name="connsiteX211" fmla="*/ 2895139 w 12192000"/>
              <a:gd name="connsiteY211" fmla="*/ 24186 h 4999978"/>
              <a:gd name="connsiteX212" fmla="*/ 2900232 w 12192000"/>
              <a:gd name="connsiteY212" fmla="*/ 24518 h 4999978"/>
              <a:gd name="connsiteX213" fmla="*/ 2932205 w 12192000"/>
              <a:gd name="connsiteY213" fmla="*/ 11873 h 4999978"/>
              <a:gd name="connsiteX214" fmla="*/ 2933310 w 12192000"/>
              <a:gd name="connsiteY214" fmla="*/ 12816 h 4999978"/>
              <a:gd name="connsiteX215" fmla="*/ 2945218 w 12192000"/>
              <a:gd name="connsiteY215" fmla="*/ 14141 h 4999978"/>
              <a:gd name="connsiteX216" fmla="*/ 2966465 w 12192000"/>
              <a:gd name="connsiteY216" fmla="*/ 14117 h 4999978"/>
              <a:gd name="connsiteX217" fmla="*/ 3023668 w 12192000"/>
              <a:gd name="connsiteY217" fmla="*/ 27905 h 4999978"/>
              <a:gd name="connsiteX218" fmla="*/ 3057077 w 12192000"/>
              <a:gd name="connsiteY218" fmla="*/ 14845 h 4999978"/>
              <a:gd name="connsiteX219" fmla="*/ 3151915 w 12192000"/>
              <a:gd name="connsiteY219" fmla="*/ 11243 h 4999978"/>
              <a:gd name="connsiteX220" fmla="*/ 3251671 w 12192000"/>
              <a:gd name="connsiteY220" fmla="*/ 31575 h 4999978"/>
              <a:gd name="connsiteX221" fmla="*/ 3351400 w 12192000"/>
              <a:gd name="connsiteY221" fmla="*/ 32687 h 4999978"/>
              <a:gd name="connsiteX222" fmla="*/ 3387481 w 12192000"/>
              <a:gd name="connsiteY222" fmla="*/ 31443 h 4999978"/>
              <a:gd name="connsiteX223" fmla="*/ 3451923 w 12192000"/>
              <a:gd name="connsiteY223" fmla="*/ 36482 h 4999978"/>
              <a:gd name="connsiteX224" fmla="*/ 3481520 w 12192000"/>
              <a:gd name="connsiteY224" fmla="*/ 43287 h 4999978"/>
              <a:gd name="connsiteX225" fmla="*/ 3482804 w 12192000"/>
              <a:gd name="connsiteY225" fmla="*/ 42812 h 4999978"/>
              <a:gd name="connsiteX226" fmla="*/ 3485495 w 12192000"/>
              <a:gd name="connsiteY226" fmla="*/ 45921 h 4999978"/>
              <a:gd name="connsiteX227" fmla="*/ 3490972 w 12192000"/>
              <a:gd name="connsiteY227" fmla="*/ 47286 h 4999978"/>
              <a:gd name="connsiteX228" fmla="*/ 3505835 w 12192000"/>
              <a:gd name="connsiteY228" fmla="*/ 46077 h 4999978"/>
              <a:gd name="connsiteX229" fmla="*/ 3511410 w 12192000"/>
              <a:gd name="connsiteY229" fmla="*/ 44808 h 4999978"/>
              <a:gd name="connsiteX230" fmla="*/ 3519598 w 12192000"/>
              <a:gd name="connsiteY230" fmla="*/ 44683 h 4999978"/>
              <a:gd name="connsiteX231" fmla="*/ 3519807 w 12192000"/>
              <a:gd name="connsiteY231" fmla="*/ 44938 h 4999978"/>
              <a:gd name="connsiteX232" fmla="*/ 3527466 w 12192000"/>
              <a:gd name="connsiteY232" fmla="*/ 44316 h 4999978"/>
              <a:gd name="connsiteX233" fmla="*/ 3564889 w 12192000"/>
              <a:gd name="connsiteY233" fmla="*/ 57394 h 4999978"/>
              <a:gd name="connsiteX234" fmla="*/ 3614922 w 12192000"/>
              <a:gd name="connsiteY234" fmla="*/ 61804 h 4999978"/>
              <a:gd name="connsiteX235" fmla="*/ 3635506 w 12192000"/>
              <a:gd name="connsiteY235" fmla="*/ 65718 h 4999978"/>
              <a:gd name="connsiteX236" fmla="*/ 3646525 w 12192000"/>
              <a:gd name="connsiteY236" fmla="*/ 69193 h 4999978"/>
              <a:gd name="connsiteX237" fmla="*/ 3647224 w 12192000"/>
              <a:gd name="connsiteY237" fmla="*/ 70303 h 4999978"/>
              <a:gd name="connsiteX238" fmla="*/ 3683100 w 12192000"/>
              <a:gd name="connsiteY238" fmla="*/ 64109 h 4999978"/>
              <a:gd name="connsiteX239" fmla="*/ 3687901 w 12192000"/>
              <a:gd name="connsiteY239" fmla="*/ 65372 h 4999978"/>
              <a:gd name="connsiteX240" fmla="*/ 3711234 w 12192000"/>
              <a:gd name="connsiteY240" fmla="*/ 58665 h 4999978"/>
              <a:gd name="connsiteX241" fmla="*/ 3723318 w 12192000"/>
              <a:gd name="connsiteY241" fmla="*/ 56625 h 4999978"/>
              <a:gd name="connsiteX242" fmla="*/ 3726677 w 12192000"/>
              <a:gd name="connsiteY242" fmla="*/ 53112 h 4999978"/>
              <a:gd name="connsiteX243" fmla="*/ 3744535 w 12192000"/>
              <a:gd name="connsiteY243" fmla="*/ 51590 h 4999978"/>
              <a:gd name="connsiteX244" fmla="*/ 3746608 w 12192000"/>
              <a:gd name="connsiteY244" fmla="*/ 52522 h 4999978"/>
              <a:gd name="connsiteX245" fmla="*/ 3761262 w 12192000"/>
              <a:gd name="connsiteY245" fmla="*/ 47147 h 4999978"/>
              <a:gd name="connsiteX246" fmla="*/ 3803931 w 12192000"/>
              <a:gd name="connsiteY246" fmla="*/ 49309 h 4999978"/>
              <a:gd name="connsiteX247" fmla="*/ 3925626 w 12192000"/>
              <a:gd name="connsiteY247" fmla="*/ 40301 h 4999978"/>
              <a:gd name="connsiteX248" fmla="*/ 4033324 w 12192000"/>
              <a:gd name="connsiteY248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95331 w 12192000"/>
              <a:gd name="connsiteY181" fmla="*/ 402182 h 4999978"/>
              <a:gd name="connsiteX182" fmla="*/ 1347118 w 12192000"/>
              <a:gd name="connsiteY182" fmla="*/ 399704 h 4999978"/>
              <a:gd name="connsiteX183" fmla="*/ 1378108 w 12192000"/>
              <a:gd name="connsiteY183" fmla="*/ 398410 h 4999978"/>
              <a:gd name="connsiteX184" fmla="*/ 1459192 w 12192000"/>
              <a:gd name="connsiteY184" fmla="*/ 380919 h 4999978"/>
              <a:gd name="connsiteX185" fmla="*/ 1590120 w 12192000"/>
              <a:gd name="connsiteY185" fmla="*/ 317608 h 4999978"/>
              <a:gd name="connsiteX186" fmla="*/ 1631417 w 12192000"/>
              <a:gd name="connsiteY186" fmla="*/ 308227 h 4999978"/>
              <a:gd name="connsiteX187" fmla="*/ 1638727 w 12192000"/>
              <a:gd name="connsiteY187" fmla="*/ 311610 h 4999978"/>
              <a:gd name="connsiteX188" fmla="*/ 1844438 w 12192000"/>
              <a:gd name="connsiteY188" fmla="*/ 271304 h 4999978"/>
              <a:gd name="connsiteX189" fmla="*/ 1881324 w 12192000"/>
              <a:gd name="connsiteY189" fmla="*/ 268497 h 4999978"/>
              <a:gd name="connsiteX190" fmla="*/ 1908999 w 12192000"/>
              <a:gd name="connsiteY190" fmla="*/ 269338 h 4999978"/>
              <a:gd name="connsiteX191" fmla="*/ 1974956 w 12192000"/>
              <a:gd name="connsiteY191" fmla="*/ 255958 h 4999978"/>
              <a:gd name="connsiteX192" fmla="*/ 2082409 w 12192000"/>
              <a:gd name="connsiteY192" fmla="*/ 227290 h 4999978"/>
              <a:gd name="connsiteX193" fmla="*/ 2105639 w 12192000"/>
              <a:gd name="connsiteY193" fmla="*/ 222648 h 4999978"/>
              <a:gd name="connsiteX194" fmla="*/ 2126992 w 12192000"/>
              <a:gd name="connsiteY194" fmla="*/ 224468 h 4999978"/>
              <a:gd name="connsiteX195" fmla="*/ 2133154 w 12192000"/>
              <a:gd name="connsiteY195" fmla="*/ 229952 h 4999978"/>
              <a:gd name="connsiteX196" fmla="*/ 2146154 w 12192000"/>
              <a:gd name="connsiteY196" fmla="*/ 228332 h 4999978"/>
              <a:gd name="connsiteX197" fmla="*/ 2149901 w 12192000"/>
              <a:gd name="connsiteY197" fmla="*/ 229116 h 4999978"/>
              <a:gd name="connsiteX198" fmla="*/ 2171100 w 12192000"/>
              <a:gd name="connsiteY198" fmla="*/ 232389 h 4999978"/>
              <a:gd name="connsiteX199" fmla="*/ 2209148 w 12192000"/>
              <a:gd name="connsiteY199" fmla="*/ 209225 h 4999978"/>
              <a:gd name="connsiteX200" fmla="*/ 2261889 w 12192000"/>
              <a:gd name="connsiteY200" fmla="*/ 205532 h 4999978"/>
              <a:gd name="connsiteX201" fmla="*/ 2452315 w 12192000"/>
              <a:gd name="connsiteY201" fmla="*/ 152899 h 4999978"/>
              <a:gd name="connsiteX202" fmla="*/ 2487710 w 12192000"/>
              <a:gd name="connsiteY202" fmla="*/ 169267 h 4999978"/>
              <a:gd name="connsiteX203" fmla="*/ 2665623 w 12192000"/>
              <a:gd name="connsiteY203" fmla="*/ 96394 h 4999978"/>
              <a:gd name="connsiteX204" fmla="*/ 2751524 w 12192000"/>
              <a:gd name="connsiteY204" fmla="*/ 90153 h 4999978"/>
              <a:gd name="connsiteX205" fmla="*/ 2797622 w 12192000"/>
              <a:gd name="connsiteY205" fmla="*/ 67069 h 4999978"/>
              <a:gd name="connsiteX206" fmla="*/ 2843870 w 12192000"/>
              <a:gd name="connsiteY206" fmla="*/ 47507 h 4999978"/>
              <a:gd name="connsiteX207" fmla="*/ 2862745 w 12192000"/>
              <a:gd name="connsiteY207" fmla="*/ 43242 h 4999978"/>
              <a:gd name="connsiteX208" fmla="*/ 2864596 w 12192000"/>
              <a:gd name="connsiteY208" fmla="*/ 39218 h 4999978"/>
              <a:gd name="connsiteX209" fmla="*/ 2875381 w 12192000"/>
              <a:gd name="connsiteY209" fmla="*/ 35003 h 4999978"/>
              <a:gd name="connsiteX210" fmla="*/ 2895139 w 12192000"/>
              <a:gd name="connsiteY210" fmla="*/ 24186 h 4999978"/>
              <a:gd name="connsiteX211" fmla="*/ 2900232 w 12192000"/>
              <a:gd name="connsiteY211" fmla="*/ 24518 h 4999978"/>
              <a:gd name="connsiteX212" fmla="*/ 2932205 w 12192000"/>
              <a:gd name="connsiteY212" fmla="*/ 11873 h 4999978"/>
              <a:gd name="connsiteX213" fmla="*/ 2933310 w 12192000"/>
              <a:gd name="connsiteY213" fmla="*/ 12816 h 4999978"/>
              <a:gd name="connsiteX214" fmla="*/ 2945218 w 12192000"/>
              <a:gd name="connsiteY214" fmla="*/ 14141 h 4999978"/>
              <a:gd name="connsiteX215" fmla="*/ 2966465 w 12192000"/>
              <a:gd name="connsiteY215" fmla="*/ 14117 h 4999978"/>
              <a:gd name="connsiteX216" fmla="*/ 3023668 w 12192000"/>
              <a:gd name="connsiteY216" fmla="*/ 27905 h 4999978"/>
              <a:gd name="connsiteX217" fmla="*/ 3057077 w 12192000"/>
              <a:gd name="connsiteY217" fmla="*/ 14845 h 4999978"/>
              <a:gd name="connsiteX218" fmla="*/ 3151915 w 12192000"/>
              <a:gd name="connsiteY218" fmla="*/ 11243 h 4999978"/>
              <a:gd name="connsiteX219" fmla="*/ 3251671 w 12192000"/>
              <a:gd name="connsiteY219" fmla="*/ 31575 h 4999978"/>
              <a:gd name="connsiteX220" fmla="*/ 3351400 w 12192000"/>
              <a:gd name="connsiteY220" fmla="*/ 32687 h 4999978"/>
              <a:gd name="connsiteX221" fmla="*/ 3387481 w 12192000"/>
              <a:gd name="connsiteY221" fmla="*/ 31443 h 4999978"/>
              <a:gd name="connsiteX222" fmla="*/ 3451923 w 12192000"/>
              <a:gd name="connsiteY222" fmla="*/ 36482 h 4999978"/>
              <a:gd name="connsiteX223" fmla="*/ 3481520 w 12192000"/>
              <a:gd name="connsiteY223" fmla="*/ 43287 h 4999978"/>
              <a:gd name="connsiteX224" fmla="*/ 3482804 w 12192000"/>
              <a:gd name="connsiteY224" fmla="*/ 42812 h 4999978"/>
              <a:gd name="connsiteX225" fmla="*/ 3485495 w 12192000"/>
              <a:gd name="connsiteY225" fmla="*/ 45921 h 4999978"/>
              <a:gd name="connsiteX226" fmla="*/ 3490972 w 12192000"/>
              <a:gd name="connsiteY226" fmla="*/ 47286 h 4999978"/>
              <a:gd name="connsiteX227" fmla="*/ 3505835 w 12192000"/>
              <a:gd name="connsiteY227" fmla="*/ 46077 h 4999978"/>
              <a:gd name="connsiteX228" fmla="*/ 3511410 w 12192000"/>
              <a:gd name="connsiteY228" fmla="*/ 44808 h 4999978"/>
              <a:gd name="connsiteX229" fmla="*/ 3519598 w 12192000"/>
              <a:gd name="connsiteY229" fmla="*/ 44683 h 4999978"/>
              <a:gd name="connsiteX230" fmla="*/ 3519807 w 12192000"/>
              <a:gd name="connsiteY230" fmla="*/ 44938 h 4999978"/>
              <a:gd name="connsiteX231" fmla="*/ 3527466 w 12192000"/>
              <a:gd name="connsiteY231" fmla="*/ 44316 h 4999978"/>
              <a:gd name="connsiteX232" fmla="*/ 3564889 w 12192000"/>
              <a:gd name="connsiteY232" fmla="*/ 57394 h 4999978"/>
              <a:gd name="connsiteX233" fmla="*/ 3614922 w 12192000"/>
              <a:gd name="connsiteY233" fmla="*/ 61804 h 4999978"/>
              <a:gd name="connsiteX234" fmla="*/ 3635506 w 12192000"/>
              <a:gd name="connsiteY234" fmla="*/ 65718 h 4999978"/>
              <a:gd name="connsiteX235" fmla="*/ 3646525 w 12192000"/>
              <a:gd name="connsiteY235" fmla="*/ 69193 h 4999978"/>
              <a:gd name="connsiteX236" fmla="*/ 3647224 w 12192000"/>
              <a:gd name="connsiteY236" fmla="*/ 70303 h 4999978"/>
              <a:gd name="connsiteX237" fmla="*/ 3683100 w 12192000"/>
              <a:gd name="connsiteY237" fmla="*/ 64109 h 4999978"/>
              <a:gd name="connsiteX238" fmla="*/ 3687901 w 12192000"/>
              <a:gd name="connsiteY238" fmla="*/ 65372 h 4999978"/>
              <a:gd name="connsiteX239" fmla="*/ 3711234 w 12192000"/>
              <a:gd name="connsiteY239" fmla="*/ 58665 h 4999978"/>
              <a:gd name="connsiteX240" fmla="*/ 3723318 w 12192000"/>
              <a:gd name="connsiteY240" fmla="*/ 56625 h 4999978"/>
              <a:gd name="connsiteX241" fmla="*/ 3726677 w 12192000"/>
              <a:gd name="connsiteY241" fmla="*/ 53112 h 4999978"/>
              <a:gd name="connsiteX242" fmla="*/ 3744535 w 12192000"/>
              <a:gd name="connsiteY242" fmla="*/ 51590 h 4999978"/>
              <a:gd name="connsiteX243" fmla="*/ 3746608 w 12192000"/>
              <a:gd name="connsiteY243" fmla="*/ 52522 h 4999978"/>
              <a:gd name="connsiteX244" fmla="*/ 3761262 w 12192000"/>
              <a:gd name="connsiteY244" fmla="*/ 47147 h 4999978"/>
              <a:gd name="connsiteX245" fmla="*/ 3803931 w 12192000"/>
              <a:gd name="connsiteY245" fmla="*/ 49309 h 4999978"/>
              <a:gd name="connsiteX246" fmla="*/ 3925626 w 12192000"/>
              <a:gd name="connsiteY246" fmla="*/ 40301 h 4999978"/>
              <a:gd name="connsiteX247" fmla="*/ 4033324 w 12192000"/>
              <a:gd name="connsiteY247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95331 w 12192000"/>
              <a:gd name="connsiteY181" fmla="*/ 402182 h 4999978"/>
              <a:gd name="connsiteX182" fmla="*/ 1347118 w 12192000"/>
              <a:gd name="connsiteY182" fmla="*/ 399704 h 4999978"/>
              <a:gd name="connsiteX183" fmla="*/ 1378108 w 12192000"/>
              <a:gd name="connsiteY183" fmla="*/ 398410 h 4999978"/>
              <a:gd name="connsiteX184" fmla="*/ 1459192 w 12192000"/>
              <a:gd name="connsiteY184" fmla="*/ 380919 h 4999978"/>
              <a:gd name="connsiteX185" fmla="*/ 1590120 w 12192000"/>
              <a:gd name="connsiteY185" fmla="*/ 317608 h 4999978"/>
              <a:gd name="connsiteX186" fmla="*/ 1631417 w 12192000"/>
              <a:gd name="connsiteY186" fmla="*/ 308227 h 4999978"/>
              <a:gd name="connsiteX187" fmla="*/ 1638727 w 12192000"/>
              <a:gd name="connsiteY187" fmla="*/ 311610 h 4999978"/>
              <a:gd name="connsiteX188" fmla="*/ 1844438 w 12192000"/>
              <a:gd name="connsiteY188" fmla="*/ 271304 h 4999978"/>
              <a:gd name="connsiteX189" fmla="*/ 1881324 w 12192000"/>
              <a:gd name="connsiteY189" fmla="*/ 268497 h 4999978"/>
              <a:gd name="connsiteX190" fmla="*/ 1908999 w 12192000"/>
              <a:gd name="connsiteY190" fmla="*/ 269338 h 4999978"/>
              <a:gd name="connsiteX191" fmla="*/ 1974956 w 12192000"/>
              <a:gd name="connsiteY191" fmla="*/ 255958 h 4999978"/>
              <a:gd name="connsiteX192" fmla="*/ 2082409 w 12192000"/>
              <a:gd name="connsiteY192" fmla="*/ 227290 h 4999978"/>
              <a:gd name="connsiteX193" fmla="*/ 2105639 w 12192000"/>
              <a:gd name="connsiteY193" fmla="*/ 222648 h 4999978"/>
              <a:gd name="connsiteX194" fmla="*/ 2126992 w 12192000"/>
              <a:gd name="connsiteY194" fmla="*/ 224468 h 4999978"/>
              <a:gd name="connsiteX195" fmla="*/ 2133154 w 12192000"/>
              <a:gd name="connsiteY195" fmla="*/ 229952 h 4999978"/>
              <a:gd name="connsiteX196" fmla="*/ 2146154 w 12192000"/>
              <a:gd name="connsiteY196" fmla="*/ 228332 h 4999978"/>
              <a:gd name="connsiteX197" fmla="*/ 2149901 w 12192000"/>
              <a:gd name="connsiteY197" fmla="*/ 229116 h 4999978"/>
              <a:gd name="connsiteX198" fmla="*/ 2171100 w 12192000"/>
              <a:gd name="connsiteY198" fmla="*/ 232389 h 4999978"/>
              <a:gd name="connsiteX199" fmla="*/ 2209148 w 12192000"/>
              <a:gd name="connsiteY199" fmla="*/ 209225 h 4999978"/>
              <a:gd name="connsiteX200" fmla="*/ 2261889 w 12192000"/>
              <a:gd name="connsiteY200" fmla="*/ 205532 h 4999978"/>
              <a:gd name="connsiteX201" fmla="*/ 2452315 w 12192000"/>
              <a:gd name="connsiteY201" fmla="*/ 152899 h 4999978"/>
              <a:gd name="connsiteX202" fmla="*/ 2487710 w 12192000"/>
              <a:gd name="connsiteY202" fmla="*/ 169267 h 4999978"/>
              <a:gd name="connsiteX203" fmla="*/ 2665623 w 12192000"/>
              <a:gd name="connsiteY203" fmla="*/ 96394 h 4999978"/>
              <a:gd name="connsiteX204" fmla="*/ 2797622 w 12192000"/>
              <a:gd name="connsiteY204" fmla="*/ 67069 h 4999978"/>
              <a:gd name="connsiteX205" fmla="*/ 2843870 w 12192000"/>
              <a:gd name="connsiteY205" fmla="*/ 47507 h 4999978"/>
              <a:gd name="connsiteX206" fmla="*/ 2862745 w 12192000"/>
              <a:gd name="connsiteY206" fmla="*/ 43242 h 4999978"/>
              <a:gd name="connsiteX207" fmla="*/ 2864596 w 12192000"/>
              <a:gd name="connsiteY207" fmla="*/ 39218 h 4999978"/>
              <a:gd name="connsiteX208" fmla="*/ 2875381 w 12192000"/>
              <a:gd name="connsiteY208" fmla="*/ 35003 h 4999978"/>
              <a:gd name="connsiteX209" fmla="*/ 2895139 w 12192000"/>
              <a:gd name="connsiteY209" fmla="*/ 24186 h 4999978"/>
              <a:gd name="connsiteX210" fmla="*/ 2900232 w 12192000"/>
              <a:gd name="connsiteY210" fmla="*/ 24518 h 4999978"/>
              <a:gd name="connsiteX211" fmla="*/ 2932205 w 12192000"/>
              <a:gd name="connsiteY211" fmla="*/ 11873 h 4999978"/>
              <a:gd name="connsiteX212" fmla="*/ 2933310 w 12192000"/>
              <a:gd name="connsiteY212" fmla="*/ 12816 h 4999978"/>
              <a:gd name="connsiteX213" fmla="*/ 2945218 w 12192000"/>
              <a:gd name="connsiteY213" fmla="*/ 14141 h 4999978"/>
              <a:gd name="connsiteX214" fmla="*/ 2966465 w 12192000"/>
              <a:gd name="connsiteY214" fmla="*/ 14117 h 4999978"/>
              <a:gd name="connsiteX215" fmla="*/ 3023668 w 12192000"/>
              <a:gd name="connsiteY215" fmla="*/ 27905 h 4999978"/>
              <a:gd name="connsiteX216" fmla="*/ 3057077 w 12192000"/>
              <a:gd name="connsiteY216" fmla="*/ 14845 h 4999978"/>
              <a:gd name="connsiteX217" fmla="*/ 3151915 w 12192000"/>
              <a:gd name="connsiteY217" fmla="*/ 11243 h 4999978"/>
              <a:gd name="connsiteX218" fmla="*/ 3251671 w 12192000"/>
              <a:gd name="connsiteY218" fmla="*/ 31575 h 4999978"/>
              <a:gd name="connsiteX219" fmla="*/ 3351400 w 12192000"/>
              <a:gd name="connsiteY219" fmla="*/ 32687 h 4999978"/>
              <a:gd name="connsiteX220" fmla="*/ 3387481 w 12192000"/>
              <a:gd name="connsiteY220" fmla="*/ 31443 h 4999978"/>
              <a:gd name="connsiteX221" fmla="*/ 3451923 w 12192000"/>
              <a:gd name="connsiteY221" fmla="*/ 36482 h 4999978"/>
              <a:gd name="connsiteX222" fmla="*/ 3481520 w 12192000"/>
              <a:gd name="connsiteY222" fmla="*/ 43287 h 4999978"/>
              <a:gd name="connsiteX223" fmla="*/ 3482804 w 12192000"/>
              <a:gd name="connsiteY223" fmla="*/ 42812 h 4999978"/>
              <a:gd name="connsiteX224" fmla="*/ 3485495 w 12192000"/>
              <a:gd name="connsiteY224" fmla="*/ 45921 h 4999978"/>
              <a:gd name="connsiteX225" fmla="*/ 3490972 w 12192000"/>
              <a:gd name="connsiteY225" fmla="*/ 47286 h 4999978"/>
              <a:gd name="connsiteX226" fmla="*/ 3505835 w 12192000"/>
              <a:gd name="connsiteY226" fmla="*/ 46077 h 4999978"/>
              <a:gd name="connsiteX227" fmla="*/ 3511410 w 12192000"/>
              <a:gd name="connsiteY227" fmla="*/ 44808 h 4999978"/>
              <a:gd name="connsiteX228" fmla="*/ 3519598 w 12192000"/>
              <a:gd name="connsiteY228" fmla="*/ 44683 h 4999978"/>
              <a:gd name="connsiteX229" fmla="*/ 3519807 w 12192000"/>
              <a:gd name="connsiteY229" fmla="*/ 44938 h 4999978"/>
              <a:gd name="connsiteX230" fmla="*/ 3527466 w 12192000"/>
              <a:gd name="connsiteY230" fmla="*/ 44316 h 4999978"/>
              <a:gd name="connsiteX231" fmla="*/ 3564889 w 12192000"/>
              <a:gd name="connsiteY231" fmla="*/ 57394 h 4999978"/>
              <a:gd name="connsiteX232" fmla="*/ 3614922 w 12192000"/>
              <a:gd name="connsiteY232" fmla="*/ 61804 h 4999978"/>
              <a:gd name="connsiteX233" fmla="*/ 3635506 w 12192000"/>
              <a:gd name="connsiteY233" fmla="*/ 65718 h 4999978"/>
              <a:gd name="connsiteX234" fmla="*/ 3646525 w 12192000"/>
              <a:gd name="connsiteY234" fmla="*/ 69193 h 4999978"/>
              <a:gd name="connsiteX235" fmla="*/ 3647224 w 12192000"/>
              <a:gd name="connsiteY235" fmla="*/ 70303 h 4999978"/>
              <a:gd name="connsiteX236" fmla="*/ 3683100 w 12192000"/>
              <a:gd name="connsiteY236" fmla="*/ 64109 h 4999978"/>
              <a:gd name="connsiteX237" fmla="*/ 3687901 w 12192000"/>
              <a:gd name="connsiteY237" fmla="*/ 65372 h 4999978"/>
              <a:gd name="connsiteX238" fmla="*/ 3711234 w 12192000"/>
              <a:gd name="connsiteY238" fmla="*/ 58665 h 4999978"/>
              <a:gd name="connsiteX239" fmla="*/ 3723318 w 12192000"/>
              <a:gd name="connsiteY239" fmla="*/ 56625 h 4999978"/>
              <a:gd name="connsiteX240" fmla="*/ 3726677 w 12192000"/>
              <a:gd name="connsiteY240" fmla="*/ 53112 h 4999978"/>
              <a:gd name="connsiteX241" fmla="*/ 3744535 w 12192000"/>
              <a:gd name="connsiteY241" fmla="*/ 51590 h 4999978"/>
              <a:gd name="connsiteX242" fmla="*/ 3746608 w 12192000"/>
              <a:gd name="connsiteY242" fmla="*/ 52522 h 4999978"/>
              <a:gd name="connsiteX243" fmla="*/ 3761262 w 12192000"/>
              <a:gd name="connsiteY243" fmla="*/ 47147 h 4999978"/>
              <a:gd name="connsiteX244" fmla="*/ 3803931 w 12192000"/>
              <a:gd name="connsiteY244" fmla="*/ 49309 h 4999978"/>
              <a:gd name="connsiteX245" fmla="*/ 3925626 w 12192000"/>
              <a:gd name="connsiteY245" fmla="*/ 40301 h 4999978"/>
              <a:gd name="connsiteX246" fmla="*/ 4033324 w 12192000"/>
              <a:gd name="connsiteY246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95331 w 12192000"/>
              <a:gd name="connsiteY181" fmla="*/ 402182 h 4999978"/>
              <a:gd name="connsiteX182" fmla="*/ 1347118 w 12192000"/>
              <a:gd name="connsiteY182" fmla="*/ 399704 h 4999978"/>
              <a:gd name="connsiteX183" fmla="*/ 1378108 w 12192000"/>
              <a:gd name="connsiteY183" fmla="*/ 398410 h 4999978"/>
              <a:gd name="connsiteX184" fmla="*/ 1459192 w 12192000"/>
              <a:gd name="connsiteY184" fmla="*/ 380919 h 4999978"/>
              <a:gd name="connsiteX185" fmla="*/ 1590120 w 12192000"/>
              <a:gd name="connsiteY185" fmla="*/ 317608 h 4999978"/>
              <a:gd name="connsiteX186" fmla="*/ 1631417 w 12192000"/>
              <a:gd name="connsiteY186" fmla="*/ 308227 h 4999978"/>
              <a:gd name="connsiteX187" fmla="*/ 1638727 w 12192000"/>
              <a:gd name="connsiteY187" fmla="*/ 311610 h 4999978"/>
              <a:gd name="connsiteX188" fmla="*/ 1844438 w 12192000"/>
              <a:gd name="connsiteY188" fmla="*/ 271304 h 4999978"/>
              <a:gd name="connsiteX189" fmla="*/ 1881324 w 12192000"/>
              <a:gd name="connsiteY189" fmla="*/ 268497 h 4999978"/>
              <a:gd name="connsiteX190" fmla="*/ 1908999 w 12192000"/>
              <a:gd name="connsiteY190" fmla="*/ 269338 h 4999978"/>
              <a:gd name="connsiteX191" fmla="*/ 1974956 w 12192000"/>
              <a:gd name="connsiteY191" fmla="*/ 255958 h 4999978"/>
              <a:gd name="connsiteX192" fmla="*/ 2082409 w 12192000"/>
              <a:gd name="connsiteY192" fmla="*/ 227290 h 4999978"/>
              <a:gd name="connsiteX193" fmla="*/ 2105639 w 12192000"/>
              <a:gd name="connsiteY193" fmla="*/ 222648 h 4999978"/>
              <a:gd name="connsiteX194" fmla="*/ 2126992 w 12192000"/>
              <a:gd name="connsiteY194" fmla="*/ 224468 h 4999978"/>
              <a:gd name="connsiteX195" fmla="*/ 2133154 w 12192000"/>
              <a:gd name="connsiteY195" fmla="*/ 229952 h 4999978"/>
              <a:gd name="connsiteX196" fmla="*/ 2146154 w 12192000"/>
              <a:gd name="connsiteY196" fmla="*/ 228332 h 4999978"/>
              <a:gd name="connsiteX197" fmla="*/ 2149901 w 12192000"/>
              <a:gd name="connsiteY197" fmla="*/ 229116 h 4999978"/>
              <a:gd name="connsiteX198" fmla="*/ 2171100 w 12192000"/>
              <a:gd name="connsiteY198" fmla="*/ 232389 h 4999978"/>
              <a:gd name="connsiteX199" fmla="*/ 2209148 w 12192000"/>
              <a:gd name="connsiteY199" fmla="*/ 209225 h 4999978"/>
              <a:gd name="connsiteX200" fmla="*/ 2261889 w 12192000"/>
              <a:gd name="connsiteY200" fmla="*/ 205532 h 4999978"/>
              <a:gd name="connsiteX201" fmla="*/ 2452315 w 12192000"/>
              <a:gd name="connsiteY201" fmla="*/ 152899 h 4999978"/>
              <a:gd name="connsiteX202" fmla="*/ 2487710 w 12192000"/>
              <a:gd name="connsiteY202" fmla="*/ 169267 h 4999978"/>
              <a:gd name="connsiteX203" fmla="*/ 2665623 w 12192000"/>
              <a:gd name="connsiteY203" fmla="*/ 96394 h 4999978"/>
              <a:gd name="connsiteX204" fmla="*/ 2763332 w 12192000"/>
              <a:gd name="connsiteY204" fmla="*/ 74831 h 4999978"/>
              <a:gd name="connsiteX205" fmla="*/ 2843870 w 12192000"/>
              <a:gd name="connsiteY205" fmla="*/ 47507 h 4999978"/>
              <a:gd name="connsiteX206" fmla="*/ 2862745 w 12192000"/>
              <a:gd name="connsiteY206" fmla="*/ 43242 h 4999978"/>
              <a:gd name="connsiteX207" fmla="*/ 2864596 w 12192000"/>
              <a:gd name="connsiteY207" fmla="*/ 39218 h 4999978"/>
              <a:gd name="connsiteX208" fmla="*/ 2875381 w 12192000"/>
              <a:gd name="connsiteY208" fmla="*/ 35003 h 4999978"/>
              <a:gd name="connsiteX209" fmla="*/ 2895139 w 12192000"/>
              <a:gd name="connsiteY209" fmla="*/ 24186 h 4999978"/>
              <a:gd name="connsiteX210" fmla="*/ 2900232 w 12192000"/>
              <a:gd name="connsiteY210" fmla="*/ 24518 h 4999978"/>
              <a:gd name="connsiteX211" fmla="*/ 2932205 w 12192000"/>
              <a:gd name="connsiteY211" fmla="*/ 11873 h 4999978"/>
              <a:gd name="connsiteX212" fmla="*/ 2933310 w 12192000"/>
              <a:gd name="connsiteY212" fmla="*/ 12816 h 4999978"/>
              <a:gd name="connsiteX213" fmla="*/ 2945218 w 12192000"/>
              <a:gd name="connsiteY213" fmla="*/ 14141 h 4999978"/>
              <a:gd name="connsiteX214" fmla="*/ 2966465 w 12192000"/>
              <a:gd name="connsiteY214" fmla="*/ 14117 h 4999978"/>
              <a:gd name="connsiteX215" fmla="*/ 3023668 w 12192000"/>
              <a:gd name="connsiteY215" fmla="*/ 27905 h 4999978"/>
              <a:gd name="connsiteX216" fmla="*/ 3057077 w 12192000"/>
              <a:gd name="connsiteY216" fmla="*/ 14845 h 4999978"/>
              <a:gd name="connsiteX217" fmla="*/ 3151915 w 12192000"/>
              <a:gd name="connsiteY217" fmla="*/ 11243 h 4999978"/>
              <a:gd name="connsiteX218" fmla="*/ 3251671 w 12192000"/>
              <a:gd name="connsiteY218" fmla="*/ 31575 h 4999978"/>
              <a:gd name="connsiteX219" fmla="*/ 3351400 w 12192000"/>
              <a:gd name="connsiteY219" fmla="*/ 32687 h 4999978"/>
              <a:gd name="connsiteX220" fmla="*/ 3387481 w 12192000"/>
              <a:gd name="connsiteY220" fmla="*/ 31443 h 4999978"/>
              <a:gd name="connsiteX221" fmla="*/ 3451923 w 12192000"/>
              <a:gd name="connsiteY221" fmla="*/ 36482 h 4999978"/>
              <a:gd name="connsiteX222" fmla="*/ 3481520 w 12192000"/>
              <a:gd name="connsiteY222" fmla="*/ 43287 h 4999978"/>
              <a:gd name="connsiteX223" fmla="*/ 3482804 w 12192000"/>
              <a:gd name="connsiteY223" fmla="*/ 42812 h 4999978"/>
              <a:gd name="connsiteX224" fmla="*/ 3485495 w 12192000"/>
              <a:gd name="connsiteY224" fmla="*/ 45921 h 4999978"/>
              <a:gd name="connsiteX225" fmla="*/ 3490972 w 12192000"/>
              <a:gd name="connsiteY225" fmla="*/ 47286 h 4999978"/>
              <a:gd name="connsiteX226" fmla="*/ 3505835 w 12192000"/>
              <a:gd name="connsiteY226" fmla="*/ 46077 h 4999978"/>
              <a:gd name="connsiteX227" fmla="*/ 3511410 w 12192000"/>
              <a:gd name="connsiteY227" fmla="*/ 44808 h 4999978"/>
              <a:gd name="connsiteX228" fmla="*/ 3519598 w 12192000"/>
              <a:gd name="connsiteY228" fmla="*/ 44683 h 4999978"/>
              <a:gd name="connsiteX229" fmla="*/ 3519807 w 12192000"/>
              <a:gd name="connsiteY229" fmla="*/ 44938 h 4999978"/>
              <a:gd name="connsiteX230" fmla="*/ 3527466 w 12192000"/>
              <a:gd name="connsiteY230" fmla="*/ 44316 h 4999978"/>
              <a:gd name="connsiteX231" fmla="*/ 3564889 w 12192000"/>
              <a:gd name="connsiteY231" fmla="*/ 57394 h 4999978"/>
              <a:gd name="connsiteX232" fmla="*/ 3614922 w 12192000"/>
              <a:gd name="connsiteY232" fmla="*/ 61804 h 4999978"/>
              <a:gd name="connsiteX233" fmla="*/ 3635506 w 12192000"/>
              <a:gd name="connsiteY233" fmla="*/ 65718 h 4999978"/>
              <a:gd name="connsiteX234" fmla="*/ 3646525 w 12192000"/>
              <a:gd name="connsiteY234" fmla="*/ 69193 h 4999978"/>
              <a:gd name="connsiteX235" fmla="*/ 3647224 w 12192000"/>
              <a:gd name="connsiteY235" fmla="*/ 70303 h 4999978"/>
              <a:gd name="connsiteX236" fmla="*/ 3683100 w 12192000"/>
              <a:gd name="connsiteY236" fmla="*/ 64109 h 4999978"/>
              <a:gd name="connsiteX237" fmla="*/ 3687901 w 12192000"/>
              <a:gd name="connsiteY237" fmla="*/ 65372 h 4999978"/>
              <a:gd name="connsiteX238" fmla="*/ 3711234 w 12192000"/>
              <a:gd name="connsiteY238" fmla="*/ 58665 h 4999978"/>
              <a:gd name="connsiteX239" fmla="*/ 3723318 w 12192000"/>
              <a:gd name="connsiteY239" fmla="*/ 56625 h 4999978"/>
              <a:gd name="connsiteX240" fmla="*/ 3726677 w 12192000"/>
              <a:gd name="connsiteY240" fmla="*/ 53112 h 4999978"/>
              <a:gd name="connsiteX241" fmla="*/ 3744535 w 12192000"/>
              <a:gd name="connsiteY241" fmla="*/ 51590 h 4999978"/>
              <a:gd name="connsiteX242" fmla="*/ 3746608 w 12192000"/>
              <a:gd name="connsiteY242" fmla="*/ 52522 h 4999978"/>
              <a:gd name="connsiteX243" fmla="*/ 3761262 w 12192000"/>
              <a:gd name="connsiteY243" fmla="*/ 47147 h 4999978"/>
              <a:gd name="connsiteX244" fmla="*/ 3803931 w 12192000"/>
              <a:gd name="connsiteY244" fmla="*/ 49309 h 4999978"/>
              <a:gd name="connsiteX245" fmla="*/ 3925626 w 12192000"/>
              <a:gd name="connsiteY245" fmla="*/ 40301 h 4999978"/>
              <a:gd name="connsiteX246" fmla="*/ 4033324 w 12192000"/>
              <a:gd name="connsiteY246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95331 w 12192000"/>
              <a:gd name="connsiteY181" fmla="*/ 402182 h 4999978"/>
              <a:gd name="connsiteX182" fmla="*/ 1347118 w 12192000"/>
              <a:gd name="connsiteY182" fmla="*/ 399704 h 4999978"/>
              <a:gd name="connsiteX183" fmla="*/ 1378108 w 12192000"/>
              <a:gd name="connsiteY183" fmla="*/ 398410 h 4999978"/>
              <a:gd name="connsiteX184" fmla="*/ 1459192 w 12192000"/>
              <a:gd name="connsiteY184" fmla="*/ 380919 h 4999978"/>
              <a:gd name="connsiteX185" fmla="*/ 1590120 w 12192000"/>
              <a:gd name="connsiteY185" fmla="*/ 317608 h 4999978"/>
              <a:gd name="connsiteX186" fmla="*/ 1631417 w 12192000"/>
              <a:gd name="connsiteY186" fmla="*/ 308227 h 4999978"/>
              <a:gd name="connsiteX187" fmla="*/ 1638727 w 12192000"/>
              <a:gd name="connsiteY187" fmla="*/ 311610 h 4999978"/>
              <a:gd name="connsiteX188" fmla="*/ 1844438 w 12192000"/>
              <a:gd name="connsiteY188" fmla="*/ 271304 h 4999978"/>
              <a:gd name="connsiteX189" fmla="*/ 1881324 w 12192000"/>
              <a:gd name="connsiteY189" fmla="*/ 268497 h 4999978"/>
              <a:gd name="connsiteX190" fmla="*/ 1908999 w 12192000"/>
              <a:gd name="connsiteY190" fmla="*/ 269338 h 4999978"/>
              <a:gd name="connsiteX191" fmla="*/ 1974956 w 12192000"/>
              <a:gd name="connsiteY191" fmla="*/ 255958 h 4999978"/>
              <a:gd name="connsiteX192" fmla="*/ 2082409 w 12192000"/>
              <a:gd name="connsiteY192" fmla="*/ 227290 h 4999978"/>
              <a:gd name="connsiteX193" fmla="*/ 2105639 w 12192000"/>
              <a:gd name="connsiteY193" fmla="*/ 222648 h 4999978"/>
              <a:gd name="connsiteX194" fmla="*/ 2126992 w 12192000"/>
              <a:gd name="connsiteY194" fmla="*/ 224468 h 4999978"/>
              <a:gd name="connsiteX195" fmla="*/ 2133154 w 12192000"/>
              <a:gd name="connsiteY195" fmla="*/ 229952 h 4999978"/>
              <a:gd name="connsiteX196" fmla="*/ 2146154 w 12192000"/>
              <a:gd name="connsiteY196" fmla="*/ 228332 h 4999978"/>
              <a:gd name="connsiteX197" fmla="*/ 2149901 w 12192000"/>
              <a:gd name="connsiteY197" fmla="*/ 229116 h 4999978"/>
              <a:gd name="connsiteX198" fmla="*/ 2171100 w 12192000"/>
              <a:gd name="connsiteY198" fmla="*/ 232389 h 4999978"/>
              <a:gd name="connsiteX199" fmla="*/ 2209148 w 12192000"/>
              <a:gd name="connsiteY199" fmla="*/ 209225 h 4999978"/>
              <a:gd name="connsiteX200" fmla="*/ 2261889 w 12192000"/>
              <a:gd name="connsiteY200" fmla="*/ 205532 h 4999978"/>
              <a:gd name="connsiteX201" fmla="*/ 2452315 w 12192000"/>
              <a:gd name="connsiteY201" fmla="*/ 152899 h 4999978"/>
              <a:gd name="connsiteX202" fmla="*/ 2495330 w 12192000"/>
              <a:gd name="connsiteY202" fmla="*/ 142101 h 4999978"/>
              <a:gd name="connsiteX203" fmla="*/ 2665623 w 12192000"/>
              <a:gd name="connsiteY203" fmla="*/ 96394 h 4999978"/>
              <a:gd name="connsiteX204" fmla="*/ 2763332 w 12192000"/>
              <a:gd name="connsiteY204" fmla="*/ 74831 h 4999978"/>
              <a:gd name="connsiteX205" fmla="*/ 2843870 w 12192000"/>
              <a:gd name="connsiteY205" fmla="*/ 47507 h 4999978"/>
              <a:gd name="connsiteX206" fmla="*/ 2862745 w 12192000"/>
              <a:gd name="connsiteY206" fmla="*/ 43242 h 4999978"/>
              <a:gd name="connsiteX207" fmla="*/ 2864596 w 12192000"/>
              <a:gd name="connsiteY207" fmla="*/ 39218 h 4999978"/>
              <a:gd name="connsiteX208" fmla="*/ 2875381 w 12192000"/>
              <a:gd name="connsiteY208" fmla="*/ 35003 h 4999978"/>
              <a:gd name="connsiteX209" fmla="*/ 2895139 w 12192000"/>
              <a:gd name="connsiteY209" fmla="*/ 24186 h 4999978"/>
              <a:gd name="connsiteX210" fmla="*/ 2900232 w 12192000"/>
              <a:gd name="connsiteY210" fmla="*/ 24518 h 4999978"/>
              <a:gd name="connsiteX211" fmla="*/ 2932205 w 12192000"/>
              <a:gd name="connsiteY211" fmla="*/ 11873 h 4999978"/>
              <a:gd name="connsiteX212" fmla="*/ 2933310 w 12192000"/>
              <a:gd name="connsiteY212" fmla="*/ 12816 h 4999978"/>
              <a:gd name="connsiteX213" fmla="*/ 2945218 w 12192000"/>
              <a:gd name="connsiteY213" fmla="*/ 14141 h 4999978"/>
              <a:gd name="connsiteX214" fmla="*/ 2966465 w 12192000"/>
              <a:gd name="connsiteY214" fmla="*/ 14117 h 4999978"/>
              <a:gd name="connsiteX215" fmla="*/ 3023668 w 12192000"/>
              <a:gd name="connsiteY215" fmla="*/ 27905 h 4999978"/>
              <a:gd name="connsiteX216" fmla="*/ 3057077 w 12192000"/>
              <a:gd name="connsiteY216" fmla="*/ 14845 h 4999978"/>
              <a:gd name="connsiteX217" fmla="*/ 3151915 w 12192000"/>
              <a:gd name="connsiteY217" fmla="*/ 11243 h 4999978"/>
              <a:gd name="connsiteX218" fmla="*/ 3251671 w 12192000"/>
              <a:gd name="connsiteY218" fmla="*/ 31575 h 4999978"/>
              <a:gd name="connsiteX219" fmla="*/ 3351400 w 12192000"/>
              <a:gd name="connsiteY219" fmla="*/ 32687 h 4999978"/>
              <a:gd name="connsiteX220" fmla="*/ 3387481 w 12192000"/>
              <a:gd name="connsiteY220" fmla="*/ 31443 h 4999978"/>
              <a:gd name="connsiteX221" fmla="*/ 3451923 w 12192000"/>
              <a:gd name="connsiteY221" fmla="*/ 36482 h 4999978"/>
              <a:gd name="connsiteX222" fmla="*/ 3481520 w 12192000"/>
              <a:gd name="connsiteY222" fmla="*/ 43287 h 4999978"/>
              <a:gd name="connsiteX223" fmla="*/ 3482804 w 12192000"/>
              <a:gd name="connsiteY223" fmla="*/ 42812 h 4999978"/>
              <a:gd name="connsiteX224" fmla="*/ 3485495 w 12192000"/>
              <a:gd name="connsiteY224" fmla="*/ 45921 h 4999978"/>
              <a:gd name="connsiteX225" fmla="*/ 3490972 w 12192000"/>
              <a:gd name="connsiteY225" fmla="*/ 47286 h 4999978"/>
              <a:gd name="connsiteX226" fmla="*/ 3505835 w 12192000"/>
              <a:gd name="connsiteY226" fmla="*/ 46077 h 4999978"/>
              <a:gd name="connsiteX227" fmla="*/ 3511410 w 12192000"/>
              <a:gd name="connsiteY227" fmla="*/ 44808 h 4999978"/>
              <a:gd name="connsiteX228" fmla="*/ 3519598 w 12192000"/>
              <a:gd name="connsiteY228" fmla="*/ 44683 h 4999978"/>
              <a:gd name="connsiteX229" fmla="*/ 3519807 w 12192000"/>
              <a:gd name="connsiteY229" fmla="*/ 44938 h 4999978"/>
              <a:gd name="connsiteX230" fmla="*/ 3527466 w 12192000"/>
              <a:gd name="connsiteY230" fmla="*/ 44316 h 4999978"/>
              <a:gd name="connsiteX231" fmla="*/ 3564889 w 12192000"/>
              <a:gd name="connsiteY231" fmla="*/ 57394 h 4999978"/>
              <a:gd name="connsiteX232" fmla="*/ 3614922 w 12192000"/>
              <a:gd name="connsiteY232" fmla="*/ 61804 h 4999978"/>
              <a:gd name="connsiteX233" fmla="*/ 3635506 w 12192000"/>
              <a:gd name="connsiteY233" fmla="*/ 65718 h 4999978"/>
              <a:gd name="connsiteX234" fmla="*/ 3646525 w 12192000"/>
              <a:gd name="connsiteY234" fmla="*/ 69193 h 4999978"/>
              <a:gd name="connsiteX235" fmla="*/ 3647224 w 12192000"/>
              <a:gd name="connsiteY235" fmla="*/ 70303 h 4999978"/>
              <a:gd name="connsiteX236" fmla="*/ 3683100 w 12192000"/>
              <a:gd name="connsiteY236" fmla="*/ 64109 h 4999978"/>
              <a:gd name="connsiteX237" fmla="*/ 3687901 w 12192000"/>
              <a:gd name="connsiteY237" fmla="*/ 65372 h 4999978"/>
              <a:gd name="connsiteX238" fmla="*/ 3711234 w 12192000"/>
              <a:gd name="connsiteY238" fmla="*/ 58665 h 4999978"/>
              <a:gd name="connsiteX239" fmla="*/ 3723318 w 12192000"/>
              <a:gd name="connsiteY239" fmla="*/ 56625 h 4999978"/>
              <a:gd name="connsiteX240" fmla="*/ 3726677 w 12192000"/>
              <a:gd name="connsiteY240" fmla="*/ 53112 h 4999978"/>
              <a:gd name="connsiteX241" fmla="*/ 3744535 w 12192000"/>
              <a:gd name="connsiteY241" fmla="*/ 51590 h 4999978"/>
              <a:gd name="connsiteX242" fmla="*/ 3746608 w 12192000"/>
              <a:gd name="connsiteY242" fmla="*/ 52522 h 4999978"/>
              <a:gd name="connsiteX243" fmla="*/ 3761262 w 12192000"/>
              <a:gd name="connsiteY243" fmla="*/ 47147 h 4999978"/>
              <a:gd name="connsiteX244" fmla="*/ 3803931 w 12192000"/>
              <a:gd name="connsiteY244" fmla="*/ 49309 h 4999978"/>
              <a:gd name="connsiteX245" fmla="*/ 3925626 w 12192000"/>
              <a:gd name="connsiteY245" fmla="*/ 40301 h 4999978"/>
              <a:gd name="connsiteX246" fmla="*/ 4033324 w 12192000"/>
              <a:gd name="connsiteY246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95331 w 12192000"/>
              <a:gd name="connsiteY181" fmla="*/ 402182 h 4999978"/>
              <a:gd name="connsiteX182" fmla="*/ 1347118 w 12192000"/>
              <a:gd name="connsiteY182" fmla="*/ 399704 h 4999978"/>
              <a:gd name="connsiteX183" fmla="*/ 1378108 w 12192000"/>
              <a:gd name="connsiteY183" fmla="*/ 398410 h 4999978"/>
              <a:gd name="connsiteX184" fmla="*/ 1459192 w 12192000"/>
              <a:gd name="connsiteY184" fmla="*/ 380919 h 4999978"/>
              <a:gd name="connsiteX185" fmla="*/ 1590120 w 12192000"/>
              <a:gd name="connsiteY185" fmla="*/ 317608 h 4999978"/>
              <a:gd name="connsiteX186" fmla="*/ 1631417 w 12192000"/>
              <a:gd name="connsiteY186" fmla="*/ 308227 h 4999978"/>
              <a:gd name="connsiteX187" fmla="*/ 1638727 w 12192000"/>
              <a:gd name="connsiteY187" fmla="*/ 311610 h 4999978"/>
              <a:gd name="connsiteX188" fmla="*/ 1844438 w 12192000"/>
              <a:gd name="connsiteY188" fmla="*/ 271304 h 4999978"/>
              <a:gd name="connsiteX189" fmla="*/ 1881324 w 12192000"/>
              <a:gd name="connsiteY189" fmla="*/ 268497 h 4999978"/>
              <a:gd name="connsiteX190" fmla="*/ 1908999 w 12192000"/>
              <a:gd name="connsiteY190" fmla="*/ 269338 h 4999978"/>
              <a:gd name="connsiteX191" fmla="*/ 1974956 w 12192000"/>
              <a:gd name="connsiteY191" fmla="*/ 255958 h 4999978"/>
              <a:gd name="connsiteX192" fmla="*/ 2082409 w 12192000"/>
              <a:gd name="connsiteY192" fmla="*/ 227290 h 4999978"/>
              <a:gd name="connsiteX193" fmla="*/ 2105639 w 12192000"/>
              <a:gd name="connsiteY193" fmla="*/ 222648 h 4999978"/>
              <a:gd name="connsiteX194" fmla="*/ 2126992 w 12192000"/>
              <a:gd name="connsiteY194" fmla="*/ 224468 h 4999978"/>
              <a:gd name="connsiteX195" fmla="*/ 2133154 w 12192000"/>
              <a:gd name="connsiteY195" fmla="*/ 229952 h 4999978"/>
              <a:gd name="connsiteX196" fmla="*/ 2146154 w 12192000"/>
              <a:gd name="connsiteY196" fmla="*/ 228332 h 4999978"/>
              <a:gd name="connsiteX197" fmla="*/ 2149901 w 12192000"/>
              <a:gd name="connsiteY197" fmla="*/ 229116 h 4999978"/>
              <a:gd name="connsiteX198" fmla="*/ 2171100 w 12192000"/>
              <a:gd name="connsiteY198" fmla="*/ 232389 h 4999978"/>
              <a:gd name="connsiteX199" fmla="*/ 2209148 w 12192000"/>
              <a:gd name="connsiteY199" fmla="*/ 209225 h 4999978"/>
              <a:gd name="connsiteX200" fmla="*/ 2261889 w 12192000"/>
              <a:gd name="connsiteY200" fmla="*/ 205532 h 4999978"/>
              <a:gd name="connsiteX201" fmla="*/ 2452315 w 12192000"/>
              <a:gd name="connsiteY201" fmla="*/ 152899 h 4999978"/>
              <a:gd name="connsiteX202" fmla="*/ 2495330 w 12192000"/>
              <a:gd name="connsiteY202" fmla="*/ 142101 h 4999978"/>
              <a:gd name="connsiteX203" fmla="*/ 2665623 w 12192000"/>
              <a:gd name="connsiteY203" fmla="*/ 96394 h 4999978"/>
              <a:gd name="connsiteX204" fmla="*/ 2763332 w 12192000"/>
              <a:gd name="connsiteY204" fmla="*/ 74831 h 4999978"/>
              <a:gd name="connsiteX205" fmla="*/ 2843870 w 12192000"/>
              <a:gd name="connsiteY205" fmla="*/ 47507 h 4999978"/>
              <a:gd name="connsiteX206" fmla="*/ 2862745 w 12192000"/>
              <a:gd name="connsiteY206" fmla="*/ 43242 h 4999978"/>
              <a:gd name="connsiteX207" fmla="*/ 2864596 w 12192000"/>
              <a:gd name="connsiteY207" fmla="*/ 39218 h 4999978"/>
              <a:gd name="connsiteX208" fmla="*/ 2875381 w 12192000"/>
              <a:gd name="connsiteY208" fmla="*/ 35003 h 4999978"/>
              <a:gd name="connsiteX209" fmla="*/ 2895139 w 12192000"/>
              <a:gd name="connsiteY209" fmla="*/ 24186 h 4999978"/>
              <a:gd name="connsiteX210" fmla="*/ 2932205 w 12192000"/>
              <a:gd name="connsiteY210" fmla="*/ 11873 h 4999978"/>
              <a:gd name="connsiteX211" fmla="*/ 2933310 w 12192000"/>
              <a:gd name="connsiteY211" fmla="*/ 12816 h 4999978"/>
              <a:gd name="connsiteX212" fmla="*/ 2945218 w 12192000"/>
              <a:gd name="connsiteY212" fmla="*/ 14141 h 4999978"/>
              <a:gd name="connsiteX213" fmla="*/ 2966465 w 12192000"/>
              <a:gd name="connsiteY213" fmla="*/ 14117 h 4999978"/>
              <a:gd name="connsiteX214" fmla="*/ 3023668 w 12192000"/>
              <a:gd name="connsiteY214" fmla="*/ 27905 h 4999978"/>
              <a:gd name="connsiteX215" fmla="*/ 3057077 w 12192000"/>
              <a:gd name="connsiteY215" fmla="*/ 14845 h 4999978"/>
              <a:gd name="connsiteX216" fmla="*/ 3151915 w 12192000"/>
              <a:gd name="connsiteY216" fmla="*/ 11243 h 4999978"/>
              <a:gd name="connsiteX217" fmla="*/ 3251671 w 12192000"/>
              <a:gd name="connsiteY217" fmla="*/ 31575 h 4999978"/>
              <a:gd name="connsiteX218" fmla="*/ 3351400 w 12192000"/>
              <a:gd name="connsiteY218" fmla="*/ 32687 h 4999978"/>
              <a:gd name="connsiteX219" fmla="*/ 3387481 w 12192000"/>
              <a:gd name="connsiteY219" fmla="*/ 31443 h 4999978"/>
              <a:gd name="connsiteX220" fmla="*/ 3451923 w 12192000"/>
              <a:gd name="connsiteY220" fmla="*/ 36482 h 4999978"/>
              <a:gd name="connsiteX221" fmla="*/ 3481520 w 12192000"/>
              <a:gd name="connsiteY221" fmla="*/ 43287 h 4999978"/>
              <a:gd name="connsiteX222" fmla="*/ 3482804 w 12192000"/>
              <a:gd name="connsiteY222" fmla="*/ 42812 h 4999978"/>
              <a:gd name="connsiteX223" fmla="*/ 3485495 w 12192000"/>
              <a:gd name="connsiteY223" fmla="*/ 45921 h 4999978"/>
              <a:gd name="connsiteX224" fmla="*/ 3490972 w 12192000"/>
              <a:gd name="connsiteY224" fmla="*/ 47286 h 4999978"/>
              <a:gd name="connsiteX225" fmla="*/ 3505835 w 12192000"/>
              <a:gd name="connsiteY225" fmla="*/ 46077 h 4999978"/>
              <a:gd name="connsiteX226" fmla="*/ 3511410 w 12192000"/>
              <a:gd name="connsiteY226" fmla="*/ 44808 h 4999978"/>
              <a:gd name="connsiteX227" fmla="*/ 3519598 w 12192000"/>
              <a:gd name="connsiteY227" fmla="*/ 44683 h 4999978"/>
              <a:gd name="connsiteX228" fmla="*/ 3519807 w 12192000"/>
              <a:gd name="connsiteY228" fmla="*/ 44938 h 4999978"/>
              <a:gd name="connsiteX229" fmla="*/ 3527466 w 12192000"/>
              <a:gd name="connsiteY229" fmla="*/ 44316 h 4999978"/>
              <a:gd name="connsiteX230" fmla="*/ 3564889 w 12192000"/>
              <a:gd name="connsiteY230" fmla="*/ 57394 h 4999978"/>
              <a:gd name="connsiteX231" fmla="*/ 3614922 w 12192000"/>
              <a:gd name="connsiteY231" fmla="*/ 61804 h 4999978"/>
              <a:gd name="connsiteX232" fmla="*/ 3635506 w 12192000"/>
              <a:gd name="connsiteY232" fmla="*/ 65718 h 4999978"/>
              <a:gd name="connsiteX233" fmla="*/ 3646525 w 12192000"/>
              <a:gd name="connsiteY233" fmla="*/ 69193 h 4999978"/>
              <a:gd name="connsiteX234" fmla="*/ 3647224 w 12192000"/>
              <a:gd name="connsiteY234" fmla="*/ 70303 h 4999978"/>
              <a:gd name="connsiteX235" fmla="*/ 3683100 w 12192000"/>
              <a:gd name="connsiteY235" fmla="*/ 64109 h 4999978"/>
              <a:gd name="connsiteX236" fmla="*/ 3687901 w 12192000"/>
              <a:gd name="connsiteY236" fmla="*/ 65372 h 4999978"/>
              <a:gd name="connsiteX237" fmla="*/ 3711234 w 12192000"/>
              <a:gd name="connsiteY237" fmla="*/ 58665 h 4999978"/>
              <a:gd name="connsiteX238" fmla="*/ 3723318 w 12192000"/>
              <a:gd name="connsiteY238" fmla="*/ 56625 h 4999978"/>
              <a:gd name="connsiteX239" fmla="*/ 3726677 w 12192000"/>
              <a:gd name="connsiteY239" fmla="*/ 53112 h 4999978"/>
              <a:gd name="connsiteX240" fmla="*/ 3744535 w 12192000"/>
              <a:gd name="connsiteY240" fmla="*/ 51590 h 4999978"/>
              <a:gd name="connsiteX241" fmla="*/ 3746608 w 12192000"/>
              <a:gd name="connsiteY241" fmla="*/ 52522 h 4999978"/>
              <a:gd name="connsiteX242" fmla="*/ 3761262 w 12192000"/>
              <a:gd name="connsiteY242" fmla="*/ 47147 h 4999978"/>
              <a:gd name="connsiteX243" fmla="*/ 3803931 w 12192000"/>
              <a:gd name="connsiteY243" fmla="*/ 49309 h 4999978"/>
              <a:gd name="connsiteX244" fmla="*/ 3925626 w 12192000"/>
              <a:gd name="connsiteY244" fmla="*/ 40301 h 4999978"/>
              <a:gd name="connsiteX245" fmla="*/ 4033324 w 12192000"/>
              <a:gd name="connsiteY245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95331 w 12192000"/>
              <a:gd name="connsiteY181" fmla="*/ 402182 h 4999978"/>
              <a:gd name="connsiteX182" fmla="*/ 1347118 w 12192000"/>
              <a:gd name="connsiteY182" fmla="*/ 399704 h 4999978"/>
              <a:gd name="connsiteX183" fmla="*/ 1378108 w 12192000"/>
              <a:gd name="connsiteY183" fmla="*/ 398410 h 4999978"/>
              <a:gd name="connsiteX184" fmla="*/ 1459192 w 12192000"/>
              <a:gd name="connsiteY184" fmla="*/ 380919 h 4999978"/>
              <a:gd name="connsiteX185" fmla="*/ 1590120 w 12192000"/>
              <a:gd name="connsiteY185" fmla="*/ 317608 h 4999978"/>
              <a:gd name="connsiteX186" fmla="*/ 1631417 w 12192000"/>
              <a:gd name="connsiteY186" fmla="*/ 308227 h 4999978"/>
              <a:gd name="connsiteX187" fmla="*/ 1638727 w 12192000"/>
              <a:gd name="connsiteY187" fmla="*/ 311610 h 4999978"/>
              <a:gd name="connsiteX188" fmla="*/ 1844438 w 12192000"/>
              <a:gd name="connsiteY188" fmla="*/ 271304 h 4999978"/>
              <a:gd name="connsiteX189" fmla="*/ 1881324 w 12192000"/>
              <a:gd name="connsiteY189" fmla="*/ 268497 h 4999978"/>
              <a:gd name="connsiteX190" fmla="*/ 1908999 w 12192000"/>
              <a:gd name="connsiteY190" fmla="*/ 269338 h 4999978"/>
              <a:gd name="connsiteX191" fmla="*/ 1974956 w 12192000"/>
              <a:gd name="connsiteY191" fmla="*/ 255958 h 4999978"/>
              <a:gd name="connsiteX192" fmla="*/ 2082409 w 12192000"/>
              <a:gd name="connsiteY192" fmla="*/ 227290 h 4999978"/>
              <a:gd name="connsiteX193" fmla="*/ 2105639 w 12192000"/>
              <a:gd name="connsiteY193" fmla="*/ 222648 h 4999978"/>
              <a:gd name="connsiteX194" fmla="*/ 2126992 w 12192000"/>
              <a:gd name="connsiteY194" fmla="*/ 224468 h 4999978"/>
              <a:gd name="connsiteX195" fmla="*/ 2133154 w 12192000"/>
              <a:gd name="connsiteY195" fmla="*/ 229952 h 4999978"/>
              <a:gd name="connsiteX196" fmla="*/ 2146154 w 12192000"/>
              <a:gd name="connsiteY196" fmla="*/ 228332 h 4999978"/>
              <a:gd name="connsiteX197" fmla="*/ 2149901 w 12192000"/>
              <a:gd name="connsiteY197" fmla="*/ 229116 h 4999978"/>
              <a:gd name="connsiteX198" fmla="*/ 2171100 w 12192000"/>
              <a:gd name="connsiteY198" fmla="*/ 232389 h 4999978"/>
              <a:gd name="connsiteX199" fmla="*/ 2209148 w 12192000"/>
              <a:gd name="connsiteY199" fmla="*/ 209225 h 4999978"/>
              <a:gd name="connsiteX200" fmla="*/ 2261889 w 12192000"/>
              <a:gd name="connsiteY200" fmla="*/ 205532 h 4999978"/>
              <a:gd name="connsiteX201" fmla="*/ 2452315 w 12192000"/>
              <a:gd name="connsiteY201" fmla="*/ 152899 h 4999978"/>
              <a:gd name="connsiteX202" fmla="*/ 2495330 w 12192000"/>
              <a:gd name="connsiteY202" fmla="*/ 142101 h 4999978"/>
              <a:gd name="connsiteX203" fmla="*/ 2665623 w 12192000"/>
              <a:gd name="connsiteY203" fmla="*/ 96394 h 4999978"/>
              <a:gd name="connsiteX204" fmla="*/ 2763332 w 12192000"/>
              <a:gd name="connsiteY204" fmla="*/ 74831 h 4999978"/>
              <a:gd name="connsiteX205" fmla="*/ 2843870 w 12192000"/>
              <a:gd name="connsiteY205" fmla="*/ 47507 h 4999978"/>
              <a:gd name="connsiteX206" fmla="*/ 2862745 w 12192000"/>
              <a:gd name="connsiteY206" fmla="*/ 43242 h 4999978"/>
              <a:gd name="connsiteX207" fmla="*/ 2864596 w 12192000"/>
              <a:gd name="connsiteY207" fmla="*/ 39218 h 4999978"/>
              <a:gd name="connsiteX208" fmla="*/ 2875381 w 12192000"/>
              <a:gd name="connsiteY208" fmla="*/ 35003 h 4999978"/>
              <a:gd name="connsiteX209" fmla="*/ 2895139 w 12192000"/>
              <a:gd name="connsiteY209" fmla="*/ 24186 h 4999978"/>
              <a:gd name="connsiteX210" fmla="*/ 2932205 w 12192000"/>
              <a:gd name="connsiteY210" fmla="*/ 11873 h 4999978"/>
              <a:gd name="connsiteX211" fmla="*/ 2933310 w 12192000"/>
              <a:gd name="connsiteY211" fmla="*/ 12816 h 4999978"/>
              <a:gd name="connsiteX212" fmla="*/ 2945218 w 12192000"/>
              <a:gd name="connsiteY212" fmla="*/ 14141 h 4999978"/>
              <a:gd name="connsiteX213" fmla="*/ 2966465 w 12192000"/>
              <a:gd name="connsiteY213" fmla="*/ 14117 h 4999978"/>
              <a:gd name="connsiteX214" fmla="*/ 3016048 w 12192000"/>
              <a:gd name="connsiteY214" fmla="*/ 12381 h 4999978"/>
              <a:gd name="connsiteX215" fmla="*/ 3057077 w 12192000"/>
              <a:gd name="connsiteY215" fmla="*/ 14845 h 4999978"/>
              <a:gd name="connsiteX216" fmla="*/ 3151915 w 12192000"/>
              <a:gd name="connsiteY216" fmla="*/ 11243 h 4999978"/>
              <a:gd name="connsiteX217" fmla="*/ 3251671 w 12192000"/>
              <a:gd name="connsiteY217" fmla="*/ 31575 h 4999978"/>
              <a:gd name="connsiteX218" fmla="*/ 3351400 w 12192000"/>
              <a:gd name="connsiteY218" fmla="*/ 32687 h 4999978"/>
              <a:gd name="connsiteX219" fmla="*/ 3387481 w 12192000"/>
              <a:gd name="connsiteY219" fmla="*/ 31443 h 4999978"/>
              <a:gd name="connsiteX220" fmla="*/ 3451923 w 12192000"/>
              <a:gd name="connsiteY220" fmla="*/ 36482 h 4999978"/>
              <a:gd name="connsiteX221" fmla="*/ 3481520 w 12192000"/>
              <a:gd name="connsiteY221" fmla="*/ 43287 h 4999978"/>
              <a:gd name="connsiteX222" fmla="*/ 3482804 w 12192000"/>
              <a:gd name="connsiteY222" fmla="*/ 42812 h 4999978"/>
              <a:gd name="connsiteX223" fmla="*/ 3485495 w 12192000"/>
              <a:gd name="connsiteY223" fmla="*/ 45921 h 4999978"/>
              <a:gd name="connsiteX224" fmla="*/ 3490972 w 12192000"/>
              <a:gd name="connsiteY224" fmla="*/ 47286 h 4999978"/>
              <a:gd name="connsiteX225" fmla="*/ 3505835 w 12192000"/>
              <a:gd name="connsiteY225" fmla="*/ 46077 h 4999978"/>
              <a:gd name="connsiteX226" fmla="*/ 3511410 w 12192000"/>
              <a:gd name="connsiteY226" fmla="*/ 44808 h 4999978"/>
              <a:gd name="connsiteX227" fmla="*/ 3519598 w 12192000"/>
              <a:gd name="connsiteY227" fmla="*/ 44683 h 4999978"/>
              <a:gd name="connsiteX228" fmla="*/ 3519807 w 12192000"/>
              <a:gd name="connsiteY228" fmla="*/ 44938 h 4999978"/>
              <a:gd name="connsiteX229" fmla="*/ 3527466 w 12192000"/>
              <a:gd name="connsiteY229" fmla="*/ 44316 h 4999978"/>
              <a:gd name="connsiteX230" fmla="*/ 3564889 w 12192000"/>
              <a:gd name="connsiteY230" fmla="*/ 57394 h 4999978"/>
              <a:gd name="connsiteX231" fmla="*/ 3614922 w 12192000"/>
              <a:gd name="connsiteY231" fmla="*/ 61804 h 4999978"/>
              <a:gd name="connsiteX232" fmla="*/ 3635506 w 12192000"/>
              <a:gd name="connsiteY232" fmla="*/ 65718 h 4999978"/>
              <a:gd name="connsiteX233" fmla="*/ 3646525 w 12192000"/>
              <a:gd name="connsiteY233" fmla="*/ 69193 h 4999978"/>
              <a:gd name="connsiteX234" fmla="*/ 3647224 w 12192000"/>
              <a:gd name="connsiteY234" fmla="*/ 70303 h 4999978"/>
              <a:gd name="connsiteX235" fmla="*/ 3683100 w 12192000"/>
              <a:gd name="connsiteY235" fmla="*/ 64109 h 4999978"/>
              <a:gd name="connsiteX236" fmla="*/ 3687901 w 12192000"/>
              <a:gd name="connsiteY236" fmla="*/ 65372 h 4999978"/>
              <a:gd name="connsiteX237" fmla="*/ 3711234 w 12192000"/>
              <a:gd name="connsiteY237" fmla="*/ 58665 h 4999978"/>
              <a:gd name="connsiteX238" fmla="*/ 3723318 w 12192000"/>
              <a:gd name="connsiteY238" fmla="*/ 56625 h 4999978"/>
              <a:gd name="connsiteX239" fmla="*/ 3726677 w 12192000"/>
              <a:gd name="connsiteY239" fmla="*/ 53112 h 4999978"/>
              <a:gd name="connsiteX240" fmla="*/ 3744535 w 12192000"/>
              <a:gd name="connsiteY240" fmla="*/ 51590 h 4999978"/>
              <a:gd name="connsiteX241" fmla="*/ 3746608 w 12192000"/>
              <a:gd name="connsiteY241" fmla="*/ 52522 h 4999978"/>
              <a:gd name="connsiteX242" fmla="*/ 3761262 w 12192000"/>
              <a:gd name="connsiteY242" fmla="*/ 47147 h 4999978"/>
              <a:gd name="connsiteX243" fmla="*/ 3803931 w 12192000"/>
              <a:gd name="connsiteY243" fmla="*/ 49309 h 4999978"/>
              <a:gd name="connsiteX244" fmla="*/ 3925626 w 12192000"/>
              <a:gd name="connsiteY244" fmla="*/ 40301 h 4999978"/>
              <a:gd name="connsiteX245" fmla="*/ 4033324 w 12192000"/>
              <a:gd name="connsiteY245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95331 w 12192000"/>
              <a:gd name="connsiteY181" fmla="*/ 402182 h 4999978"/>
              <a:gd name="connsiteX182" fmla="*/ 1347118 w 12192000"/>
              <a:gd name="connsiteY182" fmla="*/ 399704 h 4999978"/>
              <a:gd name="connsiteX183" fmla="*/ 1378108 w 12192000"/>
              <a:gd name="connsiteY183" fmla="*/ 398410 h 4999978"/>
              <a:gd name="connsiteX184" fmla="*/ 1459192 w 12192000"/>
              <a:gd name="connsiteY184" fmla="*/ 380919 h 4999978"/>
              <a:gd name="connsiteX185" fmla="*/ 1590120 w 12192000"/>
              <a:gd name="connsiteY185" fmla="*/ 317608 h 4999978"/>
              <a:gd name="connsiteX186" fmla="*/ 1631417 w 12192000"/>
              <a:gd name="connsiteY186" fmla="*/ 308227 h 4999978"/>
              <a:gd name="connsiteX187" fmla="*/ 1638727 w 12192000"/>
              <a:gd name="connsiteY187" fmla="*/ 311610 h 4999978"/>
              <a:gd name="connsiteX188" fmla="*/ 1844438 w 12192000"/>
              <a:gd name="connsiteY188" fmla="*/ 271304 h 4999978"/>
              <a:gd name="connsiteX189" fmla="*/ 1881324 w 12192000"/>
              <a:gd name="connsiteY189" fmla="*/ 268497 h 4999978"/>
              <a:gd name="connsiteX190" fmla="*/ 1908999 w 12192000"/>
              <a:gd name="connsiteY190" fmla="*/ 269338 h 4999978"/>
              <a:gd name="connsiteX191" fmla="*/ 1974956 w 12192000"/>
              <a:gd name="connsiteY191" fmla="*/ 255958 h 4999978"/>
              <a:gd name="connsiteX192" fmla="*/ 2082409 w 12192000"/>
              <a:gd name="connsiteY192" fmla="*/ 227290 h 4999978"/>
              <a:gd name="connsiteX193" fmla="*/ 2105639 w 12192000"/>
              <a:gd name="connsiteY193" fmla="*/ 222648 h 4999978"/>
              <a:gd name="connsiteX194" fmla="*/ 2126992 w 12192000"/>
              <a:gd name="connsiteY194" fmla="*/ 224468 h 4999978"/>
              <a:gd name="connsiteX195" fmla="*/ 2133154 w 12192000"/>
              <a:gd name="connsiteY195" fmla="*/ 229952 h 4999978"/>
              <a:gd name="connsiteX196" fmla="*/ 2146154 w 12192000"/>
              <a:gd name="connsiteY196" fmla="*/ 228332 h 4999978"/>
              <a:gd name="connsiteX197" fmla="*/ 2149901 w 12192000"/>
              <a:gd name="connsiteY197" fmla="*/ 229116 h 4999978"/>
              <a:gd name="connsiteX198" fmla="*/ 2171100 w 12192000"/>
              <a:gd name="connsiteY198" fmla="*/ 232389 h 4999978"/>
              <a:gd name="connsiteX199" fmla="*/ 2209148 w 12192000"/>
              <a:gd name="connsiteY199" fmla="*/ 209225 h 4999978"/>
              <a:gd name="connsiteX200" fmla="*/ 2261889 w 12192000"/>
              <a:gd name="connsiteY200" fmla="*/ 205532 h 4999978"/>
              <a:gd name="connsiteX201" fmla="*/ 2452315 w 12192000"/>
              <a:gd name="connsiteY201" fmla="*/ 152899 h 4999978"/>
              <a:gd name="connsiteX202" fmla="*/ 2495330 w 12192000"/>
              <a:gd name="connsiteY202" fmla="*/ 142101 h 4999978"/>
              <a:gd name="connsiteX203" fmla="*/ 2665623 w 12192000"/>
              <a:gd name="connsiteY203" fmla="*/ 96394 h 4999978"/>
              <a:gd name="connsiteX204" fmla="*/ 2763332 w 12192000"/>
              <a:gd name="connsiteY204" fmla="*/ 74831 h 4999978"/>
              <a:gd name="connsiteX205" fmla="*/ 2843870 w 12192000"/>
              <a:gd name="connsiteY205" fmla="*/ 47507 h 4999978"/>
              <a:gd name="connsiteX206" fmla="*/ 2862745 w 12192000"/>
              <a:gd name="connsiteY206" fmla="*/ 43242 h 4999978"/>
              <a:gd name="connsiteX207" fmla="*/ 2864596 w 12192000"/>
              <a:gd name="connsiteY207" fmla="*/ 39218 h 4999978"/>
              <a:gd name="connsiteX208" fmla="*/ 2875381 w 12192000"/>
              <a:gd name="connsiteY208" fmla="*/ 35003 h 4999978"/>
              <a:gd name="connsiteX209" fmla="*/ 2895139 w 12192000"/>
              <a:gd name="connsiteY209" fmla="*/ 24186 h 4999978"/>
              <a:gd name="connsiteX210" fmla="*/ 2932205 w 12192000"/>
              <a:gd name="connsiteY210" fmla="*/ 11873 h 4999978"/>
              <a:gd name="connsiteX211" fmla="*/ 2933310 w 12192000"/>
              <a:gd name="connsiteY211" fmla="*/ 12816 h 4999978"/>
              <a:gd name="connsiteX212" fmla="*/ 2945218 w 12192000"/>
              <a:gd name="connsiteY212" fmla="*/ 14141 h 4999978"/>
              <a:gd name="connsiteX213" fmla="*/ 2966465 w 12192000"/>
              <a:gd name="connsiteY213" fmla="*/ 14117 h 4999978"/>
              <a:gd name="connsiteX214" fmla="*/ 3016048 w 12192000"/>
              <a:gd name="connsiteY214" fmla="*/ 12381 h 4999978"/>
              <a:gd name="connsiteX215" fmla="*/ 3057077 w 12192000"/>
              <a:gd name="connsiteY215" fmla="*/ 14845 h 4999978"/>
              <a:gd name="connsiteX216" fmla="*/ 3148105 w 12192000"/>
              <a:gd name="connsiteY216" fmla="*/ 30648 h 4999978"/>
              <a:gd name="connsiteX217" fmla="*/ 3251671 w 12192000"/>
              <a:gd name="connsiteY217" fmla="*/ 31575 h 4999978"/>
              <a:gd name="connsiteX218" fmla="*/ 3351400 w 12192000"/>
              <a:gd name="connsiteY218" fmla="*/ 32687 h 4999978"/>
              <a:gd name="connsiteX219" fmla="*/ 3387481 w 12192000"/>
              <a:gd name="connsiteY219" fmla="*/ 31443 h 4999978"/>
              <a:gd name="connsiteX220" fmla="*/ 3451923 w 12192000"/>
              <a:gd name="connsiteY220" fmla="*/ 36482 h 4999978"/>
              <a:gd name="connsiteX221" fmla="*/ 3481520 w 12192000"/>
              <a:gd name="connsiteY221" fmla="*/ 43287 h 4999978"/>
              <a:gd name="connsiteX222" fmla="*/ 3482804 w 12192000"/>
              <a:gd name="connsiteY222" fmla="*/ 42812 h 4999978"/>
              <a:gd name="connsiteX223" fmla="*/ 3485495 w 12192000"/>
              <a:gd name="connsiteY223" fmla="*/ 45921 h 4999978"/>
              <a:gd name="connsiteX224" fmla="*/ 3490972 w 12192000"/>
              <a:gd name="connsiteY224" fmla="*/ 47286 h 4999978"/>
              <a:gd name="connsiteX225" fmla="*/ 3505835 w 12192000"/>
              <a:gd name="connsiteY225" fmla="*/ 46077 h 4999978"/>
              <a:gd name="connsiteX226" fmla="*/ 3511410 w 12192000"/>
              <a:gd name="connsiteY226" fmla="*/ 44808 h 4999978"/>
              <a:gd name="connsiteX227" fmla="*/ 3519598 w 12192000"/>
              <a:gd name="connsiteY227" fmla="*/ 44683 h 4999978"/>
              <a:gd name="connsiteX228" fmla="*/ 3519807 w 12192000"/>
              <a:gd name="connsiteY228" fmla="*/ 44938 h 4999978"/>
              <a:gd name="connsiteX229" fmla="*/ 3527466 w 12192000"/>
              <a:gd name="connsiteY229" fmla="*/ 44316 h 4999978"/>
              <a:gd name="connsiteX230" fmla="*/ 3564889 w 12192000"/>
              <a:gd name="connsiteY230" fmla="*/ 57394 h 4999978"/>
              <a:gd name="connsiteX231" fmla="*/ 3614922 w 12192000"/>
              <a:gd name="connsiteY231" fmla="*/ 61804 h 4999978"/>
              <a:gd name="connsiteX232" fmla="*/ 3635506 w 12192000"/>
              <a:gd name="connsiteY232" fmla="*/ 65718 h 4999978"/>
              <a:gd name="connsiteX233" fmla="*/ 3646525 w 12192000"/>
              <a:gd name="connsiteY233" fmla="*/ 69193 h 4999978"/>
              <a:gd name="connsiteX234" fmla="*/ 3647224 w 12192000"/>
              <a:gd name="connsiteY234" fmla="*/ 70303 h 4999978"/>
              <a:gd name="connsiteX235" fmla="*/ 3683100 w 12192000"/>
              <a:gd name="connsiteY235" fmla="*/ 64109 h 4999978"/>
              <a:gd name="connsiteX236" fmla="*/ 3687901 w 12192000"/>
              <a:gd name="connsiteY236" fmla="*/ 65372 h 4999978"/>
              <a:gd name="connsiteX237" fmla="*/ 3711234 w 12192000"/>
              <a:gd name="connsiteY237" fmla="*/ 58665 h 4999978"/>
              <a:gd name="connsiteX238" fmla="*/ 3723318 w 12192000"/>
              <a:gd name="connsiteY238" fmla="*/ 56625 h 4999978"/>
              <a:gd name="connsiteX239" fmla="*/ 3726677 w 12192000"/>
              <a:gd name="connsiteY239" fmla="*/ 53112 h 4999978"/>
              <a:gd name="connsiteX240" fmla="*/ 3744535 w 12192000"/>
              <a:gd name="connsiteY240" fmla="*/ 51590 h 4999978"/>
              <a:gd name="connsiteX241" fmla="*/ 3746608 w 12192000"/>
              <a:gd name="connsiteY241" fmla="*/ 52522 h 4999978"/>
              <a:gd name="connsiteX242" fmla="*/ 3761262 w 12192000"/>
              <a:gd name="connsiteY242" fmla="*/ 47147 h 4999978"/>
              <a:gd name="connsiteX243" fmla="*/ 3803931 w 12192000"/>
              <a:gd name="connsiteY243" fmla="*/ 49309 h 4999978"/>
              <a:gd name="connsiteX244" fmla="*/ 3925626 w 12192000"/>
              <a:gd name="connsiteY244" fmla="*/ 40301 h 4999978"/>
              <a:gd name="connsiteX245" fmla="*/ 4033324 w 12192000"/>
              <a:gd name="connsiteY245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9528 w 12192000"/>
              <a:gd name="connsiteY42" fmla="*/ 196715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95331 w 12192000"/>
              <a:gd name="connsiteY181" fmla="*/ 402182 h 4999978"/>
              <a:gd name="connsiteX182" fmla="*/ 1347118 w 12192000"/>
              <a:gd name="connsiteY182" fmla="*/ 399704 h 4999978"/>
              <a:gd name="connsiteX183" fmla="*/ 1378108 w 12192000"/>
              <a:gd name="connsiteY183" fmla="*/ 398410 h 4999978"/>
              <a:gd name="connsiteX184" fmla="*/ 1459192 w 12192000"/>
              <a:gd name="connsiteY184" fmla="*/ 380919 h 4999978"/>
              <a:gd name="connsiteX185" fmla="*/ 1590120 w 12192000"/>
              <a:gd name="connsiteY185" fmla="*/ 317608 h 4999978"/>
              <a:gd name="connsiteX186" fmla="*/ 1631417 w 12192000"/>
              <a:gd name="connsiteY186" fmla="*/ 308227 h 4999978"/>
              <a:gd name="connsiteX187" fmla="*/ 1638727 w 12192000"/>
              <a:gd name="connsiteY187" fmla="*/ 311610 h 4999978"/>
              <a:gd name="connsiteX188" fmla="*/ 1844438 w 12192000"/>
              <a:gd name="connsiteY188" fmla="*/ 271304 h 4999978"/>
              <a:gd name="connsiteX189" fmla="*/ 1881324 w 12192000"/>
              <a:gd name="connsiteY189" fmla="*/ 268497 h 4999978"/>
              <a:gd name="connsiteX190" fmla="*/ 1908999 w 12192000"/>
              <a:gd name="connsiteY190" fmla="*/ 269338 h 4999978"/>
              <a:gd name="connsiteX191" fmla="*/ 1974956 w 12192000"/>
              <a:gd name="connsiteY191" fmla="*/ 255958 h 4999978"/>
              <a:gd name="connsiteX192" fmla="*/ 2082409 w 12192000"/>
              <a:gd name="connsiteY192" fmla="*/ 227290 h 4999978"/>
              <a:gd name="connsiteX193" fmla="*/ 2105639 w 12192000"/>
              <a:gd name="connsiteY193" fmla="*/ 222648 h 4999978"/>
              <a:gd name="connsiteX194" fmla="*/ 2126992 w 12192000"/>
              <a:gd name="connsiteY194" fmla="*/ 224468 h 4999978"/>
              <a:gd name="connsiteX195" fmla="*/ 2133154 w 12192000"/>
              <a:gd name="connsiteY195" fmla="*/ 229952 h 4999978"/>
              <a:gd name="connsiteX196" fmla="*/ 2146154 w 12192000"/>
              <a:gd name="connsiteY196" fmla="*/ 228332 h 4999978"/>
              <a:gd name="connsiteX197" fmla="*/ 2149901 w 12192000"/>
              <a:gd name="connsiteY197" fmla="*/ 229116 h 4999978"/>
              <a:gd name="connsiteX198" fmla="*/ 2171100 w 12192000"/>
              <a:gd name="connsiteY198" fmla="*/ 232389 h 4999978"/>
              <a:gd name="connsiteX199" fmla="*/ 2209148 w 12192000"/>
              <a:gd name="connsiteY199" fmla="*/ 209225 h 4999978"/>
              <a:gd name="connsiteX200" fmla="*/ 2261889 w 12192000"/>
              <a:gd name="connsiteY200" fmla="*/ 205532 h 4999978"/>
              <a:gd name="connsiteX201" fmla="*/ 2452315 w 12192000"/>
              <a:gd name="connsiteY201" fmla="*/ 152899 h 4999978"/>
              <a:gd name="connsiteX202" fmla="*/ 2495330 w 12192000"/>
              <a:gd name="connsiteY202" fmla="*/ 142101 h 4999978"/>
              <a:gd name="connsiteX203" fmla="*/ 2665623 w 12192000"/>
              <a:gd name="connsiteY203" fmla="*/ 96394 h 4999978"/>
              <a:gd name="connsiteX204" fmla="*/ 2763332 w 12192000"/>
              <a:gd name="connsiteY204" fmla="*/ 74831 h 4999978"/>
              <a:gd name="connsiteX205" fmla="*/ 2843870 w 12192000"/>
              <a:gd name="connsiteY205" fmla="*/ 47507 h 4999978"/>
              <a:gd name="connsiteX206" fmla="*/ 2862745 w 12192000"/>
              <a:gd name="connsiteY206" fmla="*/ 43242 h 4999978"/>
              <a:gd name="connsiteX207" fmla="*/ 2864596 w 12192000"/>
              <a:gd name="connsiteY207" fmla="*/ 39218 h 4999978"/>
              <a:gd name="connsiteX208" fmla="*/ 2875381 w 12192000"/>
              <a:gd name="connsiteY208" fmla="*/ 35003 h 4999978"/>
              <a:gd name="connsiteX209" fmla="*/ 2895139 w 12192000"/>
              <a:gd name="connsiteY209" fmla="*/ 24186 h 4999978"/>
              <a:gd name="connsiteX210" fmla="*/ 2932205 w 12192000"/>
              <a:gd name="connsiteY210" fmla="*/ 11873 h 4999978"/>
              <a:gd name="connsiteX211" fmla="*/ 2933310 w 12192000"/>
              <a:gd name="connsiteY211" fmla="*/ 12816 h 4999978"/>
              <a:gd name="connsiteX212" fmla="*/ 2945218 w 12192000"/>
              <a:gd name="connsiteY212" fmla="*/ 14141 h 4999978"/>
              <a:gd name="connsiteX213" fmla="*/ 2966465 w 12192000"/>
              <a:gd name="connsiteY213" fmla="*/ 14117 h 4999978"/>
              <a:gd name="connsiteX214" fmla="*/ 3016048 w 12192000"/>
              <a:gd name="connsiteY214" fmla="*/ 12381 h 4999978"/>
              <a:gd name="connsiteX215" fmla="*/ 3057077 w 12192000"/>
              <a:gd name="connsiteY215" fmla="*/ 14845 h 4999978"/>
              <a:gd name="connsiteX216" fmla="*/ 3148105 w 12192000"/>
              <a:gd name="connsiteY216" fmla="*/ 30648 h 4999978"/>
              <a:gd name="connsiteX217" fmla="*/ 3251671 w 12192000"/>
              <a:gd name="connsiteY217" fmla="*/ 31575 h 4999978"/>
              <a:gd name="connsiteX218" fmla="*/ 3351400 w 12192000"/>
              <a:gd name="connsiteY218" fmla="*/ 32687 h 4999978"/>
              <a:gd name="connsiteX219" fmla="*/ 3387481 w 12192000"/>
              <a:gd name="connsiteY219" fmla="*/ 31443 h 4999978"/>
              <a:gd name="connsiteX220" fmla="*/ 3451923 w 12192000"/>
              <a:gd name="connsiteY220" fmla="*/ 36482 h 4999978"/>
              <a:gd name="connsiteX221" fmla="*/ 3481520 w 12192000"/>
              <a:gd name="connsiteY221" fmla="*/ 43287 h 4999978"/>
              <a:gd name="connsiteX222" fmla="*/ 3482804 w 12192000"/>
              <a:gd name="connsiteY222" fmla="*/ 42812 h 4999978"/>
              <a:gd name="connsiteX223" fmla="*/ 3485495 w 12192000"/>
              <a:gd name="connsiteY223" fmla="*/ 45921 h 4999978"/>
              <a:gd name="connsiteX224" fmla="*/ 3490972 w 12192000"/>
              <a:gd name="connsiteY224" fmla="*/ 47286 h 4999978"/>
              <a:gd name="connsiteX225" fmla="*/ 3505835 w 12192000"/>
              <a:gd name="connsiteY225" fmla="*/ 46077 h 4999978"/>
              <a:gd name="connsiteX226" fmla="*/ 3511410 w 12192000"/>
              <a:gd name="connsiteY226" fmla="*/ 44808 h 4999978"/>
              <a:gd name="connsiteX227" fmla="*/ 3519598 w 12192000"/>
              <a:gd name="connsiteY227" fmla="*/ 44683 h 4999978"/>
              <a:gd name="connsiteX228" fmla="*/ 3519807 w 12192000"/>
              <a:gd name="connsiteY228" fmla="*/ 44938 h 4999978"/>
              <a:gd name="connsiteX229" fmla="*/ 3527466 w 12192000"/>
              <a:gd name="connsiteY229" fmla="*/ 44316 h 4999978"/>
              <a:gd name="connsiteX230" fmla="*/ 3564889 w 12192000"/>
              <a:gd name="connsiteY230" fmla="*/ 57394 h 4999978"/>
              <a:gd name="connsiteX231" fmla="*/ 3614922 w 12192000"/>
              <a:gd name="connsiteY231" fmla="*/ 61804 h 4999978"/>
              <a:gd name="connsiteX232" fmla="*/ 3635506 w 12192000"/>
              <a:gd name="connsiteY232" fmla="*/ 65718 h 4999978"/>
              <a:gd name="connsiteX233" fmla="*/ 3646525 w 12192000"/>
              <a:gd name="connsiteY233" fmla="*/ 69193 h 4999978"/>
              <a:gd name="connsiteX234" fmla="*/ 3647224 w 12192000"/>
              <a:gd name="connsiteY234" fmla="*/ 70303 h 4999978"/>
              <a:gd name="connsiteX235" fmla="*/ 3683100 w 12192000"/>
              <a:gd name="connsiteY235" fmla="*/ 64109 h 4999978"/>
              <a:gd name="connsiteX236" fmla="*/ 3687901 w 12192000"/>
              <a:gd name="connsiteY236" fmla="*/ 65372 h 4999978"/>
              <a:gd name="connsiteX237" fmla="*/ 3711234 w 12192000"/>
              <a:gd name="connsiteY237" fmla="*/ 58665 h 4999978"/>
              <a:gd name="connsiteX238" fmla="*/ 3723318 w 12192000"/>
              <a:gd name="connsiteY238" fmla="*/ 56625 h 4999978"/>
              <a:gd name="connsiteX239" fmla="*/ 3726677 w 12192000"/>
              <a:gd name="connsiteY239" fmla="*/ 53112 h 4999978"/>
              <a:gd name="connsiteX240" fmla="*/ 3744535 w 12192000"/>
              <a:gd name="connsiteY240" fmla="*/ 51590 h 4999978"/>
              <a:gd name="connsiteX241" fmla="*/ 3746608 w 12192000"/>
              <a:gd name="connsiteY241" fmla="*/ 52522 h 4999978"/>
              <a:gd name="connsiteX242" fmla="*/ 3761262 w 12192000"/>
              <a:gd name="connsiteY242" fmla="*/ 47147 h 4999978"/>
              <a:gd name="connsiteX243" fmla="*/ 3803931 w 12192000"/>
              <a:gd name="connsiteY243" fmla="*/ 49309 h 4999978"/>
              <a:gd name="connsiteX244" fmla="*/ 3925626 w 12192000"/>
              <a:gd name="connsiteY244" fmla="*/ 40301 h 4999978"/>
              <a:gd name="connsiteX245" fmla="*/ 4033324 w 12192000"/>
              <a:gd name="connsiteY245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492371 w 12192000"/>
              <a:gd name="connsiteY42" fmla="*/ 230923 h 4999978"/>
              <a:gd name="connsiteX43" fmla="*/ 5640913 w 12192000"/>
              <a:gd name="connsiteY43" fmla="*/ 239810 h 4999978"/>
              <a:gd name="connsiteX44" fmla="*/ 5877770 w 12192000"/>
              <a:gd name="connsiteY44" fmla="*/ 283747 h 4999978"/>
              <a:gd name="connsiteX45" fmla="*/ 5989615 w 12192000"/>
              <a:gd name="connsiteY45" fmla="*/ 306445 h 4999978"/>
              <a:gd name="connsiteX46" fmla="*/ 5996857 w 12192000"/>
              <a:gd name="connsiteY46" fmla="*/ 310331 h 4999978"/>
              <a:gd name="connsiteX47" fmla="*/ 6037387 w 12192000"/>
              <a:gd name="connsiteY47" fmla="*/ 299308 h 4999978"/>
              <a:gd name="connsiteX48" fmla="*/ 6113074 w 12192000"/>
              <a:gd name="connsiteY48" fmla="*/ 312627 h 4999978"/>
              <a:gd name="connsiteX49" fmla="*/ 6280929 w 12192000"/>
              <a:gd name="connsiteY49" fmla="*/ 337226 h 4999978"/>
              <a:gd name="connsiteX50" fmla="*/ 6298665 w 12192000"/>
              <a:gd name="connsiteY50" fmla="*/ 329713 h 4999978"/>
              <a:gd name="connsiteX51" fmla="*/ 6317326 w 12192000"/>
              <a:gd name="connsiteY51" fmla="*/ 326576 h 4999978"/>
              <a:gd name="connsiteX52" fmla="*/ 6319212 w 12192000"/>
              <a:gd name="connsiteY52" fmla="*/ 327786 h 4999978"/>
              <a:gd name="connsiteX53" fmla="*/ 6339724 w 12192000"/>
              <a:gd name="connsiteY53" fmla="*/ 328880 h 4999978"/>
              <a:gd name="connsiteX54" fmla="*/ 6345010 w 12192000"/>
              <a:gd name="connsiteY54" fmla="*/ 325930 h 4999978"/>
              <a:gd name="connsiteX55" fmla="*/ 6359332 w 12192000"/>
              <a:gd name="connsiteY55" fmla="*/ 325681 h 4999978"/>
              <a:gd name="connsiteX56" fmla="*/ 6388220 w 12192000"/>
              <a:gd name="connsiteY56" fmla="*/ 322496 h 4999978"/>
              <a:gd name="connsiteX57" fmla="*/ 6392994 w 12192000"/>
              <a:gd name="connsiteY57" fmla="*/ 324426 h 4999978"/>
              <a:gd name="connsiteX58" fmla="*/ 6435581 w 12192000"/>
              <a:gd name="connsiteY58" fmla="*/ 323557 h 4999978"/>
              <a:gd name="connsiteX59" fmla="*/ 6435870 w 12192000"/>
              <a:gd name="connsiteY59" fmla="*/ 324745 h 4999978"/>
              <a:gd name="connsiteX60" fmla="*/ 6446571 w 12192000"/>
              <a:gd name="connsiteY60" fmla="*/ 329739 h 4999978"/>
              <a:gd name="connsiteX61" fmla="*/ 6467701 w 12192000"/>
              <a:gd name="connsiteY61" fmla="*/ 336547 h 4999978"/>
              <a:gd name="connsiteX62" fmla="*/ 6512727 w 12192000"/>
              <a:gd name="connsiteY62" fmla="*/ 367087 h 4999978"/>
              <a:gd name="connsiteX63" fmla="*/ 6557094 w 12192000"/>
              <a:gd name="connsiteY63" fmla="*/ 366314 h 4999978"/>
              <a:gd name="connsiteX64" fmla="*/ 6565879 w 12192000"/>
              <a:gd name="connsiteY64" fmla="*/ 366812 h 4999978"/>
              <a:gd name="connsiteX65" fmla="*/ 6565997 w 12192000"/>
              <a:gd name="connsiteY65" fmla="*/ 367092 h 4999978"/>
              <a:gd name="connsiteX66" fmla="*/ 6575147 w 12192000"/>
              <a:gd name="connsiteY66" fmla="*/ 368156 h 4999978"/>
              <a:gd name="connsiteX67" fmla="*/ 6581899 w 12192000"/>
              <a:gd name="connsiteY67" fmla="*/ 367720 h 4999978"/>
              <a:gd name="connsiteX68" fmla="*/ 6598943 w 12192000"/>
              <a:gd name="connsiteY68" fmla="*/ 368688 h 4999978"/>
              <a:gd name="connsiteX69" fmla="*/ 6604421 w 12192000"/>
              <a:gd name="connsiteY69" fmla="*/ 370815 h 4999978"/>
              <a:gd name="connsiteX70" fmla="*/ 6606035 w 12192000"/>
              <a:gd name="connsiteY70" fmla="*/ 374247 h 4999978"/>
              <a:gd name="connsiteX71" fmla="*/ 6607669 w 12192000"/>
              <a:gd name="connsiteY71" fmla="*/ 373968 h 4999978"/>
              <a:gd name="connsiteX72" fmla="*/ 6637532 w 12192000"/>
              <a:gd name="connsiteY72" fmla="*/ 384907 h 4999978"/>
              <a:gd name="connsiteX73" fmla="*/ 6706880 w 12192000"/>
              <a:gd name="connsiteY73" fmla="*/ 399163 h 4999978"/>
              <a:gd name="connsiteX74" fmla="*/ 6747500 w 12192000"/>
              <a:gd name="connsiteY74" fmla="*/ 403168 h 4999978"/>
              <a:gd name="connsiteX75" fmla="*/ 6857783 w 12192000"/>
              <a:gd name="connsiteY75" fmla="*/ 418687 h 4999978"/>
              <a:gd name="connsiteX76" fmla="*/ 6967720 w 12192000"/>
              <a:gd name="connsiteY76" fmla="*/ 437721 h 4999978"/>
              <a:gd name="connsiteX77" fmla="*/ 7018394 w 12192000"/>
              <a:gd name="connsiteY77" fmla="*/ 466613 h 4999978"/>
              <a:gd name="connsiteX78" fmla="*/ 7024679 w 12192000"/>
              <a:gd name="connsiteY78" fmla="*/ 467750 h 4999978"/>
              <a:gd name="connsiteX79" fmla="*/ 7041715 w 12192000"/>
              <a:gd name="connsiteY79" fmla="*/ 465902 h 4999978"/>
              <a:gd name="connsiteX80" fmla="*/ 7048103 w 12192000"/>
              <a:gd name="connsiteY80" fmla="*/ 464392 h 4999978"/>
              <a:gd name="connsiteX81" fmla="*/ 7057490 w 12192000"/>
              <a:gd name="connsiteY81" fmla="*/ 463917 h 4999978"/>
              <a:gd name="connsiteX82" fmla="*/ 7057730 w 12192000"/>
              <a:gd name="connsiteY82" fmla="*/ 464165 h 4999978"/>
              <a:gd name="connsiteX83" fmla="*/ 7066511 w 12192000"/>
              <a:gd name="connsiteY83" fmla="*/ 463214 h 4999978"/>
              <a:gd name="connsiteX84" fmla="*/ 7109401 w 12192000"/>
              <a:gd name="connsiteY84" fmla="*/ 455268 h 4999978"/>
              <a:gd name="connsiteX85" fmla="*/ 7166830 w 12192000"/>
              <a:gd name="connsiteY85" fmla="*/ 477037 h 4999978"/>
              <a:gd name="connsiteX86" fmla="*/ 7190442 w 12192000"/>
              <a:gd name="connsiteY86" fmla="*/ 480090 h 4999978"/>
              <a:gd name="connsiteX87" fmla="*/ 7203083 w 12192000"/>
              <a:gd name="connsiteY87" fmla="*/ 483106 h 4999978"/>
              <a:gd name="connsiteX88" fmla="*/ 7203894 w 12192000"/>
              <a:gd name="connsiteY88" fmla="*/ 484190 h 4999978"/>
              <a:gd name="connsiteX89" fmla="*/ 7245004 w 12192000"/>
              <a:gd name="connsiteY89" fmla="*/ 476444 h 4999978"/>
              <a:gd name="connsiteX90" fmla="*/ 7250514 w 12192000"/>
              <a:gd name="connsiteY90" fmla="*/ 477506 h 4999978"/>
              <a:gd name="connsiteX91" fmla="*/ 7277246 w 12192000"/>
              <a:gd name="connsiteY91" fmla="*/ 469782 h 4999978"/>
              <a:gd name="connsiteX92" fmla="*/ 7291092 w 12192000"/>
              <a:gd name="connsiteY92" fmla="*/ 467217 h 4999978"/>
              <a:gd name="connsiteX93" fmla="*/ 7294933 w 12192000"/>
              <a:gd name="connsiteY93" fmla="*/ 463549 h 4999978"/>
              <a:gd name="connsiteX94" fmla="*/ 7315408 w 12192000"/>
              <a:gd name="connsiteY94" fmla="*/ 461260 h 4999978"/>
              <a:gd name="connsiteX95" fmla="*/ 7317786 w 12192000"/>
              <a:gd name="connsiteY95" fmla="*/ 462106 h 4999978"/>
              <a:gd name="connsiteX96" fmla="*/ 7334572 w 12192000"/>
              <a:gd name="connsiteY96" fmla="*/ 456088 h 4999978"/>
              <a:gd name="connsiteX97" fmla="*/ 7348520 w 12192000"/>
              <a:gd name="connsiteY97" fmla="*/ 446050 h 4999978"/>
              <a:gd name="connsiteX98" fmla="*/ 7522997 w 12192000"/>
              <a:gd name="connsiteY98" fmla="*/ 442209 h 4999978"/>
              <a:gd name="connsiteX99" fmla="*/ 7686985 w 12192000"/>
              <a:gd name="connsiteY99" fmla="*/ 419805 h 4999978"/>
              <a:gd name="connsiteX100" fmla="*/ 7854068 w 12192000"/>
              <a:gd name="connsiteY100" fmla="*/ 409774 h 4999978"/>
              <a:gd name="connsiteX101" fmla="*/ 8034165 w 12192000"/>
              <a:gd name="connsiteY101" fmla="*/ 391699 h 4999978"/>
              <a:gd name="connsiteX102" fmla="*/ 8094381 w 12192000"/>
              <a:gd name="connsiteY102" fmla="*/ 395718 h 4999978"/>
              <a:gd name="connsiteX103" fmla="*/ 8146898 w 12192000"/>
              <a:gd name="connsiteY103" fmla="*/ 378558 h 4999978"/>
              <a:gd name="connsiteX104" fmla="*/ 8168993 w 12192000"/>
              <a:gd name="connsiteY104" fmla="*/ 384830 h 4999978"/>
              <a:gd name="connsiteX105" fmla="*/ 8172809 w 12192000"/>
              <a:gd name="connsiteY105" fmla="*/ 386137 h 4999978"/>
              <a:gd name="connsiteX106" fmla="*/ 8187962 w 12192000"/>
              <a:gd name="connsiteY106" fmla="*/ 386433 h 4999978"/>
              <a:gd name="connsiteX107" fmla="*/ 8192382 w 12192000"/>
              <a:gd name="connsiteY107" fmla="*/ 392692 h 4999978"/>
              <a:gd name="connsiteX108" fmla="*/ 8375192 w 12192000"/>
              <a:gd name="connsiteY108" fmla="*/ 383879 h 4999978"/>
              <a:gd name="connsiteX109" fmla="*/ 8454377 w 12192000"/>
              <a:gd name="connsiteY109" fmla="*/ 380331 h 4999978"/>
              <a:gd name="connsiteX110" fmla="*/ 8484740 w 12192000"/>
              <a:gd name="connsiteY110" fmla="*/ 385159 h 4999978"/>
              <a:gd name="connsiteX111" fmla="*/ 8601673 w 12192000"/>
              <a:gd name="connsiteY111" fmla="*/ 397101 h 4999978"/>
              <a:gd name="connsiteX112" fmla="*/ 8701676 w 12192000"/>
              <a:gd name="connsiteY112" fmla="*/ 401351 h 4999978"/>
              <a:gd name="connsiteX113" fmla="*/ 8773288 w 12192000"/>
              <a:gd name="connsiteY113" fmla="*/ 378077 h 4999978"/>
              <a:gd name="connsiteX114" fmla="*/ 8779909 w 12192000"/>
              <a:gd name="connsiteY114" fmla="*/ 382446 h 4999978"/>
              <a:gd name="connsiteX115" fmla="*/ 8829932 w 12192000"/>
              <a:gd name="connsiteY115" fmla="*/ 379243 h 4999978"/>
              <a:gd name="connsiteX116" fmla="*/ 9003386 w 12192000"/>
              <a:gd name="connsiteY116" fmla="*/ 336242 h 4999978"/>
              <a:gd name="connsiteX117" fmla="*/ 9101185 w 12192000"/>
              <a:gd name="connsiteY117" fmla="*/ 330862 h 4999978"/>
              <a:gd name="connsiteX118" fmla="*/ 9136185 w 12192000"/>
              <a:gd name="connsiteY118" fmla="*/ 334078 h 4999978"/>
              <a:gd name="connsiteX119" fmla="*/ 9194801 w 12192000"/>
              <a:gd name="connsiteY119" fmla="*/ 339149 h 4999978"/>
              <a:gd name="connsiteX120" fmla="*/ 9239316 w 12192000"/>
              <a:gd name="connsiteY120" fmla="*/ 355558 h 4999978"/>
              <a:gd name="connsiteX121" fmla="*/ 9288052 w 12192000"/>
              <a:gd name="connsiteY121" fmla="*/ 354796 h 4999978"/>
              <a:gd name="connsiteX122" fmla="*/ 9298465 w 12192000"/>
              <a:gd name="connsiteY122" fmla="*/ 338296 h 4999978"/>
              <a:gd name="connsiteX123" fmla="*/ 9350892 w 12192000"/>
              <a:gd name="connsiteY123" fmla="*/ 342778 h 4999978"/>
              <a:gd name="connsiteX124" fmla="*/ 9430522 w 12192000"/>
              <a:gd name="connsiteY124" fmla="*/ 351368 h 4999978"/>
              <a:gd name="connsiteX125" fmla="*/ 9476215 w 12192000"/>
              <a:gd name="connsiteY125" fmla="*/ 352107 h 4999978"/>
              <a:gd name="connsiteX126" fmla="*/ 9601276 w 12192000"/>
              <a:gd name="connsiteY126" fmla="*/ 358704 h 4999978"/>
              <a:gd name="connsiteX127" fmla="*/ 9726733 w 12192000"/>
              <a:gd name="connsiteY127" fmla="*/ 368801 h 4999978"/>
              <a:gd name="connsiteX128" fmla="*/ 9802144 w 12192000"/>
              <a:gd name="connsiteY128" fmla="*/ 394479 h 4999978"/>
              <a:gd name="connsiteX129" fmla="*/ 9905153 w 12192000"/>
              <a:gd name="connsiteY129" fmla="*/ 400650 h 4999978"/>
              <a:gd name="connsiteX130" fmla="*/ 9922553 w 12192000"/>
              <a:gd name="connsiteY130" fmla="*/ 404569 h 4999978"/>
              <a:gd name="connsiteX131" fmla="*/ 10044658 w 12192000"/>
              <a:gd name="connsiteY131" fmla="*/ 418077 h 4999978"/>
              <a:gd name="connsiteX132" fmla="*/ 10184585 w 12192000"/>
              <a:gd name="connsiteY132" fmla="*/ 407138 h 4999978"/>
              <a:gd name="connsiteX133" fmla="*/ 10366435 w 12192000"/>
              <a:gd name="connsiteY133" fmla="*/ 462428 h 4999978"/>
              <a:gd name="connsiteX134" fmla="*/ 10688220 w 12192000"/>
              <a:gd name="connsiteY134" fmla="*/ 542258 h 4999978"/>
              <a:gd name="connsiteX135" fmla="*/ 11026690 w 12192000"/>
              <a:gd name="connsiteY135" fmla="*/ 550681 h 4999978"/>
              <a:gd name="connsiteX136" fmla="*/ 11113779 w 12192000"/>
              <a:gd name="connsiteY136" fmla="*/ 533868 h 4999978"/>
              <a:gd name="connsiteX137" fmla="*/ 11369556 w 12192000"/>
              <a:gd name="connsiteY137" fmla="*/ 491719 h 4999978"/>
              <a:gd name="connsiteX138" fmla="*/ 11623342 w 12192000"/>
              <a:gd name="connsiteY138" fmla="*/ 388428 h 4999978"/>
              <a:gd name="connsiteX139" fmla="*/ 11786511 w 12192000"/>
              <a:gd name="connsiteY139" fmla="*/ 358390 h 4999978"/>
              <a:gd name="connsiteX140" fmla="*/ 11862577 w 12192000"/>
              <a:gd name="connsiteY140" fmla="*/ 330549 h 4999978"/>
              <a:gd name="connsiteX141" fmla="*/ 11916612 w 12192000"/>
              <a:gd name="connsiteY141" fmla="*/ 323810 h 4999978"/>
              <a:gd name="connsiteX142" fmla="*/ 11948830 w 12192000"/>
              <a:gd name="connsiteY142" fmla="*/ 318062 h 4999978"/>
              <a:gd name="connsiteX143" fmla="*/ 12001583 w 12192000"/>
              <a:gd name="connsiteY143" fmla="*/ 279643 h 4999978"/>
              <a:gd name="connsiteX144" fmla="*/ 12174977 w 12192000"/>
              <a:gd name="connsiteY144" fmla="*/ 264652 h 4999978"/>
              <a:gd name="connsiteX145" fmla="*/ 12192000 w 12192000"/>
              <a:gd name="connsiteY145" fmla="*/ 256549 h 4999978"/>
              <a:gd name="connsiteX146" fmla="*/ 12192000 w 12192000"/>
              <a:gd name="connsiteY146" fmla="*/ 4999978 h 4999978"/>
              <a:gd name="connsiteX147" fmla="*/ 0 w 12192000"/>
              <a:gd name="connsiteY147" fmla="*/ 4999978 h 4999978"/>
              <a:gd name="connsiteX148" fmla="*/ 0 w 12192000"/>
              <a:gd name="connsiteY148" fmla="*/ 617449 h 4999978"/>
              <a:gd name="connsiteX149" fmla="*/ 11075 w 12192000"/>
              <a:gd name="connsiteY149" fmla="*/ 615178 h 4999978"/>
              <a:gd name="connsiteX150" fmla="*/ 44061 w 12192000"/>
              <a:gd name="connsiteY150" fmla="*/ 608596 h 4999978"/>
              <a:gd name="connsiteX151" fmla="*/ 136694 w 12192000"/>
              <a:gd name="connsiteY151" fmla="*/ 556415 h 4999978"/>
              <a:gd name="connsiteX152" fmla="*/ 170342 w 12192000"/>
              <a:gd name="connsiteY152" fmla="*/ 551077 h 4999978"/>
              <a:gd name="connsiteX153" fmla="*/ 168955 w 12192000"/>
              <a:gd name="connsiteY153" fmla="*/ 542164 h 4999978"/>
              <a:gd name="connsiteX154" fmla="*/ 181474 w 12192000"/>
              <a:gd name="connsiteY154" fmla="*/ 541281 h 4999978"/>
              <a:gd name="connsiteX155" fmla="*/ 209440 w 12192000"/>
              <a:gd name="connsiteY155" fmla="*/ 540561 h 4999978"/>
              <a:gd name="connsiteX156" fmla="*/ 293152 w 12192000"/>
              <a:gd name="connsiteY156" fmla="*/ 536576 h 4999978"/>
              <a:gd name="connsiteX157" fmla="*/ 315693 w 12192000"/>
              <a:gd name="connsiteY157" fmla="*/ 519030 h 4999978"/>
              <a:gd name="connsiteX158" fmla="*/ 337305 w 12192000"/>
              <a:gd name="connsiteY158" fmla="*/ 518372 h 4999978"/>
              <a:gd name="connsiteX159" fmla="*/ 462252 w 12192000"/>
              <a:gd name="connsiteY159" fmla="*/ 493151 h 4999978"/>
              <a:gd name="connsiteX160" fmla="*/ 479457 w 12192000"/>
              <a:gd name="connsiteY160" fmla="*/ 491123 h 4999978"/>
              <a:gd name="connsiteX161" fmla="*/ 488653 w 12192000"/>
              <a:gd name="connsiteY161" fmla="*/ 483257 h 4999978"/>
              <a:gd name="connsiteX162" fmla="*/ 522053 w 12192000"/>
              <a:gd name="connsiteY162" fmla="*/ 481125 h 4999978"/>
              <a:gd name="connsiteX163" fmla="*/ 523520 w 12192000"/>
              <a:gd name="connsiteY163" fmla="*/ 476713 h 4999978"/>
              <a:gd name="connsiteX164" fmla="*/ 632714 w 12192000"/>
              <a:gd name="connsiteY164" fmla="*/ 437101 h 4999978"/>
              <a:gd name="connsiteX165" fmla="*/ 651426 w 12192000"/>
              <a:gd name="connsiteY165" fmla="*/ 430544 h 4999978"/>
              <a:gd name="connsiteX166" fmla="*/ 667724 w 12192000"/>
              <a:gd name="connsiteY166" fmla="*/ 432138 h 4999978"/>
              <a:gd name="connsiteX167" fmla="*/ 757679 w 12192000"/>
              <a:gd name="connsiteY167" fmla="*/ 425145 h 4999978"/>
              <a:gd name="connsiteX168" fmla="*/ 779159 w 12192000"/>
              <a:gd name="connsiteY168" fmla="*/ 428059 h 4999978"/>
              <a:gd name="connsiteX169" fmla="*/ 788293 w 12192000"/>
              <a:gd name="connsiteY169" fmla="*/ 434863 h 4999978"/>
              <a:gd name="connsiteX170" fmla="*/ 822923 w 12192000"/>
              <a:gd name="connsiteY170" fmla="*/ 421074 h 4999978"/>
              <a:gd name="connsiteX171" fmla="*/ 876559 w 12192000"/>
              <a:gd name="connsiteY171" fmla="*/ 411088 h 4999978"/>
              <a:gd name="connsiteX172" fmla="*/ 902011 w 12192000"/>
              <a:gd name="connsiteY172" fmla="*/ 404118 h 4999978"/>
              <a:gd name="connsiteX173" fmla="*/ 922715 w 12192000"/>
              <a:gd name="connsiteY173" fmla="*/ 407699 h 4999978"/>
              <a:gd name="connsiteX174" fmla="*/ 1040139 w 12192000"/>
              <a:gd name="connsiteY174" fmla="*/ 406590 h 4999978"/>
              <a:gd name="connsiteX175" fmla="*/ 1067251 w 12192000"/>
              <a:gd name="connsiteY175" fmla="*/ 412384 h 4999978"/>
              <a:gd name="connsiteX176" fmla="*/ 1080272 w 12192000"/>
              <a:gd name="connsiteY176" fmla="*/ 424669 h 4999978"/>
              <a:gd name="connsiteX177" fmla="*/ 1090219 w 12192000"/>
              <a:gd name="connsiteY177" fmla="*/ 420026 h 4999978"/>
              <a:gd name="connsiteX178" fmla="*/ 1161226 w 12192000"/>
              <a:gd name="connsiteY178" fmla="*/ 418304 h 4999978"/>
              <a:gd name="connsiteX179" fmla="*/ 1207525 w 12192000"/>
              <a:gd name="connsiteY179" fmla="*/ 416039 h 4999978"/>
              <a:gd name="connsiteX180" fmla="*/ 1295331 w 12192000"/>
              <a:gd name="connsiteY180" fmla="*/ 402182 h 4999978"/>
              <a:gd name="connsiteX181" fmla="*/ 1347118 w 12192000"/>
              <a:gd name="connsiteY181" fmla="*/ 399704 h 4999978"/>
              <a:gd name="connsiteX182" fmla="*/ 1378108 w 12192000"/>
              <a:gd name="connsiteY182" fmla="*/ 398410 h 4999978"/>
              <a:gd name="connsiteX183" fmla="*/ 1459192 w 12192000"/>
              <a:gd name="connsiteY183" fmla="*/ 380919 h 4999978"/>
              <a:gd name="connsiteX184" fmla="*/ 1590120 w 12192000"/>
              <a:gd name="connsiteY184" fmla="*/ 317608 h 4999978"/>
              <a:gd name="connsiteX185" fmla="*/ 1631417 w 12192000"/>
              <a:gd name="connsiteY185" fmla="*/ 308227 h 4999978"/>
              <a:gd name="connsiteX186" fmla="*/ 1638727 w 12192000"/>
              <a:gd name="connsiteY186" fmla="*/ 311610 h 4999978"/>
              <a:gd name="connsiteX187" fmla="*/ 1844438 w 12192000"/>
              <a:gd name="connsiteY187" fmla="*/ 271304 h 4999978"/>
              <a:gd name="connsiteX188" fmla="*/ 1881324 w 12192000"/>
              <a:gd name="connsiteY188" fmla="*/ 268497 h 4999978"/>
              <a:gd name="connsiteX189" fmla="*/ 1908999 w 12192000"/>
              <a:gd name="connsiteY189" fmla="*/ 269338 h 4999978"/>
              <a:gd name="connsiteX190" fmla="*/ 1974956 w 12192000"/>
              <a:gd name="connsiteY190" fmla="*/ 255958 h 4999978"/>
              <a:gd name="connsiteX191" fmla="*/ 2082409 w 12192000"/>
              <a:gd name="connsiteY191" fmla="*/ 227290 h 4999978"/>
              <a:gd name="connsiteX192" fmla="*/ 2105639 w 12192000"/>
              <a:gd name="connsiteY192" fmla="*/ 222648 h 4999978"/>
              <a:gd name="connsiteX193" fmla="*/ 2126992 w 12192000"/>
              <a:gd name="connsiteY193" fmla="*/ 224468 h 4999978"/>
              <a:gd name="connsiteX194" fmla="*/ 2133154 w 12192000"/>
              <a:gd name="connsiteY194" fmla="*/ 229952 h 4999978"/>
              <a:gd name="connsiteX195" fmla="*/ 2146154 w 12192000"/>
              <a:gd name="connsiteY195" fmla="*/ 228332 h 4999978"/>
              <a:gd name="connsiteX196" fmla="*/ 2149901 w 12192000"/>
              <a:gd name="connsiteY196" fmla="*/ 229116 h 4999978"/>
              <a:gd name="connsiteX197" fmla="*/ 2171100 w 12192000"/>
              <a:gd name="connsiteY197" fmla="*/ 232389 h 4999978"/>
              <a:gd name="connsiteX198" fmla="*/ 2209148 w 12192000"/>
              <a:gd name="connsiteY198" fmla="*/ 209225 h 4999978"/>
              <a:gd name="connsiteX199" fmla="*/ 2261889 w 12192000"/>
              <a:gd name="connsiteY199" fmla="*/ 205532 h 4999978"/>
              <a:gd name="connsiteX200" fmla="*/ 2452315 w 12192000"/>
              <a:gd name="connsiteY200" fmla="*/ 152899 h 4999978"/>
              <a:gd name="connsiteX201" fmla="*/ 2495330 w 12192000"/>
              <a:gd name="connsiteY201" fmla="*/ 142101 h 4999978"/>
              <a:gd name="connsiteX202" fmla="*/ 2665623 w 12192000"/>
              <a:gd name="connsiteY202" fmla="*/ 96394 h 4999978"/>
              <a:gd name="connsiteX203" fmla="*/ 2763332 w 12192000"/>
              <a:gd name="connsiteY203" fmla="*/ 74831 h 4999978"/>
              <a:gd name="connsiteX204" fmla="*/ 2843870 w 12192000"/>
              <a:gd name="connsiteY204" fmla="*/ 47507 h 4999978"/>
              <a:gd name="connsiteX205" fmla="*/ 2862745 w 12192000"/>
              <a:gd name="connsiteY205" fmla="*/ 43242 h 4999978"/>
              <a:gd name="connsiteX206" fmla="*/ 2864596 w 12192000"/>
              <a:gd name="connsiteY206" fmla="*/ 39218 h 4999978"/>
              <a:gd name="connsiteX207" fmla="*/ 2875381 w 12192000"/>
              <a:gd name="connsiteY207" fmla="*/ 35003 h 4999978"/>
              <a:gd name="connsiteX208" fmla="*/ 2895139 w 12192000"/>
              <a:gd name="connsiteY208" fmla="*/ 24186 h 4999978"/>
              <a:gd name="connsiteX209" fmla="*/ 2932205 w 12192000"/>
              <a:gd name="connsiteY209" fmla="*/ 11873 h 4999978"/>
              <a:gd name="connsiteX210" fmla="*/ 2933310 w 12192000"/>
              <a:gd name="connsiteY210" fmla="*/ 12816 h 4999978"/>
              <a:gd name="connsiteX211" fmla="*/ 2945218 w 12192000"/>
              <a:gd name="connsiteY211" fmla="*/ 14141 h 4999978"/>
              <a:gd name="connsiteX212" fmla="*/ 2966465 w 12192000"/>
              <a:gd name="connsiteY212" fmla="*/ 14117 h 4999978"/>
              <a:gd name="connsiteX213" fmla="*/ 3016048 w 12192000"/>
              <a:gd name="connsiteY213" fmla="*/ 12381 h 4999978"/>
              <a:gd name="connsiteX214" fmla="*/ 3057077 w 12192000"/>
              <a:gd name="connsiteY214" fmla="*/ 14845 h 4999978"/>
              <a:gd name="connsiteX215" fmla="*/ 3148105 w 12192000"/>
              <a:gd name="connsiteY215" fmla="*/ 30648 h 4999978"/>
              <a:gd name="connsiteX216" fmla="*/ 3251671 w 12192000"/>
              <a:gd name="connsiteY216" fmla="*/ 31575 h 4999978"/>
              <a:gd name="connsiteX217" fmla="*/ 3351400 w 12192000"/>
              <a:gd name="connsiteY217" fmla="*/ 32687 h 4999978"/>
              <a:gd name="connsiteX218" fmla="*/ 3387481 w 12192000"/>
              <a:gd name="connsiteY218" fmla="*/ 31443 h 4999978"/>
              <a:gd name="connsiteX219" fmla="*/ 3451923 w 12192000"/>
              <a:gd name="connsiteY219" fmla="*/ 36482 h 4999978"/>
              <a:gd name="connsiteX220" fmla="*/ 3481520 w 12192000"/>
              <a:gd name="connsiteY220" fmla="*/ 43287 h 4999978"/>
              <a:gd name="connsiteX221" fmla="*/ 3482804 w 12192000"/>
              <a:gd name="connsiteY221" fmla="*/ 42812 h 4999978"/>
              <a:gd name="connsiteX222" fmla="*/ 3485495 w 12192000"/>
              <a:gd name="connsiteY222" fmla="*/ 45921 h 4999978"/>
              <a:gd name="connsiteX223" fmla="*/ 3490972 w 12192000"/>
              <a:gd name="connsiteY223" fmla="*/ 47286 h 4999978"/>
              <a:gd name="connsiteX224" fmla="*/ 3505835 w 12192000"/>
              <a:gd name="connsiteY224" fmla="*/ 46077 h 4999978"/>
              <a:gd name="connsiteX225" fmla="*/ 3511410 w 12192000"/>
              <a:gd name="connsiteY225" fmla="*/ 44808 h 4999978"/>
              <a:gd name="connsiteX226" fmla="*/ 3519598 w 12192000"/>
              <a:gd name="connsiteY226" fmla="*/ 44683 h 4999978"/>
              <a:gd name="connsiteX227" fmla="*/ 3519807 w 12192000"/>
              <a:gd name="connsiteY227" fmla="*/ 44938 h 4999978"/>
              <a:gd name="connsiteX228" fmla="*/ 3527466 w 12192000"/>
              <a:gd name="connsiteY228" fmla="*/ 44316 h 4999978"/>
              <a:gd name="connsiteX229" fmla="*/ 3564889 w 12192000"/>
              <a:gd name="connsiteY229" fmla="*/ 57394 h 4999978"/>
              <a:gd name="connsiteX230" fmla="*/ 3614922 w 12192000"/>
              <a:gd name="connsiteY230" fmla="*/ 61804 h 4999978"/>
              <a:gd name="connsiteX231" fmla="*/ 3635506 w 12192000"/>
              <a:gd name="connsiteY231" fmla="*/ 65718 h 4999978"/>
              <a:gd name="connsiteX232" fmla="*/ 3646525 w 12192000"/>
              <a:gd name="connsiteY232" fmla="*/ 69193 h 4999978"/>
              <a:gd name="connsiteX233" fmla="*/ 3647224 w 12192000"/>
              <a:gd name="connsiteY233" fmla="*/ 70303 h 4999978"/>
              <a:gd name="connsiteX234" fmla="*/ 3683100 w 12192000"/>
              <a:gd name="connsiteY234" fmla="*/ 64109 h 4999978"/>
              <a:gd name="connsiteX235" fmla="*/ 3687901 w 12192000"/>
              <a:gd name="connsiteY235" fmla="*/ 65372 h 4999978"/>
              <a:gd name="connsiteX236" fmla="*/ 3711234 w 12192000"/>
              <a:gd name="connsiteY236" fmla="*/ 58665 h 4999978"/>
              <a:gd name="connsiteX237" fmla="*/ 3723318 w 12192000"/>
              <a:gd name="connsiteY237" fmla="*/ 56625 h 4999978"/>
              <a:gd name="connsiteX238" fmla="*/ 3726677 w 12192000"/>
              <a:gd name="connsiteY238" fmla="*/ 53112 h 4999978"/>
              <a:gd name="connsiteX239" fmla="*/ 3744535 w 12192000"/>
              <a:gd name="connsiteY239" fmla="*/ 51590 h 4999978"/>
              <a:gd name="connsiteX240" fmla="*/ 3746608 w 12192000"/>
              <a:gd name="connsiteY240" fmla="*/ 52522 h 4999978"/>
              <a:gd name="connsiteX241" fmla="*/ 3761262 w 12192000"/>
              <a:gd name="connsiteY241" fmla="*/ 47147 h 4999978"/>
              <a:gd name="connsiteX242" fmla="*/ 3803931 w 12192000"/>
              <a:gd name="connsiteY242" fmla="*/ 49309 h 4999978"/>
              <a:gd name="connsiteX243" fmla="*/ 3925626 w 12192000"/>
              <a:gd name="connsiteY243" fmla="*/ 40301 h 4999978"/>
              <a:gd name="connsiteX244" fmla="*/ 4033324 w 12192000"/>
              <a:gd name="connsiteY244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83267 w 12192000"/>
              <a:gd name="connsiteY41" fmla="*/ 199617 h 4999978"/>
              <a:gd name="connsiteX42" fmla="*/ 5492371 w 12192000"/>
              <a:gd name="connsiteY42" fmla="*/ 230923 h 4999978"/>
              <a:gd name="connsiteX43" fmla="*/ 5640913 w 12192000"/>
              <a:gd name="connsiteY43" fmla="*/ 239810 h 4999978"/>
              <a:gd name="connsiteX44" fmla="*/ 5877770 w 12192000"/>
              <a:gd name="connsiteY44" fmla="*/ 283747 h 4999978"/>
              <a:gd name="connsiteX45" fmla="*/ 5989615 w 12192000"/>
              <a:gd name="connsiteY45" fmla="*/ 306445 h 4999978"/>
              <a:gd name="connsiteX46" fmla="*/ 5996857 w 12192000"/>
              <a:gd name="connsiteY46" fmla="*/ 310331 h 4999978"/>
              <a:gd name="connsiteX47" fmla="*/ 6037387 w 12192000"/>
              <a:gd name="connsiteY47" fmla="*/ 299308 h 4999978"/>
              <a:gd name="connsiteX48" fmla="*/ 6113074 w 12192000"/>
              <a:gd name="connsiteY48" fmla="*/ 312627 h 4999978"/>
              <a:gd name="connsiteX49" fmla="*/ 6280929 w 12192000"/>
              <a:gd name="connsiteY49" fmla="*/ 337226 h 4999978"/>
              <a:gd name="connsiteX50" fmla="*/ 6298665 w 12192000"/>
              <a:gd name="connsiteY50" fmla="*/ 329713 h 4999978"/>
              <a:gd name="connsiteX51" fmla="*/ 6317326 w 12192000"/>
              <a:gd name="connsiteY51" fmla="*/ 326576 h 4999978"/>
              <a:gd name="connsiteX52" fmla="*/ 6319212 w 12192000"/>
              <a:gd name="connsiteY52" fmla="*/ 327786 h 4999978"/>
              <a:gd name="connsiteX53" fmla="*/ 6339724 w 12192000"/>
              <a:gd name="connsiteY53" fmla="*/ 328880 h 4999978"/>
              <a:gd name="connsiteX54" fmla="*/ 6345010 w 12192000"/>
              <a:gd name="connsiteY54" fmla="*/ 325930 h 4999978"/>
              <a:gd name="connsiteX55" fmla="*/ 6359332 w 12192000"/>
              <a:gd name="connsiteY55" fmla="*/ 325681 h 4999978"/>
              <a:gd name="connsiteX56" fmla="*/ 6388220 w 12192000"/>
              <a:gd name="connsiteY56" fmla="*/ 322496 h 4999978"/>
              <a:gd name="connsiteX57" fmla="*/ 6392994 w 12192000"/>
              <a:gd name="connsiteY57" fmla="*/ 324426 h 4999978"/>
              <a:gd name="connsiteX58" fmla="*/ 6435581 w 12192000"/>
              <a:gd name="connsiteY58" fmla="*/ 323557 h 4999978"/>
              <a:gd name="connsiteX59" fmla="*/ 6435870 w 12192000"/>
              <a:gd name="connsiteY59" fmla="*/ 324745 h 4999978"/>
              <a:gd name="connsiteX60" fmla="*/ 6446571 w 12192000"/>
              <a:gd name="connsiteY60" fmla="*/ 329739 h 4999978"/>
              <a:gd name="connsiteX61" fmla="*/ 6467701 w 12192000"/>
              <a:gd name="connsiteY61" fmla="*/ 336547 h 4999978"/>
              <a:gd name="connsiteX62" fmla="*/ 6512727 w 12192000"/>
              <a:gd name="connsiteY62" fmla="*/ 367087 h 4999978"/>
              <a:gd name="connsiteX63" fmla="*/ 6557094 w 12192000"/>
              <a:gd name="connsiteY63" fmla="*/ 366314 h 4999978"/>
              <a:gd name="connsiteX64" fmla="*/ 6565879 w 12192000"/>
              <a:gd name="connsiteY64" fmla="*/ 366812 h 4999978"/>
              <a:gd name="connsiteX65" fmla="*/ 6565997 w 12192000"/>
              <a:gd name="connsiteY65" fmla="*/ 367092 h 4999978"/>
              <a:gd name="connsiteX66" fmla="*/ 6575147 w 12192000"/>
              <a:gd name="connsiteY66" fmla="*/ 368156 h 4999978"/>
              <a:gd name="connsiteX67" fmla="*/ 6581899 w 12192000"/>
              <a:gd name="connsiteY67" fmla="*/ 367720 h 4999978"/>
              <a:gd name="connsiteX68" fmla="*/ 6598943 w 12192000"/>
              <a:gd name="connsiteY68" fmla="*/ 368688 h 4999978"/>
              <a:gd name="connsiteX69" fmla="*/ 6604421 w 12192000"/>
              <a:gd name="connsiteY69" fmla="*/ 370815 h 4999978"/>
              <a:gd name="connsiteX70" fmla="*/ 6606035 w 12192000"/>
              <a:gd name="connsiteY70" fmla="*/ 374247 h 4999978"/>
              <a:gd name="connsiteX71" fmla="*/ 6607669 w 12192000"/>
              <a:gd name="connsiteY71" fmla="*/ 373968 h 4999978"/>
              <a:gd name="connsiteX72" fmla="*/ 6637532 w 12192000"/>
              <a:gd name="connsiteY72" fmla="*/ 384907 h 4999978"/>
              <a:gd name="connsiteX73" fmla="*/ 6706880 w 12192000"/>
              <a:gd name="connsiteY73" fmla="*/ 399163 h 4999978"/>
              <a:gd name="connsiteX74" fmla="*/ 6747500 w 12192000"/>
              <a:gd name="connsiteY74" fmla="*/ 403168 h 4999978"/>
              <a:gd name="connsiteX75" fmla="*/ 6857783 w 12192000"/>
              <a:gd name="connsiteY75" fmla="*/ 418687 h 4999978"/>
              <a:gd name="connsiteX76" fmla="*/ 6967720 w 12192000"/>
              <a:gd name="connsiteY76" fmla="*/ 437721 h 4999978"/>
              <a:gd name="connsiteX77" fmla="*/ 7018394 w 12192000"/>
              <a:gd name="connsiteY77" fmla="*/ 466613 h 4999978"/>
              <a:gd name="connsiteX78" fmla="*/ 7024679 w 12192000"/>
              <a:gd name="connsiteY78" fmla="*/ 467750 h 4999978"/>
              <a:gd name="connsiteX79" fmla="*/ 7041715 w 12192000"/>
              <a:gd name="connsiteY79" fmla="*/ 465902 h 4999978"/>
              <a:gd name="connsiteX80" fmla="*/ 7048103 w 12192000"/>
              <a:gd name="connsiteY80" fmla="*/ 464392 h 4999978"/>
              <a:gd name="connsiteX81" fmla="*/ 7057490 w 12192000"/>
              <a:gd name="connsiteY81" fmla="*/ 463917 h 4999978"/>
              <a:gd name="connsiteX82" fmla="*/ 7057730 w 12192000"/>
              <a:gd name="connsiteY82" fmla="*/ 464165 h 4999978"/>
              <a:gd name="connsiteX83" fmla="*/ 7066511 w 12192000"/>
              <a:gd name="connsiteY83" fmla="*/ 463214 h 4999978"/>
              <a:gd name="connsiteX84" fmla="*/ 7109401 w 12192000"/>
              <a:gd name="connsiteY84" fmla="*/ 455268 h 4999978"/>
              <a:gd name="connsiteX85" fmla="*/ 7166830 w 12192000"/>
              <a:gd name="connsiteY85" fmla="*/ 477037 h 4999978"/>
              <a:gd name="connsiteX86" fmla="*/ 7190442 w 12192000"/>
              <a:gd name="connsiteY86" fmla="*/ 480090 h 4999978"/>
              <a:gd name="connsiteX87" fmla="*/ 7203083 w 12192000"/>
              <a:gd name="connsiteY87" fmla="*/ 483106 h 4999978"/>
              <a:gd name="connsiteX88" fmla="*/ 7203894 w 12192000"/>
              <a:gd name="connsiteY88" fmla="*/ 484190 h 4999978"/>
              <a:gd name="connsiteX89" fmla="*/ 7245004 w 12192000"/>
              <a:gd name="connsiteY89" fmla="*/ 476444 h 4999978"/>
              <a:gd name="connsiteX90" fmla="*/ 7250514 w 12192000"/>
              <a:gd name="connsiteY90" fmla="*/ 477506 h 4999978"/>
              <a:gd name="connsiteX91" fmla="*/ 7277246 w 12192000"/>
              <a:gd name="connsiteY91" fmla="*/ 469782 h 4999978"/>
              <a:gd name="connsiteX92" fmla="*/ 7291092 w 12192000"/>
              <a:gd name="connsiteY92" fmla="*/ 467217 h 4999978"/>
              <a:gd name="connsiteX93" fmla="*/ 7294933 w 12192000"/>
              <a:gd name="connsiteY93" fmla="*/ 463549 h 4999978"/>
              <a:gd name="connsiteX94" fmla="*/ 7315408 w 12192000"/>
              <a:gd name="connsiteY94" fmla="*/ 461260 h 4999978"/>
              <a:gd name="connsiteX95" fmla="*/ 7317786 w 12192000"/>
              <a:gd name="connsiteY95" fmla="*/ 462106 h 4999978"/>
              <a:gd name="connsiteX96" fmla="*/ 7334572 w 12192000"/>
              <a:gd name="connsiteY96" fmla="*/ 456088 h 4999978"/>
              <a:gd name="connsiteX97" fmla="*/ 7348520 w 12192000"/>
              <a:gd name="connsiteY97" fmla="*/ 446050 h 4999978"/>
              <a:gd name="connsiteX98" fmla="*/ 7522997 w 12192000"/>
              <a:gd name="connsiteY98" fmla="*/ 442209 h 4999978"/>
              <a:gd name="connsiteX99" fmla="*/ 7686985 w 12192000"/>
              <a:gd name="connsiteY99" fmla="*/ 419805 h 4999978"/>
              <a:gd name="connsiteX100" fmla="*/ 7854068 w 12192000"/>
              <a:gd name="connsiteY100" fmla="*/ 409774 h 4999978"/>
              <a:gd name="connsiteX101" fmla="*/ 8034165 w 12192000"/>
              <a:gd name="connsiteY101" fmla="*/ 391699 h 4999978"/>
              <a:gd name="connsiteX102" fmla="*/ 8094381 w 12192000"/>
              <a:gd name="connsiteY102" fmla="*/ 395718 h 4999978"/>
              <a:gd name="connsiteX103" fmla="*/ 8146898 w 12192000"/>
              <a:gd name="connsiteY103" fmla="*/ 378558 h 4999978"/>
              <a:gd name="connsiteX104" fmla="*/ 8168993 w 12192000"/>
              <a:gd name="connsiteY104" fmla="*/ 384830 h 4999978"/>
              <a:gd name="connsiteX105" fmla="*/ 8172809 w 12192000"/>
              <a:gd name="connsiteY105" fmla="*/ 386137 h 4999978"/>
              <a:gd name="connsiteX106" fmla="*/ 8187962 w 12192000"/>
              <a:gd name="connsiteY106" fmla="*/ 386433 h 4999978"/>
              <a:gd name="connsiteX107" fmla="*/ 8192382 w 12192000"/>
              <a:gd name="connsiteY107" fmla="*/ 392692 h 4999978"/>
              <a:gd name="connsiteX108" fmla="*/ 8375192 w 12192000"/>
              <a:gd name="connsiteY108" fmla="*/ 383879 h 4999978"/>
              <a:gd name="connsiteX109" fmla="*/ 8454377 w 12192000"/>
              <a:gd name="connsiteY109" fmla="*/ 380331 h 4999978"/>
              <a:gd name="connsiteX110" fmla="*/ 8484740 w 12192000"/>
              <a:gd name="connsiteY110" fmla="*/ 385159 h 4999978"/>
              <a:gd name="connsiteX111" fmla="*/ 8601673 w 12192000"/>
              <a:gd name="connsiteY111" fmla="*/ 397101 h 4999978"/>
              <a:gd name="connsiteX112" fmla="*/ 8701676 w 12192000"/>
              <a:gd name="connsiteY112" fmla="*/ 401351 h 4999978"/>
              <a:gd name="connsiteX113" fmla="*/ 8773288 w 12192000"/>
              <a:gd name="connsiteY113" fmla="*/ 378077 h 4999978"/>
              <a:gd name="connsiteX114" fmla="*/ 8779909 w 12192000"/>
              <a:gd name="connsiteY114" fmla="*/ 382446 h 4999978"/>
              <a:gd name="connsiteX115" fmla="*/ 8829932 w 12192000"/>
              <a:gd name="connsiteY115" fmla="*/ 379243 h 4999978"/>
              <a:gd name="connsiteX116" fmla="*/ 9003386 w 12192000"/>
              <a:gd name="connsiteY116" fmla="*/ 336242 h 4999978"/>
              <a:gd name="connsiteX117" fmla="*/ 9101185 w 12192000"/>
              <a:gd name="connsiteY117" fmla="*/ 330862 h 4999978"/>
              <a:gd name="connsiteX118" fmla="*/ 9136185 w 12192000"/>
              <a:gd name="connsiteY118" fmla="*/ 334078 h 4999978"/>
              <a:gd name="connsiteX119" fmla="*/ 9194801 w 12192000"/>
              <a:gd name="connsiteY119" fmla="*/ 339149 h 4999978"/>
              <a:gd name="connsiteX120" fmla="*/ 9239316 w 12192000"/>
              <a:gd name="connsiteY120" fmla="*/ 355558 h 4999978"/>
              <a:gd name="connsiteX121" fmla="*/ 9288052 w 12192000"/>
              <a:gd name="connsiteY121" fmla="*/ 354796 h 4999978"/>
              <a:gd name="connsiteX122" fmla="*/ 9298465 w 12192000"/>
              <a:gd name="connsiteY122" fmla="*/ 338296 h 4999978"/>
              <a:gd name="connsiteX123" fmla="*/ 9350892 w 12192000"/>
              <a:gd name="connsiteY123" fmla="*/ 342778 h 4999978"/>
              <a:gd name="connsiteX124" fmla="*/ 9430522 w 12192000"/>
              <a:gd name="connsiteY124" fmla="*/ 351368 h 4999978"/>
              <a:gd name="connsiteX125" fmla="*/ 9476215 w 12192000"/>
              <a:gd name="connsiteY125" fmla="*/ 352107 h 4999978"/>
              <a:gd name="connsiteX126" fmla="*/ 9601276 w 12192000"/>
              <a:gd name="connsiteY126" fmla="*/ 358704 h 4999978"/>
              <a:gd name="connsiteX127" fmla="*/ 9726733 w 12192000"/>
              <a:gd name="connsiteY127" fmla="*/ 368801 h 4999978"/>
              <a:gd name="connsiteX128" fmla="*/ 9802144 w 12192000"/>
              <a:gd name="connsiteY128" fmla="*/ 394479 h 4999978"/>
              <a:gd name="connsiteX129" fmla="*/ 9905153 w 12192000"/>
              <a:gd name="connsiteY129" fmla="*/ 400650 h 4999978"/>
              <a:gd name="connsiteX130" fmla="*/ 9922553 w 12192000"/>
              <a:gd name="connsiteY130" fmla="*/ 404569 h 4999978"/>
              <a:gd name="connsiteX131" fmla="*/ 10044658 w 12192000"/>
              <a:gd name="connsiteY131" fmla="*/ 418077 h 4999978"/>
              <a:gd name="connsiteX132" fmla="*/ 10184585 w 12192000"/>
              <a:gd name="connsiteY132" fmla="*/ 407138 h 4999978"/>
              <a:gd name="connsiteX133" fmla="*/ 10366435 w 12192000"/>
              <a:gd name="connsiteY133" fmla="*/ 462428 h 4999978"/>
              <a:gd name="connsiteX134" fmla="*/ 10688220 w 12192000"/>
              <a:gd name="connsiteY134" fmla="*/ 542258 h 4999978"/>
              <a:gd name="connsiteX135" fmla="*/ 11026690 w 12192000"/>
              <a:gd name="connsiteY135" fmla="*/ 550681 h 4999978"/>
              <a:gd name="connsiteX136" fmla="*/ 11113779 w 12192000"/>
              <a:gd name="connsiteY136" fmla="*/ 533868 h 4999978"/>
              <a:gd name="connsiteX137" fmla="*/ 11369556 w 12192000"/>
              <a:gd name="connsiteY137" fmla="*/ 491719 h 4999978"/>
              <a:gd name="connsiteX138" fmla="*/ 11623342 w 12192000"/>
              <a:gd name="connsiteY138" fmla="*/ 388428 h 4999978"/>
              <a:gd name="connsiteX139" fmla="*/ 11786511 w 12192000"/>
              <a:gd name="connsiteY139" fmla="*/ 358390 h 4999978"/>
              <a:gd name="connsiteX140" fmla="*/ 11862577 w 12192000"/>
              <a:gd name="connsiteY140" fmla="*/ 330549 h 4999978"/>
              <a:gd name="connsiteX141" fmla="*/ 11916612 w 12192000"/>
              <a:gd name="connsiteY141" fmla="*/ 323810 h 4999978"/>
              <a:gd name="connsiteX142" fmla="*/ 11948830 w 12192000"/>
              <a:gd name="connsiteY142" fmla="*/ 318062 h 4999978"/>
              <a:gd name="connsiteX143" fmla="*/ 12001583 w 12192000"/>
              <a:gd name="connsiteY143" fmla="*/ 279643 h 4999978"/>
              <a:gd name="connsiteX144" fmla="*/ 12174977 w 12192000"/>
              <a:gd name="connsiteY144" fmla="*/ 264652 h 4999978"/>
              <a:gd name="connsiteX145" fmla="*/ 12192000 w 12192000"/>
              <a:gd name="connsiteY145" fmla="*/ 256549 h 4999978"/>
              <a:gd name="connsiteX146" fmla="*/ 12192000 w 12192000"/>
              <a:gd name="connsiteY146" fmla="*/ 4999978 h 4999978"/>
              <a:gd name="connsiteX147" fmla="*/ 0 w 12192000"/>
              <a:gd name="connsiteY147" fmla="*/ 4999978 h 4999978"/>
              <a:gd name="connsiteX148" fmla="*/ 0 w 12192000"/>
              <a:gd name="connsiteY148" fmla="*/ 617449 h 4999978"/>
              <a:gd name="connsiteX149" fmla="*/ 11075 w 12192000"/>
              <a:gd name="connsiteY149" fmla="*/ 615178 h 4999978"/>
              <a:gd name="connsiteX150" fmla="*/ 44061 w 12192000"/>
              <a:gd name="connsiteY150" fmla="*/ 608596 h 4999978"/>
              <a:gd name="connsiteX151" fmla="*/ 136694 w 12192000"/>
              <a:gd name="connsiteY151" fmla="*/ 556415 h 4999978"/>
              <a:gd name="connsiteX152" fmla="*/ 170342 w 12192000"/>
              <a:gd name="connsiteY152" fmla="*/ 551077 h 4999978"/>
              <a:gd name="connsiteX153" fmla="*/ 168955 w 12192000"/>
              <a:gd name="connsiteY153" fmla="*/ 542164 h 4999978"/>
              <a:gd name="connsiteX154" fmla="*/ 181474 w 12192000"/>
              <a:gd name="connsiteY154" fmla="*/ 541281 h 4999978"/>
              <a:gd name="connsiteX155" fmla="*/ 209440 w 12192000"/>
              <a:gd name="connsiteY155" fmla="*/ 540561 h 4999978"/>
              <a:gd name="connsiteX156" fmla="*/ 293152 w 12192000"/>
              <a:gd name="connsiteY156" fmla="*/ 536576 h 4999978"/>
              <a:gd name="connsiteX157" fmla="*/ 315693 w 12192000"/>
              <a:gd name="connsiteY157" fmla="*/ 519030 h 4999978"/>
              <a:gd name="connsiteX158" fmla="*/ 337305 w 12192000"/>
              <a:gd name="connsiteY158" fmla="*/ 518372 h 4999978"/>
              <a:gd name="connsiteX159" fmla="*/ 462252 w 12192000"/>
              <a:gd name="connsiteY159" fmla="*/ 493151 h 4999978"/>
              <a:gd name="connsiteX160" fmla="*/ 479457 w 12192000"/>
              <a:gd name="connsiteY160" fmla="*/ 491123 h 4999978"/>
              <a:gd name="connsiteX161" fmla="*/ 488653 w 12192000"/>
              <a:gd name="connsiteY161" fmla="*/ 483257 h 4999978"/>
              <a:gd name="connsiteX162" fmla="*/ 522053 w 12192000"/>
              <a:gd name="connsiteY162" fmla="*/ 481125 h 4999978"/>
              <a:gd name="connsiteX163" fmla="*/ 523520 w 12192000"/>
              <a:gd name="connsiteY163" fmla="*/ 476713 h 4999978"/>
              <a:gd name="connsiteX164" fmla="*/ 632714 w 12192000"/>
              <a:gd name="connsiteY164" fmla="*/ 437101 h 4999978"/>
              <a:gd name="connsiteX165" fmla="*/ 651426 w 12192000"/>
              <a:gd name="connsiteY165" fmla="*/ 430544 h 4999978"/>
              <a:gd name="connsiteX166" fmla="*/ 667724 w 12192000"/>
              <a:gd name="connsiteY166" fmla="*/ 432138 h 4999978"/>
              <a:gd name="connsiteX167" fmla="*/ 757679 w 12192000"/>
              <a:gd name="connsiteY167" fmla="*/ 425145 h 4999978"/>
              <a:gd name="connsiteX168" fmla="*/ 779159 w 12192000"/>
              <a:gd name="connsiteY168" fmla="*/ 428059 h 4999978"/>
              <a:gd name="connsiteX169" fmla="*/ 788293 w 12192000"/>
              <a:gd name="connsiteY169" fmla="*/ 434863 h 4999978"/>
              <a:gd name="connsiteX170" fmla="*/ 822923 w 12192000"/>
              <a:gd name="connsiteY170" fmla="*/ 421074 h 4999978"/>
              <a:gd name="connsiteX171" fmla="*/ 876559 w 12192000"/>
              <a:gd name="connsiteY171" fmla="*/ 411088 h 4999978"/>
              <a:gd name="connsiteX172" fmla="*/ 902011 w 12192000"/>
              <a:gd name="connsiteY172" fmla="*/ 404118 h 4999978"/>
              <a:gd name="connsiteX173" fmla="*/ 922715 w 12192000"/>
              <a:gd name="connsiteY173" fmla="*/ 407699 h 4999978"/>
              <a:gd name="connsiteX174" fmla="*/ 1040139 w 12192000"/>
              <a:gd name="connsiteY174" fmla="*/ 406590 h 4999978"/>
              <a:gd name="connsiteX175" fmla="*/ 1067251 w 12192000"/>
              <a:gd name="connsiteY175" fmla="*/ 412384 h 4999978"/>
              <a:gd name="connsiteX176" fmla="*/ 1080272 w 12192000"/>
              <a:gd name="connsiteY176" fmla="*/ 424669 h 4999978"/>
              <a:gd name="connsiteX177" fmla="*/ 1090219 w 12192000"/>
              <a:gd name="connsiteY177" fmla="*/ 420026 h 4999978"/>
              <a:gd name="connsiteX178" fmla="*/ 1161226 w 12192000"/>
              <a:gd name="connsiteY178" fmla="*/ 418304 h 4999978"/>
              <a:gd name="connsiteX179" fmla="*/ 1207525 w 12192000"/>
              <a:gd name="connsiteY179" fmla="*/ 416039 h 4999978"/>
              <a:gd name="connsiteX180" fmla="*/ 1295331 w 12192000"/>
              <a:gd name="connsiteY180" fmla="*/ 402182 h 4999978"/>
              <a:gd name="connsiteX181" fmla="*/ 1347118 w 12192000"/>
              <a:gd name="connsiteY181" fmla="*/ 399704 h 4999978"/>
              <a:gd name="connsiteX182" fmla="*/ 1378108 w 12192000"/>
              <a:gd name="connsiteY182" fmla="*/ 398410 h 4999978"/>
              <a:gd name="connsiteX183" fmla="*/ 1459192 w 12192000"/>
              <a:gd name="connsiteY183" fmla="*/ 380919 h 4999978"/>
              <a:gd name="connsiteX184" fmla="*/ 1590120 w 12192000"/>
              <a:gd name="connsiteY184" fmla="*/ 317608 h 4999978"/>
              <a:gd name="connsiteX185" fmla="*/ 1631417 w 12192000"/>
              <a:gd name="connsiteY185" fmla="*/ 308227 h 4999978"/>
              <a:gd name="connsiteX186" fmla="*/ 1638727 w 12192000"/>
              <a:gd name="connsiteY186" fmla="*/ 311610 h 4999978"/>
              <a:gd name="connsiteX187" fmla="*/ 1844438 w 12192000"/>
              <a:gd name="connsiteY187" fmla="*/ 271304 h 4999978"/>
              <a:gd name="connsiteX188" fmla="*/ 1881324 w 12192000"/>
              <a:gd name="connsiteY188" fmla="*/ 268497 h 4999978"/>
              <a:gd name="connsiteX189" fmla="*/ 1908999 w 12192000"/>
              <a:gd name="connsiteY189" fmla="*/ 269338 h 4999978"/>
              <a:gd name="connsiteX190" fmla="*/ 1974956 w 12192000"/>
              <a:gd name="connsiteY190" fmla="*/ 255958 h 4999978"/>
              <a:gd name="connsiteX191" fmla="*/ 2082409 w 12192000"/>
              <a:gd name="connsiteY191" fmla="*/ 227290 h 4999978"/>
              <a:gd name="connsiteX192" fmla="*/ 2105639 w 12192000"/>
              <a:gd name="connsiteY192" fmla="*/ 222648 h 4999978"/>
              <a:gd name="connsiteX193" fmla="*/ 2126992 w 12192000"/>
              <a:gd name="connsiteY193" fmla="*/ 224468 h 4999978"/>
              <a:gd name="connsiteX194" fmla="*/ 2133154 w 12192000"/>
              <a:gd name="connsiteY194" fmla="*/ 229952 h 4999978"/>
              <a:gd name="connsiteX195" fmla="*/ 2146154 w 12192000"/>
              <a:gd name="connsiteY195" fmla="*/ 228332 h 4999978"/>
              <a:gd name="connsiteX196" fmla="*/ 2149901 w 12192000"/>
              <a:gd name="connsiteY196" fmla="*/ 229116 h 4999978"/>
              <a:gd name="connsiteX197" fmla="*/ 2171100 w 12192000"/>
              <a:gd name="connsiteY197" fmla="*/ 232389 h 4999978"/>
              <a:gd name="connsiteX198" fmla="*/ 2209148 w 12192000"/>
              <a:gd name="connsiteY198" fmla="*/ 209225 h 4999978"/>
              <a:gd name="connsiteX199" fmla="*/ 2261889 w 12192000"/>
              <a:gd name="connsiteY199" fmla="*/ 205532 h 4999978"/>
              <a:gd name="connsiteX200" fmla="*/ 2452315 w 12192000"/>
              <a:gd name="connsiteY200" fmla="*/ 152899 h 4999978"/>
              <a:gd name="connsiteX201" fmla="*/ 2495330 w 12192000"/>
              <a:gd name="connsiteY201" fmla="*/ 142101 h 4999978"/>
              <a:gd name="connsiteX202" fmla="*/ 2665623 w 12192000"/>
              <a:gd name="connsiteY202" fmla="*/ 96394 h 4999978"/>
              <a:gd name="connsiteX203" fmla="*/ 2763332 w 12192000"/>
              <a:gd name="connsiteY203" fmla="*/ 74831 h 4999978"/>
              <a:gd name="connsiteX204" fmla="*/ 2843870 w 12192000"/>
              <a:gd name="connsiteY204" fmla="*/ 47507 h 4999978"/>
              <a:gd name="connsiteX205" fmla="*/ 2862745 w 12192000"/>
              <a:gd name="connsiteY205" fmla="*/ 43242 h 4999978"/>
              <a:gd name="connsiteX206" fmla="*/ 2864596 w 12192000"/>
              <a:gd name="connsiteY206" fmla="*/ 39218 h 4999978"/>
              <a:gd name="connsiteX207" fmla="*/ 2875381 w 12192000"/>
              <a:gd name="connsiteY207" fmla="*/ 35003 h 4999978"/>
              <a:gd name="connsiteX208" fmla="*/ 2895139 w 12192000"/>
              <a:gd name="connsiteY208" fmla="*/ 24186 h 4999978"/>
              <a:gd name="connsiteX209" fmla="*/ 2932205 w 12192000"/>
              <a:gd name="connsiteY209" fmla="*/ 11873 h 4999978"/>
              <a:gd name="connsiteX210" fmla="*/ 2933310 w 12192000"/>
              <a:gd name="connsiteY210" fmla="*/ 12816 h 4999978"/>
              <a:gd name="connsiteX211" fmla="*/ 2945218 w 12192000"/>
              <a:gd name="connsiteY211" fmla="*/ 14141 h 4999978"/>
              <a:gd name="connsiteX212" fmla="*/ 2966465 w 12192000"/>
              <a:gd name="connsiteY212" fmla="*/ 14117 h 4999978"/>
              <a:gd name="connsiteX213" fmla="*/ 3016048 w 12192000"/>
              <a:gd name="connsiteY213" fmla="*/ 12381 h 4999978"/>
              <a:gd name="connsiteX214" fmla="*/ 3057077 w 12192000"/>
              <a:gd name="connsiteY214" fmla="*/ 14845 h 4999978"/>
              <a:gd name="connsiteX215" fmla="*/ 3148105 w 12192000"/>
              <a:gd name="connsiteY215" fmla="*/ 30648 h 4999978"/>
              <a:gd name="connsiteX216" fmla="*/ 3251671 w 12192000"/>
              <a:gd name="connsiteY216" fmla="*/ 31575 h 4999978"/>
              <a:gd name="connsiteX217" fmla="*/ 3351400 w 12192000"/>
              <a:gd name="connsiteY217" fmla="*/ 32687 h 4999978"/>
              <a:gd name="connsiteX218" fmla="*/ 3387481 w 12192000"/>
              <a:gd name="connsiteY218" fmla="*/ 31443 h 4999978"/>
              <a:gd name="connsiteX219" fmla="*/ 3451923 w 12192000"/>
              <a:gd name="connsiteY219" fmla="*/ 36482 h 4999978"/>
              <a:gd name="connsiteX220" fmla="*/ 3481520 w 12192000"/>
              <a:gd name="connsiteY220" fmla="*/ 43287 h 4999978"/>
              <a:gd name="connsiteX221" fmla="*/ 3482804 w 12192000"/>
              <a:gd name="connsiteY221" fmla="*/ 42812 h 4999978"/>
              <a:gd name="connsiteX222" fmla="*/ 3485495 w 12192000"/>
              <a:gd name="connsiteY222" fmla="*/ 45921 h 4999978"/>
              <a:gd name="connsiteX223" fmla="*/ 3490972 w 12192000"/>
              <a:gd name="connsiteY223" fmla="*/ 47286 h 4999978"/>
              <a:gd name="connsiteX224" fmla="*/ 3505835 w 12192000"/>
              <a:gd name="connsiteY224" fmla="*/ 46077 h 4999978"/>
              <a:gd name="connsiteX225" fmla="*/ 3511410 w 12192000"/>
              <a:gd name="connsiteY225" fmla="*/ 44808 h 4999978"/>
              <a:gd name="connsiteX226" fmla="*/ 3519598 w 12192000"/>
              <a:gd name="connsiteY226" fmla="*/ 44683 h 4999978"/>
              <a:gd name="connsiteX227" fmla="*/ 3519807 w 12192000"/>
              <a:gd name="connsiteY227" fmla="*/ 44938 h 4999978"/>
              <a:gd name="connsiteX228" fmla="*/ 3527466 w 12192000"/>
              <a:gd name="connsiteY228" fmla="*/ 44316 h 4999978"/>
              <a:gd name="connsiteX229" fmla="*/ 3564889 w 12192000"/>
              <a:gd name="connsiteY229" fmla="*/ 57394 h 4999978"/>
              <a:gd name="connsiteX230" fmla="*/ 3614922 w 12192000"/>
              <a:gd name="connsiteY230" fmla="*/ 61804 h 4999978"/>
              <a:gd name="connsiteX231" fmla="*/ 3635506 w 12192000"/>
              <a:gd name="connsiteY231" fmla="*/ 65718 h 4999978"/>
              <a:gd name="connsiteX232" fmla="*/ 3646525 w 12192000"/>
              <a:gd name="connsiteY232" fmla="*/ 69193 h 4999978"/>
              <a:gd name="connsiteX233" fmla="*/ 3647224 w 12192000"/>
              <a:gd name="connsiteY233" fmla="*/ 70303 h 4999978"/>
              <a:gd name="connsiteX234" fmla="*/ 3683100 w 12192000"/>
              <a:gd name="connsiteY234" fmla="*/ 64109 h 4999978"/>
              <a:gd name="connsiteX235" fmla="*/ 3687901 w 12192000"/>
              <a:gd name="connsiteY235" fmla="*/ 65372 h 4999978"/>
              <a:gd name="connsiteX236" fmla="*/ 3711234 w 12192000"/>
              <a:gd name="connsiteY236" fmla="*/ 58665 h 4999978"/>
              <a:gd name="connsiteX237" fmla="*/ 3723318 w 12192000"/>
              <a:gd name="connsiteY237" fmla="*/ 56625 h 4999978"/>
              <a:gd name="connsiteX238" fmla="*/ 3726677 w 12192000"/>
              <a:gd name="connsiteY238" fmla="*/ 53112 h 4999978"/>
              <a:gd name="connsiteX239" fmla="*/ 3744535 w 12192000"/>
              <a:gd name="connsiteY239" fmla="*/ 51590 h 4999978"/>
              <a:gd name="connsiteX240" fmla="*/ 3746608 w 12192000"/>
              <a:gd name="connsiteY240" fmla="*/ 52522 h 4999978"/>
              <a:gd name="connsiteX241" fmla="*/ 3761262 w 12192000"/>
              <a:gd name="connsiteY241" fmla="*/ 47147 h 4999978"/>
              <a:gd name="connsiteX242" fmla="*/ 3803931 w 12192000"/>
              <a:gd name="connsiteY242" fmla="*/ 49309 h 4999978"/>
              <a:gd name="connsiteX243" fmla="*/ 3925626 w 12192000"/>
              <a:gd name="connsiteY243" fmla="*/ 40301 h 4999978"/>
              <a:gd name="connsiteX244" fmla="*/ 4033324 w 12192000"/>
              <a:gd name="connsiteY244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83267 w 12192000"/>
              <a:gd name="connsiteY41" fmla="*/ 199617 h 4999978"/>
              <a:gd name="connsiteX42" fmla="*/ 5492371 w 12192000"/>
              <a:gd name="connsiteY42" fmla="*/ 230923 h 4999978"/>
              <a:gd name="connsiteX43" fmla="*/ 5640913 w 12192000"/>
              <a:gd name="connsiteY43" fmla="*/ 239810 h 4999978"/>
              <a:gd name="connsiteX44" fmla="*/ 5877770 w 12192000"/>
              <a:gd name="connsiteY44" fmla="*/ 283747 h 4999978"/>
              <a:gd name="connsiteX45" fmla="*/ 5989615 w 12192000"/>
              <a:gd name="connsiteY45" fmla="*/ 306445 h 4999978"/>
              <a:gd name="connsiteX46" fmla="*/ 5996857 w 12192000"/>
              <a:gd name="connsiteY46" fmla="*/ 310331 h 4999978"/>
              <a:gd name="connsiteX47" fmla="*/ 6037387 w 12192000"/>
              <a:gd name="connsiteY47" fmla="*/ 299308 h 4999978"/>
              <a:gd name="connsiteX48" fmla="*/ 6113074 w 12192000"/>
              <a:gd name="connsiteY48" fmla="*/ 312627 h 4999978"/>
              <a:gd name="connsiteX49" fmla="*/ 6280929 w 12192000"/>
              <a:gd name="connsiteY49" fmla="*/ 337226 h 4999978"/>
              <a:gd name="connsiteX50" fmla="*/ 6298665 w 12192000"/>
              <a:gd name="connsiteY50" fmla="*/ 329713 h 4999978"/>
              <a:gd name="connsiteX51" fmla="*/ 6317326 w 12192000"/>
              <a:gd name="connsiteY51" fmla="*/ 326576 h 4999978"/>
              <a:gd name="connsiteX52" fmla="*/ 6319212 w 12192000"/>
              <a:gd name="connsiteY52" fmla="*/ 327786 h 4999978"/>
              <a:gd name="connsiteX53" fmla="*/ 6339724 w 12192000"/>
              <a:gd name="connsiteY53" fmla="*/ 328880 h 4999978"/>
              <a:gd name="connsiteX54" fmla="*/ 6345010 w 12192000"/>
              <a:gd name="connsiteY54" fmla="*/ 325930 h 4999978"/>
              <a:gd name="connsiteX55" fmla="*/ 6359332 w 12192000"/>
              <a:gd name="connsiteY55" fmla="*/ 325681 h 4999978"/>
              <a:gd name="connsiteX56" fmla="*/ 6388220 w 12192000"/>
              <a:gd name="connsiteY56" fmla="*/ 322496 h 4999978"/>
              <a:gd name="connsiteX57" fmla="*/ 6392994 w 12192000"/>
              <a:gd name="connsiteY57" fmla="*/ 324426 h 4999978"/>
              <a:gd name="connsiteX58" fmla="*/ 6435581 w 12192000"/>
              <a:gd name="connsiteY58" fmla="*/ 323557 h 4999978"/>
              <a:gd name="connsiteX59" fmla="*/ 6435870 w 12192000"/>
              <a:gd name="connsiteY59" fmla="*/ 324745 h 4999978"/>
              <a:gd name="connsiteX60" fmla="*/ 6446571 w 12192000"/>
              <a:gd name="connsiteY60" fmla="*/ 329739 h 4999978"/>
              <a:gd name="connsiteX61" fmla="*/ 6467701 w 12192000"/>
              <a:gd name="connsiteY61" fmla="*/ 336547 h 4999978"/>
              <a:gd name="connsiteX62" fmla="*/ 6512727 w 12192000"/>
              <a:gd name="connsiteY62" fmla="*/ 367087 h 4999978"/>
              <a:gd name="connsiteX63" fmla="*/ 6557094 w 12192000"/>
              <a:gd name="connsiteY63" fmla="*/ 366314 h 4999978"/>
              <a:gd name="connsiteX64" fmla="*/ 6565879 w 12192000"/>
              <a:gd name="connsiteY64" fmla="*/ 366812 h 4999978"/>
              <a:gd name="connsiteX65" fmla="*/ 6565997 w 12192000"/>
              <a:gd name="connsiteY65" fmla="*/ 367092 h 4999978"/>
              <a:gd name="connsiteX66" fmla="*/ 6575147 w 12192000"/>
              <a:gd name="connsiteY66" fmla="*/ 368156 h 4999978"/>
              <a:gd name="connsiteX67" fmla="*/ 6581899 w 12192000"/>
              <a:gd name="connsiteY67" fmla="*/ 367720 h 4999978"/>
              <a:gd name="connsiteX68" fmla="*/ 6598943 w 12192000"/>
              <a:gd name="connsiteY68" fmla="*/ 368688 h 4999978"/>
              <a:gd name="connsiteX69" fmla="*/ 6604421 w 12192000"/>
              <a:gd name="connsiteY69" fmla="*/ 370815 h 4999978"/>
              <a:gd name="connsiteX70" fmla="*/ 6606035 w 12192000"/>
              <a:gd name="connsiteY70" fmla="*/ 374247 h 4999978"/>
              <a:gd name="connsiteX71" fmla="*/ 6607669 w 12192000"/>
              <a:gd name="connsiteY71" fmla="*/ 373968 h 4999978"/>
              <a:gd name="connsiteX72" fmla="*/ 6637532 w 12192000"/>
              <a:gd name="connsiteY72" fmla="*/ 384907 h 4999978"/>
              <a:gd name="connsiteX73" fmla="*/ 6706880 w 12192000"/>
              <a:gd name="connsiteY73" fmla="*/ 399163 h 4999978"/>
              <a:gd name="connsiteX74" fmla="*/ 6747500 w 12192000"/>
              <a:gd name="connsiteY74" fmla="*/ 403168 h 4999978"/>
              <a:gd name="connsiteX75" fmla="*/ 6857783 w 12192000"/>
              <a:gd name="connsiteY75" fmla="*/ 418687 h 4999978"/>
              <a:gd name="connsiteX76" fmla="*/ 6967720 w 12192000"/>
              <a:gd name="connsiteY76" fmla="*/ 437721 h 4999978"/>
              <a:gd name="connsiteX77" fmla="*/ 7018394 w 12192000"/>
              <a:gd name="connsiteY77" fmla="*/ 466613 h 4999978"/>
              <a:gd name="connsiteX78" fmla="*/ 7024679 w 12192000"/>
              <a:gd name="connsiteY78" fmla="*/ 467750 h 4999978"/>
              <a:gd name="connsiteX79" fmla="*/ 7041715 w 12192000"/>
              <a:gd name="connsiteY79" fmla="*/ 465902 h 4999978"/>
              <a:gd name="connsiteX80" fmla="*/ 7048103 w 12192000"/>
              <a:gd name="connsiteY80" fmla="*/ 464392 h 4999978"/>
              <a:gd name="connsiteX81" fmla="*/ 7057490 w 12192000"/>
              <a:gd name="connsiteY81" fmla="*/ 463917 h 4999978"/>
              <a:gd name="connsiteX82" fmla="*/ 7057730 w 12192000"/>
              <a:gd name="connsiteY82" fmla="*/ 464165 h 4999978"/>
              <a:gd name="connsiteX83" fmla="*/ 7066511 w 12192000"/>
              <a:gd name="connsiteY83" fmla="*/ 463214 h 4999978"/>
              <a:gd name="connsiteX84" fmla="*/ 7109401 w 12192000"/>
              <a:gd name="connsiteY84" fmla="*/ 455268 h 4999978"/>
              <a:gd name="connsiteX85" fmla="*/ 7166830 w 12192000"/>
              <a:gd name="connsiteY85" fmla="*/ 477037 h 4999978"/>
              <a:gd name="connsiteX86" fmla="*/ 7190442 w 12192000"/>
              <a:gd name="connsiteY86" fmla="*/ 480090 h 4999978"/>
              <a:gd name="connsiteX87" fmla="*/ 7203083 w 12192000"/>
              <a:gd name="connsiteY87" fmla="*/ 483106 h 4999978"/>
              <a:gd name="connsiteX88" fmla="*/ 7203894 w 12192000"/>
              <a:gd name="connsiteY88" fmla="*/ 484190 h 4999978"/>
              <a:gd name="connsiteX89" fmla="*/ 7245004 w 12192000"/>
              <a:gd name="connsiteY89" fmla="*/ 476444 h 4999978"/>
              <a:gd name="connsiteX90" fmla="*/ 7250514 w 12192000"/>
              <a:gd name="connsiteY90" fmla="*/ 477506 h 4999978"/>
              <a:gd name="connsiteX91" fmla="*/ 7277246 w 12192000"/>
              <a:gd name="connsiteY91" fmla="*/ 469782 h 4999978"/>
              <a:gd name="connsiteX92" fmla="*/ 7291092 w 12192000"/>
              <a:gd name="connsiteY92" fmla="*/ 467217 h 4999978"/>
              <a:gd name="connsiteX93" fmla="*/ 7294933 w 12192000"/>
              <a:gd name="connsiteY93" fmla="*/ 463549 h 4999978"/>
              <a:gd name="connsiteX94" fmla="*/ 7315408 w 12192000"/>
              <a:gd name="connsiteY94" fmla="*/ 461260 h 4999978"/>
              <a:gd name="connsiteX95" fmla="*/ 7317786 w 12192000"/>
              <a:gd name="connsiteY95" fmla="*/ 462106 h 4999978"/>
              <a:gd name="connsiteX96" fmla="*/ 7334572 w 12192000"/>
              <a:gd name="connsiteY96" fmla="*/ 456088 h 4999978"/>
              <a:gd name="connsiteX97" fmla="*/ 7375190 w 12192000"/>
              <a:gd name="connsiteY97" fmla="*/ 449931 h 4999978"/>
              <a:gd name="connsiteX98" fmla="*/ 7522997 w 12192000"/>
              <a:gd name="connsiteY98" fmla="*/ 442209 h 4999978"/>
              <a:gd name="connsiteX99" fmla="*/ 7686985 w 12192000"/>
              <a:gd name="connsiteY99" fmla="*/ 419805 h 4999978"/>
              <a:gd name="connsiteX100" fmla="*/ 7854068 w 12192000"/>
              <a:gd name="connsiteY100" fmla="*/ 409774 h 4999978"/>
              <a:gd name="connsiteX101" fmla="*/ 8034165 w 12192000"/>
              <a:gd name="connsiteY101" fmla="*/ 391699 h 4999978"/>
              <a:gd name="connsiteX102" fmla="*/ 8094381 w 12192000"/>
              <a:gd name="connsiteY102" fmla="*/ 395718 h 4999978"/>
              <a:gd name="connsiteX103" fmla="*/ 8146898 w 12192000"/>
              <a:gd name="connsiteY103" fmla="*/ 378558 h 4999978"/>
              <a:gd name="connsiteX104" fmla="*/ 8168993 w 12192000"/>
              <a:gd name="connsiteY104" fmla="*/ 384830 h 4999978"/>
              <a:gd name="connsiteX105" fmla="*/ 8172809 w 12192000"/>
              <a:gd name="connsiteY105" fmla="*/ 386137 h 4999978"/>
              <a:gd name="connsiteX106" fmla="*/ 8187962 w 12192000"/>
              <a:gd name="connsiteY106" fmla="*/ 386433 h 4999978"/>
              <a:gd name="connsiteX107" fmla="*/ 8192382 w 12192000"/>
              <a:gd name="connsiteY107" fmla="*/ 392692 h 4999978"/>
              <a:gd name="connsiteX108" fmla="*/ 8375192 w 12192000"/>
              <a:gd name="connsiteY108" fmla="*/ 383879 h 4999978"/>
              <a:gd name="connsiteX109" fmla="*/ 8454377 w 12192000"/>
              <a:gd name="connsiteY109" fmla="*/ 380331 h 4999978"/>
              <a:gd name="connsiteX110" fmla="*/ 8484740 w 12192000"/>
              <a:gd name="connsiteY110" fmla="*/ 385159 h 4999978"/>
              <a:gd name="connsiteX111" fmla="*/ 8601673 w 12192000"/>
              <a:gd name="connsiteY111" fmla="*/ 397101 h 4999978"/>
              <a:gd name="connsiteX112" fmla="*/ 8701676 w 12192000"/>
              <a:gd name="connsiteY112" fmla="*/ 401351 h 4999978"/>
              <a:gd name="connsiteX113" fmla="*/ 8773288 w 12192000"/>
              <a:gd name="connsiteY113" fmla="*/ 378077 h 4999978"/>
              <a:gd name="connsiteX114" fmla="*/ 8779909 w 12192000"/>
              <a:gd name="connsiteY114" fmla="*/ 382446 h 4999978"/>
              <a:gd name="connsiteX115" fmla="*/ 8829932 w 12192000"/>
              <a:gd name="connsiteY115" fmla="*/ 379243 h 4999978"/>
              <a:gd name="connsiteX116" fmla="*/ 9003386 w 12192000"/>
              <a:gd name="connsiteY116" fmla="*/ 336242 h 4999978"/>
              <a:gd name="connsiteX117" fmla="*/ 9101185 w 12192000"/>
              <a:gd name="connsiteY117" fmla="*/ 330862 h 4999978"/>
              <a:gd name="connsiteX118" fmla="*/ 9136185 w 12192000"/>
              <a:gd name="connsiteY118" fmla="*/ 334078 h 4999978"/>
              <a:gd name="connsiteX119" fmla="*/ 9194801 w 12192000"/>
              <a:gd name="connsiteY119" fmla="*/ 339149 h 4999978"/>
              <a:gd name="connsiteX120" fmla="*/ 9239316 w 12192000"/>
              <a:gd name="connsiteY120" fmla="*/ 355558 h 4999978"/>
              <a:gd name="connsiteX121" fmla="*/ 9288052 w 12192000"/>
              <a:gd name="connsiteY121" fmla="*/ 354796 h 4999978"/>
              <a:gd name="connsiteX122" fmla="*/ 9298465 w 12192000"/>
              <a:gd name="connsiteY122" fmla="*/ 338296 h 4999978"/>
              <a:gd name="connsiteX123" fmla="*/ 9350892 w 12192000"/>
              <a:gd name="connsiteY123" fmla="*/ 342778 h 4999978"/>
              <a:gd name="connsiteX124" fmla="*/ 9430522 w 12192000"/>
              <a:gd name="connsiteY124" fmla="*/ 351368 h 4999978"/>
              <a:gd name="connsiteX125" fmla="*/ 9476215 w 12192000"/>
              <a:gd name="connsiteY125" fmla="*/ 352107 h 4999978"/>
              <a:gd name="connsiteX126" fmla="*/ 9601276 w 12192000"/>
              <a:gd name="connsiteY126" fmla="*/ 358704 h 4999978"/>
              <a:gd name="connsiteX127" fmla="*/ 9726733 w 12192000"/>
              <a:gd name="connsiteY127" fmla="*/ 368801 h 4999978"/>
              <a:gd name="connsiteX128" fmla="*/ 9802144 w 12192000"/>
              <a:gd name="connsiteY128" fmla="*/ 394479 h 4999978"/>
              <a:gd name="connsiteX129" fmla="*/ 9905153 w 12192000"/>
              <a:gd name="connsiteY129" fmla="*/ 400650 h 4999978"/>
              <a:gd name="connsiteX130" fmla="*/ 9922553 w 12192000"/>
              <a:gd name="connsiteY130" fmla="*/ 404569 h 4999978"/>
              <a:gd name="connsiteX131" fmla="*/ 10044658 w 12192000"/>
              <a:gd name="connsiteY131" fmla="*/ 418077 h 4999978"/>
              <a:gd name="connsiteX132" fmla="*/ 10184585 w 12192000"/>
              <a:gd name="connsiteY132" fmla="*/ 407138 h 4999978"/>
              <a:gd name="connsiteX133" fmla="*/ 10366435 w 12192000"/>
              <a:gd name="connsiteY133" fmla="*/ 462428 h 4999978"/>
              <a:gd name="connsiteX134" fmla="*/ 10688220 w 12192000"/>
              <a:gd name="connsiteY134" fmla="*/ 542258 h 4999978"/>
              <a:gd name="connsiteX135" fmla="*/ 11026690 w 12192000"/>
              <a:gd name="connsiteY135" fmla="*/ 550681 h 4999978"/>
              <a:gd name="connsiteX136" fmla="*/ 11113779 w 12192000"/>
              <a:gd name="connsiteY136" fmla="*/ 533868 h 4999978"/>
              <a:gd name="connsiteX137" fmla="*/ 11369556 w 12192000"/>
              <a:gd name="connsiteY137" fmla="*/ 491719 h 4999978"/>
              <a:gd name="connsiteX138" fmla="*/ 11623342 w 12192000"/>
              <a:gd name="connsiteY138" fmla="*/ 388428 h 4999978"/>
              <a:gd name="connsiteX139" fmla="*/ 11786511 w 12192000"/>
              <a:gd name="connsiteY139" fmla="*/ 358390 h 4999978"/>
              <a:gd name="connsiteX140" fmla="*/ 11862577 w 12192000"/>
              <a:gd name="connsiteY140" fmla="*/ 330549 h 4999978"/>
              <a:gd name="connsiteX141" fmla="*/ 11916612 w 12192000"/>
              <a:gd name="connsiteY141" fmla="*/ 323810 h 4999978"/>
              <a:gd name="connsiteX142" fmla="*/ 11948830 w 12192000"/>
              <a:gd name="connsiteY142" fmla="*/ 318062 h 4999978"/>
              <a:gd name="connsiteX143" fmla="*/ 12001583 w 12192000"/>
              <a:gd name="connsiteY143" fmla="*/ 279643 h 4999978"/>
              <a:gd name="connsiteX144" fmla="*/ 12174977 w 12192000"/>
              <a:gd name="connsiteY144" fmla="*/ 264652 h 4999978"/>
              <a:gd name="connsiteX145" fmla="*/ 12192000 w 12192000"/>
              <a:gd name="connsiteY145" fmla="*/ 256549 h 4999978"/>
              <a:gd name="connsiteX146" fmla="*/ 12192000 w 12192000"/>
              <a:gd name="connsiteY146" fmla="*/ 4999978 h 4999978"/>
              <a:gd name="connsiteX147" fmla="*/ 0 w 12192000"/>
              <a:gd name="connsiteY147" fmla="*/ 4999978 h 4999978"/>
              <a:gd name="connsiteX148" fmla="*/ 0 w 12192000"/>
              <a:gd name="connsiteY148" fmla="*/ 617449 h 4999978"/>
              <a:gd name="connsiteX149" fmla="*/ 11075 w 12192000"/>
              <a:gd name="connsiteY149" fmla="*/ 615178 h 4999978"/>
              <a:gd name="connsiteX150" fmla="*/ 44061 w 12192000"/>
              <a:gd name="connsiteY150" fmla="*/ 608596 h 4999978"/>
              <a:gd name="connsiteX151" fmla="*/ 136694 w 12192000"/>
              <a:gd name="connsiteY151" fmla="*/ 556415 h 4999978"/>
              <a:gd name="connsiteX152" fmla="*/ 170342 w 12192000"/>
              <a:gd name="connsiteY152" fmla="*/ 551077 h 4999978"/>
              <a:gd name="connsiteX153" fmla="*/ 168955 w 12192000"/>
              <a:gd name="connsiteY153" fmla="*/ 542164 h 4999978"/>
              <a:gd name="connsiteX154" fmla="*/ 181474 w 12192000"/>
              <a:gd name="connsiteY154" fmla="*/ 541281 h 4999978"/>
              <a:gd name="connsiteX155" fmla="*/ 209440 w 12192000"/>
              <a:gd name="connsiteY155" fmla="*/ 540561 h 4999978"/>
              <a:gd name="connsiteX156" fmla="*/ 293152 w 12192000"/>
              <a:gd name="connsiteY156" fmla="*/ 536576 h 4999978"/>
              <a:gd name="connsiteX157" fmla="*/ 315693 w 12192000"/>
              <a:gd name="connsiteY157" fmla="*/ 519030 h 4999978"/>
              <a:gd name="connsiteX158" fmla="*/ 337305 w 12192000"/>
              <a:gd name="connsiteY158" fmla="*/ 518372 h 4999978"/>
              <a:gd name="connsiteX159" fmla="*/ 462252 w 12192000"/>
              <a:gd name="connsiteY159" fmla="*/ 493151 h 4999978"/>
              <a:gd name="connsiteX160" fmla="*/ 479457 w 12192000"/>
              <a:gd name="connsiteY160" fmla="*/ 491123 h 4999978"/>
              <a:gd name="connsiteX161" fmla="*/ 488653 w 12192000"/>
              <a:gd name="connsiteY161" fmla="*/ 483257 h 4999978"/>
              <a:gd name="connsiteX162" fmla="*/ 522053 w 12192000"/>
              <a:gd name="connsiteY162" fmla="*/ 481125 h 4999978"/>
              <a:gd name="connsiteX163" fmla="*/ 523520 w 12192000"/>
              <a:gd name="connsiteY163" fmla="*/ 476713 h 4999978"/>
              <a:gd name="connsiteX164" fmla="*/ 632714 w 12192000"/>
              <a:gd name="connsiteY164" fmla="*/ 437101 h 4999978"/>
              <a:gd name="connsiteX165" fmla="*/ 651426 w 12192000"/>
              <a:gd name="connsiteY165" fmla="*/ 430544 h 4999978"/>
              <a:gd name="connsiteX166" fmla="*/ 667724 w 12192000"/>
              <a:gd name="connsiteY166" fmla="*/ 432138 h 4999978"/>
              <a:gd name="connsiteX167" fmla="*/ 757679 w 12192000"/>
              <a:gd name="connsiteY167" fmla="*/ 425145 h 4999978"/>
              <a:gd name="connsiteX168" fmla="*/ 779159 w 12192000"/>
              <a:gd name="connsiteY168" fmla="*/ 428059 h 4999978"/>
              <a:gd name="connsiteX169" fmla="*/ 788293 w 12192000"/>
              <a:gd name="connsiteY169" fmla="*/ 434863 h 4999978"/>
              <a:gd name="connsiteX170" fmla="*/ 822923 w 12192000"/>
              <a:gd name="connsiteY170" fmla="*/ 421074 h 4999978"/>
              <a:gd name="connsiteX171" fmla="*/ 876559 w 12192000"/>
              <a:gd name="connsiteY171" fmla="*/ 411088 h 4999978"/>
              <a:gd name="connsiteX172" fmla="*/ 902011 w 12192000"/>
              <a:gd name="connsiteY172" fmla="*/ 404118 h 4999978"/>
              <a:gd name="connsiteX173" fmla="*/ 922715 w 12192000"/>
              <a:gd name="connsiteY173" fmla="*/ 407699 h 4999978"/>
              <a:gd name="connsiteX174" fmla="*/ 1040139 w 12192000"/>
              <a:gd name="connsiteY174" fmla="*/ 406590 h 4999978"/>
              <a:gd name="connsiteX175" fmla="*/ 1067251 w 12192000"/>
              <a:gd name="connsiteY175" fmla="*/ 412384 h 4999978"/>
              <a:gd name="connsiteX176" fmla="*/ 1080272 w 12192000"/>
              <a:gd name="connsiteY176" fmla="*/ 424669 h 4999978"/>
              <a:gd name="connsiteX177" fmla="*/ 1090219 w 12192000"/>
              <a:gd name="connsiteY177" fmla="*/ 420026 h 4999978"/>
              <a:gd name="connsiteX178" fmla="*/ 1161226 w 12192000"/>
              <a:gd name="connsiteY178" fmla="*/ 418304 h 4999978"/>
              <a:gd name="connsiteX179" fmla="*/ 1207525 w 12192000"/>
              <a:gd name="connsiteY179" fmla="*/ 416039 h 4999978"/>
              <a:gd name="connsiteX180" fmla="*/ 1295331 w 12192000"/>
              <a:gd name="connsiteY180" fmla="*/ 402182 h 4999978"/>
              <a:gd name="connsiteX181" fmla="*/ 1347118 w 12192000"/>
              <a:gd name="connsiteY181" fmla="*/ 399704 h 4999978"/>
              <a:gd name="connsiteX182" fmla="*/ 1378108 w 12192000"/>
              <a:gd name="connsiteY182" fmla="*/ 398410 h 4999978"/>
              <a:gd name="connsiteX183" fmla="*/ 1459192 w 12192000"/>
              <a:gd name="connsiteY183" fmla="*/ 380919 h 4999978"/>
              <a:gd name="connsiteX184" fmla="*/ 1590120 w 12192000"/>
              <a:gd name="connsiteY184" fmla="*/ 317608 h 4999978"/>
              <a:gd name="connsiteX185" fmla="*/ 1631417 w 12192000"/>
              <a:gd name="connsiteY185" fmla="*/ 308227 h 4999978"/>
              <a:gd name="connsiteX186" fmla="*/ 1638727 w 12192000"/>
              <a:gd name="connsiteY186" fmla="*/ 311610 h 4999978"/>
              <a:gd name="connsiteX187" fmla="*/ 1844438 w 12192000"/>
              <a:gd name="connsiteY187" fmla="*/ 271304 h 4999978"/>
              <a:gd name="connsiteX188" fmla="*/ 1881324 w 12192000"/>
              <a:gd name="connsiteY188" fmla="*/ 268497 h 4999978"/>
              <a:gd name="connsiteX189" fmla="*/ 1908999 w 12192000"/>
              <a:gd name="connsiteY189" fmla="*/ 269338 h 4999978"/>
              <a:gd name="connsiteX190" fmla="*/ 1974956 w 12192000"/>
              <a:gd name="connsiteY190" fmla="*/ 255958 h 4999978"/>
              <a:gd name="connsiteX191" fmla="*/ 2082409 w 12192000"/>
              <a:gd name="connsiteY191" fmla="*/ 227290 h 4999978"/>
              <a:gd name="connsiteX192" fmla="*/ 2105639 w 12192000"/>
              <a:gd name="connsiteY192" fmla="*/ 222648 h 4999978"/>
              <a:gd name="connsiteX193" fmla="*/ 2126992 w 12192000"/>
              <a:gd name="connsiteY193" fmla="*/ 224468 h 4999978"/>
              <a:gd name="connsiteX194" fmla="*/ 2133154 w 12192000"/>
              <a:gd name="connsiteY194" fmla="*/ 229952 h 4999978"/>
              <a:gd name="connsiteX195" fmla="*/ 2146154 w 12192000"/>
              <a:gd name="connsiteY195" fmla="*/ 228332 h 4999978"/>
              <a:gd name="connsiteX196" fmla="*/ 2149901 w 12192000"/>
              <a:gd name="connsiteY196" fmla="*/ 229116 h 4999978"/>
              <a:gd name="connsiteX197" fmla="*/ 2171100 w 12192000"/>
              <a:gd name="connsiteY197" fmla="*/ 232389 h 4999978"/>
              <a:gd name="connsiteX198" fmla="*/ 2209148 w 12192000"/>
              <a:gd name="connsiteY198" fmla="*/ 209225 h 4999978"/>
              <a:gd name="connsiteX199" fmla="*/ 2261889 w 12192000"/>
              <a:gd name="connsiteY199" fmla="*/ 205532 h 4999978"/>
              <a:gd name="connsiteX200" fmla="*/ 2452315 w 12192000"/>
              <a:gd name="connsiteY200" fmla="*/ 152899 h 4999978"/>
              <a:gd name="connsiteX201" fmla="*/ 2495330 w 12192000"/>
              <a:gd name="connsiteY201" fmla="*/ 142101 h 4999978"/>
              <a:gd name="connsiteX202" fmla="*/ 2665623 w 12192000"/>
              <a:gd name="connsiteY202" fmla="*/ 96394 h 4999978"/>
              <a:gd name="connsiteX203" fmla="*/ 2763332 w 12192000"/>
              <a:gd name="connsiteY203" fmla="*/ 74831 h 4999978"/>
              <a:gd name="connsiteX204" fmla="*/ 2843870 w 12192000"/>
              <a:gd name="connsiteY204" fmla="*/ 47507 h 4999978"/>
              <a:gd name="connsiteX205" fmla="*/ 2862745 w 12192000"/>
              <a:gd name="connsiteY205" fmla="*/ 43242 h 4999978"/>
              <a:gd name="connsiteX206" fmla="*/ 2864596 w 12192000"/>
              <a:gd name="connsiteY206" fmla="*/ 39218 h 4999978"/>
              <a:gd name="connsiteX207" fmla="*/ 2875381 w 12192000"/>
              <a:gd name="connsiteY207" fmla="*/ 35003 h 4999978"/>
              <a:gd name="connsiteX208" fmla="*/ 2895139 w 12192000"/>
              <a:gd name="connsiteY208" fmla="*/ 24186 h 4999978"/>
              <a:gd name="connsiteX209" fmla="*/ 2932205 w 12192000"/>
              <a:gd name="connsiteY209" fmla="*/ 11873 h 4999978"/>
              <a:gd name="connsiteX210" fmla="*/ 2933310 w 12192000"/>
              <a:gd name="connsiteY210" fmla="*/ 12816 h 4999978"/>
              <a:gd name="connsiteX211" fmla="*/ 2945218 w 12192000"/>
              <a:gd name="connsiteY211" fmla="*/ 14141 h 4999978"/>
              <a:gd name="connsiteX212" fmla="*/ 2966465 w 12192000"/>
              <a:gd name="connsiteY212" fmla="*/ 14117 h 4999978"/>
              <a:gd name="connsiteX213" fmla="*/ 3016048 w 12192000"/>
              <a:gd name="connsiteY213" fmla="*/ 12381 h 4999978"/>
              <a:gd name="connsiteX214" fmla="*/ 3057077 w 12192000"/>
              <a:gd name="connsiteY214" fmla="*/ 14845 h 4999978"/>
              <a:gd name="connsiteX215" fmla="*/ 3148105 w 12192000"/>
              <a:gd name="connsiteY215" fmla="*/ 30648 h 4999978"/>
              <a:gd name="connsiteX216" fmla="*/ 3251671 w 12192000"/>
              <a:gd name="connsiteY216" fmla="*/ 31575 h 4999978"/>
              <a:gd name="connsiteX217" fmla="*/ 3351400 w 12192000"/>
              <a:gd name="connsiteY217" fmla="*/ 32687 h 4999978"/>
              <a:gd name="connsiteX218" fmla="*/ 3387481 w 12192000"/>
              <a:gd name="connsiteY218" fmla="*/ 31443 h 4999978"/>
              <a:gd name="connsiteX219" fmla="*/ 3451923 w 12192000"/>
              <a:gd name="connsiteY219" fmla="*/ 36482 h 4999978"/>
              <a:gd name="connsiteX220" fmla="*/ 3481520 w 12192000"/>
              <a:gd name="connsiteY220" fmla="*/ 43287 h 4999978"/>
              <a:gd name="connsiteX221" fmla="*/ 3482804 w 12192000"/>
              <a:gd name="connsiteY221" fmla="*/ 42812 h 4999978"/>
              <a:gd name="connsiteX222" fmla="*/ 3485495 w 12192000"/>
              <a:gd name="connsiteY222" fmla="*/ 45921 h 4999978"/>
              <a:gd name="connsiteX223" fmla="*/ 3490972 w 12192000"/>
              <a:gd name="connsiteY223" fmla="*/ 47286 h 4999978"/>
              <a:gd name="connsiteX224" fmla="*/ 3505835 w 12192000"/>
              <a:gd name="connsiteY224" fmla="*/ 46077 h 4999978"/>
              <a:gd name="connsiteX225" fmla="*/ 3511410 w 12192000"/>
              <a:gd name="connsiteY225" fmla="*/ 44808 h 4999978"/>
              <a:gd name="connsiteX226" fmla="*/ 3519598 w 12192000"/>
              <a:gd name="connsiteY226" fmla="*/ 44683 h 4999978"/>
              <a:gd name="connsiteX227" fmla="*/ 3519807 w 12192000"/>
              <a:gd name="connsiteY227" fmla="*/ 44938 h 4999978"/>
              <a:gd name="connsiteX228" fmla="*/ 3527466 w 12192000"/>
              <a:gd name="connsiteY228" fmla="*/ 44316 h 4999978"/>
              <a:gd name="connsiteX229" fmla="*/ 3564889 w 12192000"/>
              <a:gd name="connsiteY229" fmla="*/ 57394 h 4999978"/>
              <a:gd name="connsiteX230" fmla="*/ 3614922 w 12192000"/>
              <a:gd name="connsiteY230" fmla="*/ 61804 h 4999978"/>
              <a:gd name="connsiteX231" fmla="*/ 3635506 w 12192000"/>
              <a:gd name="connsiteY231" fmla="*/ 65718 h 4999978"/>
              <a:gd name="connsiteX232" fmla="*/ 3646525 w 12192000"/>
              <a:gd name="connsiteY232" fmla="*/ 69193 h 4999978"/>
              <a:gd name="connsiteX233" fmla="*/ 3647224 w 12192000"/>
              <a:gd name="connsiteY233" fmla="*/ 70303 h 4999978"/>
              <a:gd name="connsiteX234" fmla="*/ 3683100 w 12192000"/>
              <a:gd name="connsiteY234" fmla="*/ 64109 h 4999978"/>
              <a:gd name="connsiteX235" fmla="*/ 3687901 w 12192000"/>
              <a:gd name="connsiteY235" fmla="*/ 65372 h 4999978"/>
              <a:gd name="connsiteX236" fmla="*/ 3711234 w 12192000"/>
              <a:gd name="connsiteY236" fmla="*/ 58665 h 4999978"/>
              <a:gd name="connsiteX237" fmla="*/ 3723318 w 12192000"/>
              <a:gd name="connsiteY237" fmla="*/ 56625 h 4999978"/>
              <a:gd name="connsiteX238" fmla="*/ 3726677 w 12192000"/>
              <a:gd name="connsiteY238" fmla="*/ 53112 h 4999978"/>
              <a:gd name="connsiteX239" fmla="*/ 3744535 w 12192000"/>
              <a:gd name="connsiteY239" fmla="*/ 51590 h 4999978"/>
              <a:gd name="connsiteX240" fmla="*/ 3746608 w 12192000"/>
              <a:gd name="connsiteY240" fmla="*/ 52522 h 4999978"/>
              <a:gd name="connsiteX241" fmla="*/ 3761262 w 12192000"/>
              <a:gd name="connsiteY241" fmla="*/ 47147 h 4999978"/>
              <a:gd name="connsiteX242" fmla="*/ 3803931 w 12192000"/>
              <a:gd name="connsiteY242" fmla="*/ 49309 h 4999978"/>
              <a:gd name="connsiteX243" fmla="*/ 3925626 w 12192000"/>
              <a:gd name="connsiteY243" fmla="*/ 40301 h 4999978"/>
              <a:gd name="connsiteX244" fmla="*/ 4033324 w 12192000"/>
              <a:gd name="connsiteY244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83267 w 12192000"/>
              <a:gd name="connsiteY41" fmla="*/ 199617 h 4999978"/>
              <a:gd name="connsiteX42" fmla="*/ 5492371 w 12192000"/>
              <a:gd name="connsiteY42" fmla="*/ 230923 h 4999978"/>
              <a:gd name="connsiteX43" fmla="*/ 5640913 w 12192000"/>
              <a:gd name="connsiteY43" fmla="*/ 239810 h 4999978"/>
              <a:gd name="connsiteX44" fmla="*/ 5877770 w 12192000"/>
              <a:gd name="connsiteY44" fmla="*/ 283747 h 4999978"/>
              <a:gd name="connsiteX45" fmla="*/ 5989615 w 12192000"/>
              <a:gd name="connsiteY45" fmla="*/ 306445 h 4999978"/>
              <a:gd name="connsiteX46" fmla="*/ 5996857 w 12192000"/>
              <a:gd name="connsiteY46" fmla="*/ 310331 h 4999978"/>
              <a:gd name="connsiteX47" fmla="*/ 6037387 w 12192000"/>
              <a:gd name="connsiteY47" fmla="*/ 299308 h 4999978"/>
              <a:gd name="connsiteX48" fmla="*/ 6113074 w 12192000"/>
              <a:gd name="connsiteY48" fmla="*/ 312627 h 4999978"/>
              <a:gd name="connsiteX49" fmla="*/ 6280929 w 12192000"/>
              <a:gd name="connsiteY49" fmla="*/ 337226 h 4999978"/>
              <a:gd name="connsiteX50" fmla="*/ 6298665 w 12192000"/>
              <a:gd name="connsiteY50" fmla="*/ 329713 h 4999978"/>
              <a:gd name="connsiteX51" fmla="*/ 6317326 w 12192000"/>
              <a:gd name="connsiteY51" fmla="*/ 326576 h 4999978"/>
              <a:gd name="connsiteX52" fmla="*/ 6319212 w 12192000"/>
              <a:gd name="connsiteY52" fmla="*/ 327786 h 4999978"/>
              <a:gd name="connsiteX53" fmla="*/ 6339724 w 12192000"/>
              <a:gd name="connsiteY53" fmla="*/ 328880 h 4999978"/>
              <a:gd name="connsiteX54" fmla="*/ 6345010 w 12192000"/>
              <a:gd name="connsiteY54" fmla="*/ 325930 h 4999978"/>
              <a:gd name="connsiteX55" fmla="*/ 6359332 w 12192000"/>
              <a:gd name="connsiteY55" fmla="*/ 325681 h 4999978"/>
              <a:gd name="connsiteX56" fmla="*/ 6388220 w 12192000"/>
              <a:gd name="connsiteY56" fmla="*/ 322496 h 4999978"/>
              <a:gd name="connsiteX57" fmla="*/ 6392994 w 12192000"/>
              <a:gd name="connsiteY57" fmla="*/ 324426 h 4999978"/>
              <a:gd name="connsiteX58" fmla="*/ 6435581 w 12192000"/>
              <a:gd name="connsiteY58" fmla="*/ 323557 h 4999978"/>
              <a:gd name="connsiteX59" fmla="*/ 6435870 w 12192000"/>
              <a:gd name="connsiteY59" fmla="*/ 324745 h 4999978"/>
              <a:gd name="connsiteX60" fmla="*/ 6446571 w 12192000"/>
              <a:gd name="connsiteY60" fmla="*/ 329739 h 4999978"/>
              <a:gd name="connsiteX61" fmla="*/ 6467701 w 12192000"/>
              <a:gd name="connsiteY61" fmla="*/ 336547 h 4999978"/>
              <a:gd name="connsiteX62" fmla="*/ 6512727 w 12192000"/>
              <a:gd name="connsiteY62" fmla="*/ 367087 h 4999978"/>
              <a:gd name="connsiteX63" fmla="*/ 6557094 w 12192000"/>
              <a:gd name="connsiteY63" fmla="*/ 366314 h 4999978"/>
              <a:gd name="connsiteX64" fmla="*/ 6565879 w 12192000"/>
              <a:gd name="connsiteY64" fmla="*/ 366812 h 4999978"/>
              <a:gd name="connsiteX65" fmla="*/ 6565997 w 12192000"/>
              <a:gd name="connsiteY65" fmla="*/ 367092 h 4999978"/>
              <a:gd name="connsiteX66" fmla="*/ 6575147 w 12192000"/>
              <a:gd name="connsiteY66" fmla="*/ 368156 h 4999978"/>
              <a:gd name="connsiteX67" fmla="*/ 6581899 w 12192000"/>
              <a:gd name="connsiteY67" fmla="*/ 367720 h 4999978"/>
              <a:gd name="connsiteX68" fmla="*/ 6598943 w 12192000"/>
              <a:gd name="connsiteY68" fmla="*/ 368688 h 4999978"/>
              <a:gd name="connsiteX69" fmla="*/ 6604421 w 12192000"/>
              <a:gd name="connsiteY69" fmla="*/ 370815 h 4999978"/>
              <a:gd name="connsiteX70" fmla="*/ 6606035 w 12192000"/>
              <a:gd name="connsiteY70" fmla="*/ 374247 h 4999978"/>
              <a:gd name="connsiteX71" fmla="*/ 6607669 w 12192000"/>
              <a:gd name="connsiteY71" fmla="*/ 373968 h 4999978"/>
              <a:gd name="connsiteX72" fmla="*/ 6637532 w 12192000"/>
              <a:gd name="connsiteY72" fmla="*/ 384907 h 4999978"/>
              <a:gd name="connsiteX73" fmla="*/ 6706880 w 12192000"/>
              <a:gd name="connsiteY73" fmla="*/ 399163 h 4999978"/>
              <a:gd name="connsiteX74" fmla="*/ 6747500 w 12192000"/>
              <a:gd name="connsiteY74" fmla="*/ 403168 h 4999978"/>
              <a:gd name="connsiteX75" fmla="*/ 6857783 w 12192000"/>
              <a:gd name="connsiteY75" fmla="*/ 418687 h 4999978"/>
              <a:gd name="connsiteX76" fmla="*/ 7018394 w 12192000"/>
              <a:gd name="connsiteY76" fmla="*/ 466613 h 4999978"/>
              <a:gd name="connsiteX77" fmla="*/ 7024679 w 12192000"/>
              <a:gd name="connsiteY77" fmla="*/ 467750 h 4999978"/>
              <a:gd name="connsiteX78" fmla="*/ 7041715 w 12192000"/>
              <a:gd name="connsiteY78" fmla="*/ 465902 h 4999978"/>
              <a:gd name="connsiteX79" fmla="*/ 7048103 w 12192000"/>
              <a:gd name="connsiteY79" fmla="*/ 464392 h 4999978"/>
              <a:gd name="connsiteX80" fmla="*/ 7057490 w 12192000"/>
              <a:gd name="connsiteY80" fmla="*/ 463917 h 4999978"/>
              <a:gd name="connsiteX81" fmla="*/ 7057730 w 12192000"/>
              <a:gd name="connsiteY81" fmla="*/ 464165 h 4999978"/>
              <a:gd name="connsiteX82" fmla="*/ 7066511 w 12192000"/>
              <a:gd name="connsiteY82" fmla="*/ 463214 h 4999978"/>
              <a:gd name="connsiteX83" fmla="*/ 7109401 w 12192000"/>
              <a:gd name="connsiteY83" fmla="*/ 455268 h 4999978"/>
              <a:gd name="connsiteX84" fmla="*/ 7166830 w 12192000"/>
              <a:gd name="connsiteY84" fmla="*/ 477037 h 4999978"/>
              <a:gd name="connsiteX85" fmla="*/ 7190442 w 12192000"/>
              <a:gd name="connsiteY85" fmla="*/ 480090 h 4999978"/>
              <a:gd name="connsiteX86" fmla="*/ 7203083 w 12192000"/>
              <a:gd name="connsiteY86" fmla="*/ 483106 h 4999978"/>
              <a:gd name="connsiteX87" fmla="*/ 7203894 w 12192000"/>
              <a:gd name="connsiteY87" fmla="*/ 484190 h 4999978"/>
              <a:gd name="connsiteX88" fmla="*/ 7245004 w 12192000"/>
              <a:gd name="connsiteY88" fmla="*/ 476444 h 4999978"/>
              <a:gd name="connsiteX89" fmla="*/ 7250514 w 12192000"/>
              <a:gd name="connsiteY89" fmla="*/ 477506 h 4999978"/>
              <a:gd name="connsiteX90" fmla="*/ 7277246 w 12192000"/>
              <a:gd name="connsiteY90" fmla="*/ 469782 h 4999978"/>
              <a:gd name="connsiteX91" fmla="*/ 7291092 w 12192000"/>
              <a:gd name="connsiteY91" fmla="*/ 467217 h 4999978"/>
              <a:gd name="connsiteX92" fmla="*/ 7294933 w 12192000"/>
              <a:gd name="connsiteY92" fmla="*/ 463549 h 4999978"/>
              <a:gd name="connsiteX93" fmla="*/ 7315408 w 12192000"/>
              <a:gd name="connsiteY93" fmla="*/ 461260 h 4999978"/>
              <a:gd name="connsiteX94" fmla="*/ 7317786 w 12192000"/>
              <a:gd name="connsiteY94" fmla="*/ 462106 h 4999978"/>
              <a:gd name="connsiteX95" fmla="*/ 7334572 w 12192000"/>
              <a:gd name="connsiteY95" fmla="*/ 456088 h 4999978"/>
              <a:gd name="connsiteX96" fmla="*/ 7375190 w 12192000"/>
              <a:gd name="connsiteY96" fmla="*/ 449931 h 4999978"/>
              <a:gd name="connsiteX97" fmla="*/ 7522997 w 12192000"/>
              <a:gd name="connsiteY97" fmla="*/ 442209 h 4999978"/>
              <a:gd name="connsiteX98" fmla="*/ 7686985 w 12192000"/>
              <a:gd name="connsiteY98" fmla="*/ 419805 h 4999978"/>
              <a:gd name="connsiteX99" fmla="*/ 7854068 w 12192000"/>
              <a:gd name="connsiteY99" fmla="*/ 409774 h 4999978"/>
              <a:gd name="connsiteX100" fmla="*/ 8034165 w 12192000"/>
              <a:gd name="connsiteY100" fmla="*/ 391699 h 4999978"/>
              <a:gd name="connsiteX101" fmla="*/ 8094381 w 12192000"/>
              <a:gd name="connsiteY101" fmla="*/ 395718 h 4999978"/>
              <a:gd name="connsiteX102" fmla="*/ 8146898 w 12192000"/>
              <a:gd name="connsiteY102" fmla="*/ 378558 h 4999978"/>
              <a:gd name="connsiteX103" fmla="*/ 8168993 w 12192000"/>
              <a:gd name="connsiteY103" fmla="*/ 384830 h 4999978"/>
              <a:gd name="connsiteX104" fmla="*/ 8172809 w 12192000"/>
              <a:gd name="connsiteY104" fmla="*/ 386137 h 4999978"/>
              <a:gd name="connsiteX105" fmla="*/ 8187962 w 12192000"/>
              <a:gd name="connsiteY105" fmla="*/ 386433 h 4999978"/>
              <a:gd name="connsiteX106" fmla="*/ 8192382 w 12192000"/>
              <a:gd name="connsiteY106" fmla="*/ 392692 h 4999978"/>
              <a:gd name="connsiteX107" fmla="*/ 8375192 w 12192000"/>
              <a:gd name="connsiteY107" fmla="*/ 383879 h 4999978"/>
              <a:gd name="connsiteX108" fmla="*/ 8454377 w 12192000"/>
              <a:gd name="connsiteY108" fmla="*/ 380331 h 4999978"/>
              <a:gd name="connsiteX109" fmla="*/ 8484740 w 12192000"/>
              <a:gd name="connsiteY109" fmla="*/ 385159 h 4999978"/>
              <a:gd name="connsiteX110" fmla="*/ 8601673 w 12192000"/>
              <a:gd name="connsiteY110" fmla="*/ 397101 h 4999978"/>
              <a:gd name="connsiteX111" fmla="*/ 8701676 w 12192000"/>
              <a:gd name="connsiteY111" fmla="*/ 401351 h 4999978"/>
              <a:gd name="connsiteX112" fmla="*/ 8773288 w 12192000"/>
              <a:gd name="connsiteY112" fmla="*/ 378077 h 4999978"/>
              <a:gd name="connsiteX113" fmla="*/ 8779909 w 12192000"/>
              <a:gd name="connsiteY113" fmla="*/ 382446 h 4999978"/>
              <a:gd name="connsiteX114" fmla="*/ 8829932 w 12192000"/>
              <a:gd name="connsiteY114" fmla="*/ 379243 h 4999978"/>
              <a:gd name="connsiteX115" fmla="*/ 9003386 w 12192000"/>
              <a:gd name="connsiteY115" fmla="*/ 336242 h 4999978"/>
              <a:gd name="connsiteX116" fmla="*/ 9101185 w 12192000"/>
              <a:gd name="connsiteY116" fmla="*/ 330862 h 4999978"/>
              <a:gd name="connsiteX117" fmla="*/ 9136185 w 12192000"/>
              <a:gd name="connsiteY117" fmla="*/ 334078 h 4999978"/>
              <a:gd name="connsiteX118" fmla="*/ 9194801 w 12192000"/>
              <a:gd name="connsiteY118" fmla="*/ 339149 h 4999978"/>
              <a:gd name="connsiteX119" fmla="*/ 9239316 w 12192000"/>
              <a:gd name="connsiteY119" fmla="*/ 355558 h 4999978"/>
              <a:gd name="connsiteX120" fmla="*/ 9288052 w 12192000"/>
              <a:gd name="connsiteY120" fmla="*/ 354796 h 4999978"/>
              <a:gd name="connsiteX121" fmla="*/ 9298465 w 12192000"/>
              <a:gd name="connsiteY121" fmla="*/ 338296 h 4999978"/>
              <a:gd name="connsiteX122" fmla="*/ 9350892 w 12192000"/>
              <a:gd name="connsiteY122" fmla="*/ 342778 h 4999978"/>
              <a:gd name="connsiteX123" fmla="*/ 9430522 w 12192000"/>
              <a:gd name="connsiteY123" fmla="*/ 351368 h 4999978"/>
              <a:gd name="connsiteX124" fmla="*/ 9476215 w 12192000"/>
              <a:gd name="connsiteY124" fmla="*/ 352107 h 4999978"/>
              <a:gd name="connsiteX125" fmla="*/ 9601276 w 12192000"/>
              <a:gd name="connsiteY125" fmla="*/ 358704 h 4999978"/>
              <a:gd name="connsiteX126" fmla="*/ 9726733 w 12192000"/>
              <a:gd name="connsiteY126" fmla="*/ 368801 h 4999978"/>
              <a:gd name="connsiteX127" fmla="*/ 9802144 w 12192000"/>
              <a:gd name="connsiteY127" fmla="*/ 394479 h 4999978"/>
              <a:gd name="connsiteX128" fmla="*/ 9905153 w 12192000"/>
              <a:gd name="connsiteY128" fmla="*/ 400650 h 4999978"/>
              <a:gd name="connsiteX129" fmla="*/ 9922553 w 12192000"/>
              <a:gd name="connsiteY129" fmla="*/ 404569 h 4999978"/>
              <a:gd name="connsiteX130" fmla="*/ 10044658 w 12192000"/>
              <a:gd name="connsiteY130" fmla="*/ 418077 h 4999978"/>
              <a:gd name="connsiteX131" fmla="*/ 10184585 w 12192000"/>
              <a:gd name="connsiteY131" fmla="*/ 407138 h 4999978"/>
              <a:gd name="connsiteX132" fmla="*/ 10366435 w 12192000"/>
              <a:gd name="connsiteY132" fmla="*/ 462428 h 4999978"/>
              <a:gd name="connsiteX133" fmla="*/ 10688220 w 12192000"/>
              <a:gd name="connsiteY133" fmla="*/ 542258 h 4999978"/>
              <a:gd name="connsiteX134" fmla="*/ 11026690 w 12192000"/>
              <a:gd name="connsiteY134" fmla="*/ 550681 h 4999978"/>
              <a:gd name="connsiteX135" fmla="*/ 11113779 w 12192000"/>
              <a:gd name="connsiteY135" fmla="*/ 533868 h 4999978"/>
              <a:gd name="connsiteX136" fmla="*/ 11369556 w 12192000"/>
              <a:gd name="connsiteY136" fmla="*/ 491719 h 4999978"/>
              <a:gd name="connsiteX137" fmla="*/ 11623342 w 12192000"/>
              <a:gd name="connsiteY137" fmla="*/ 388428 h 4999978"/>
              <a:gd name="connsiteX138" fmla="*/ 11786511 w 12192000"/>
              <a:gd name="connsiteY138" fmla="*/ 358390 h 4999978"/>
              <a:gd name="connsiteX139" fmla="*/ 11862577 w 12192000"/>
              <a:gd name="connsiteY139" fmla="*/ 330549 h 4999978"/>
              <a:gd name="connsiteX140" fmla="*/ 11916612 w 12192000"/>
              <a:gd name="connsiteY140" fmla="*/ 323810 h 4999978"/>
              <a:gd name="connsiteX141" fmla="*/ 11948830 w 12192000"/>
              <a:gd name="connsiteY141" fmla="*/ 318062 h 4999978"/>
              <a:gd name="connsiteX142" fmla="*/ 12001583 w 12192000"/>
              <a:gd name="connsiteY142" fmla="*/ 279643 h 4999978"/>
              <a:gd name="connsiteX143" fmla="*/ 12174977 w 12192000"/>
              <a:gd name="connsiteY143" fmla="*/ 264652 h 4999978"/>
              <a:gd name="connsiteX144" fmla="*/ 12192000 w 12192000"/>
              <a:gd name="connsiteY144" fmla="*/ 256549 h 4999978"/>
              <a:gd name="connsiteX145" fmla="*/ 12192000 w 12192000"/>
              <a:gd name="connsiteY145" fmla="*/ 4999978 h 4999978"/>
              <a:gd name="connsiteX146" fmla="*/ 0 w 12192000"/>
              <a:gd name="connsiteY146" fmla="*/ 4999978 h 4999978"/>
              <a:gd name="connsiteX147" fmla="*/ 0 w 12192000"/>
              <a:gd name="connsiteY147" fmla="*/ 617449 h 4999978"/>
              <a:gd name="connsiteX148" fmla="*/ 11075 w 12192000"/>
              <a:gd name="connsiteY148" fmla="*/ 615178 h 4999978"/>
              <a:gd name="connsiteX149" fmla="*/ 44061 w 12192000"/>
              <a:gd name="connsiteY149" fmla="*/ 608596 h 4999978"/>
              <a:gd name="connsiteX150" fmla="*/ 136694 w 12192000"/>
              <a:gd name="connsiteY150" fmla="*/ 556415 h 4999978"/>
              <a:gd name="connsiteX151" fmla="*/ 170342 w 12192000"/>
              <a:gd name="connsiteY151" fmla="*/ 551077 h 4999978"/>
              <a:gd name="connsiteX152" fmla="*/ 168955 w 12192000"/>
              <a:gd name="connsiteY152" fmla="*/ 542164 h 4999978"/>
              <a:gd name="connsiteX153" fmla="*/ 181474 w 12192000"/>
              <a:gd name="connsiteY153" fmla="*/ 541281 h 4999978"/>
              <a:gd name="connsiteX154" fmla="*/ 209440 w 12192000"/>
              <a:gd name="connsiteY154" fmla="*/ 540561 h 4999978"/>
              <a:gd name="connsiteX155" fmla="*/ 293152 w 12192000"/>
              <a:gd name="connsiteY155" fmla="*/ 536576 h 4999978"/>
              <a:gd name="connsiteX156" fmla="*/ 315693 w 12192000"/>
              <a:gd name="connsiteY156" fmla="*/ 519030 h 4999978"/>
              <a:gd name="connsiteX157" fmla="*/ 337305 w 12192000"/>
              <a:gd name="connsiteY157" fmla="*/ 518372 h 4999978"/>
              <a:gd name="connsiteX158" fmla="*/ 462252 w 12192000"/>
              <a:gd name="connsiteY158" fmla="*/ 493151 h 4999978"/>
              <a:gd name="connsiteX159" fmla="*/ 479457 w 12192000"/>
              <a:gd name="connsiteY159" fmla="*/ 491123 h 4999978"/>
              <a:gd name="connsiteX160" fmla="*/ 488653 w 12192000"/>
              <a:gd name="connsiteY160" fmla="*/ 483257 h 4999978"/>
              <a:gd name="connsiteX161" fmla="*/ 522053 w 12192000"/>
              <a:gd name="connsiteY161" fmla="*/ 481125 h 4999978"/>
              <a:gd name="connsiteX162" fmla="*/ 523520 w 12192000"/>
              <a:gd name="connsiteY162" fmla="*/ 476713 h 4999978"/>
              <a:gd name="connsiteX163" fmla="*/ 632714 w 12192000"/>
              <a:gd name="connsiteY163" fmla="*/ 437101 h 4999978"/>
              <a:gd name="connsiteX164" fmla="*/ 651426 w 12192000"/>
              <a:gd name="connsiteY164" fmla="*/ 430544 h 4999978"/>
              <a:gd name="connsiteX165" fmla="*/ 667724 w 12192000"/>
              <a:gd name="connsiteY165" fmla="*/ 432138 h 4999978"/>
              <a:gd name="connsiteX166" fmla="*/ 757679 w 12192000"/>
              <a:gd name="connsiteY166" fmla="*/ 425145 h 4999978"/>
              <a:gd name="connsiteX167" fmla="*/ 779159 w 12192000"/>
              <a:gd name="connsiteY167" fmla="*/ 428059 h 4999978"/>
              <a:gd name="connsiteX168" fmla="*/ 788293 w 12192000"/>
              <a:gd name="connsiteY168" fmla="*/ 434863 h 4999978"/>
              <a:gd name="connsiteX169" fmla="*/ 822923 w 12192000"/>
              <a:gd name="connsiteY169" fmla="*/ 421074 h 4999978"/>
              <a:gd name="connsiteX170" fmla="*/ 876559 w 12192000"/>
              <a:gd name="connsiteY170" fmla="*/ 411088 h 4999978"/>
              <a:gd name="connsiteX171" fmla="*/ 902011 w 12192000"/>
              <a:gd name="connsiteY171" fmla="*/ 404118 h 4999978"/>
              <a:gd name="connsiteX172" fmla="*/ 922715 w 12192000"/>
              <a:gd name="connsiteY172" fmla="*/ 407699 h 4999978"/>
              <a:gd name="connsiteX173" fmla="*/ 1040139 w 12192000"/>
              <a:gd name="connsiteY173" fmla="*/ 406590 h 4999978"/>
              <a:gd name="connsiteX174" fmla="*/ 1067251 w 12192000"/>
              <a:gd name="connsiteY174" fmla="*/ 412384 h 4999978"/>
              <a:gd name="connsiteX175" fmla="*/ 1080272 w 12192000"/>
              <a:gd name="connsiteY175" fmla="*/ 424669 h 4999978"/>
              <a:gd name="connsiteX176" fmla="*/ 1090219 w 12192000"/>
              <a:gd name="connsiteY176" fmla="*/ 420026 h 4999978"/>
              <a:gd name="connsiteX177" fmla="*/ 1161226 w 12192000"/>
              <a:gd name="connsiteY177" fmla="*/ 418304 h 4999978"/>
              <a:gd name="connsiteX178" fmla="*/ 1207525 w 12192000"/>
              <a:gd name="connsiteY178" fmla="*/ 416039 h 4999978"/>
              <a:gd name="connsiteX179" fmla="*/ 1295331 w 12192000"/>
              <a:gd name="connsiteY179" fmla="*/ 402182 h 4999978"/>
              <a:gd name="connsiteX180" fmla="*/ 1347118 w 12192000"/>
              <a:gd name="connsiteY180" fmla="*/ 399704 h 4999978"/>
              <a:gd name="connsiteX181" fmla="*/ 1378108 w 12192000"/>
              <a:gd name="connsiteY181" fmla="*/ 398410 h 4999978"/>
              <a:gd name="connsiteX182" fmla="*/ 1459192 w 12192000"/>
              <a:gd name="connsiteY182" fmla="*/ 380919 h 4999978"/>
              <a:gd name="connsiteX183" fmla="*/ 1590120 w 12192000"/>
              <a:gd name="connsiteY183" fmla="*/ 317608 h 4999978"/>
              <a:gd name="connsiteX184" fmla="*/ 1631417 w 12192000"/>
              <a:gd name="connsiteY184" fmla="*/ 308227 h 4999978"/>
              <a:gd name="connsiteX185" fmla="*/ 1638727 w 12192000"/>
              <a:gd name="connsiteY185" fmla="*/ 311610 h 4999978"/>
              <a:gd name="connsiteX186" fmla="*/ 1844438 w 12192000"/>
              <a:gd name="connsiteY186" fmla="*/ 271304 h 4999978"/>
              <a:gd name="connsiteX187" fmla="*/ 1881324 w 12192000"/>
              <a:gd name="connsiteY187" fmla="*/ 268497 h 4999978"/>
              <a:gd name="connsiteX188" fmla="*/ 1908999 w 12192000"/>
              <a:gd name="connsiteY188" fmla="*/ 269338 h 4999978"/>
              <a:gd name="connsiteX189" fmla="*/ 1974956 w 12192000"/>
              <a:gd name="connsiteY189" fmla="*/ 255958 h 4999978"/>
              <a:gd name="connsiteX190" fmla="*/ 2082409 w 12192000"/>
              <a:gd name="connsiteY190" fmla="*/ 227290 h 4999978"/>
              <a:gd name="connsiteX191" fmla="*/ 2105639 w 12192000"/>
              <a:gd name="connsiteY191" fmla="*/ 222648 h 4999978"/>
              <a:gd name="connsiteX192" fmla="*/ 2126992 w 12192000"/>
              <a:gd name="connsiteY192" fmla="*/ 224468 h 4999978"/>
              <a:gd name="connsiteX193" fmla="*/ 2133154 w 12192000"/>
              <a:gd name="connsiteY193" fmla="*/ 229952 h 4999978"/>
              <a:gd name="connsiteX194" fmla="*/ 2146154 w 12192000"/>
              <a:gd name="connsiteY194" fmla="*/ 228332 h 4999978"/>
              <a:gd name="connsiteX195" fmla="*/ 2149901 w 12192000"/>
              <a:gd name="connsiteY195" fmla="*/ 229116 h 4999978"/>
              <a:gd name="connsiteX196" fmla="*/ 2171100 w 12192000"/>
              <a:gd name="connsiteY196" fmla="*/ 232389 h 4999978"/>
              <a:gd name="connsiteX197" fmla="*/ 2209148 w 12192000"/>
              <a:gd name="connsiteY197" fmla="*/ 209225 h 4999978"/>
              <a:gd name="connsiteX198" fmla="*/ 2261889 w 12192000"/>
              <a:gd name="connsiteY198" fmla="*/ 205532 h 4999978"/>
              <a:gd name="connsiteX199" fmla="*/ 2452315 w 12192000"/>
              <a:gd name="connsiteY199" fmla="*/ 152899 h 4999978"/>
              <a:gd name="connsiteX200" fmla="*/ 2495330 w 12192000"/>
              <a:gd name="connsiteY200" fmla="*/ 142101 h 4999978"/>
              <a:gd name="connsiteX201" fmla="*/ 2665623 w 12192000"/>
              <a:gd name="connsiteY201" fmla="*/ 96394 h 4999978"/>
              <a:gd name="connsiteX202" fmla="*/ 2763332 w 12192000"/>
              <a:gd name="connsiteY202" fmla="*/ 74831 h 4999978"/>
              <a:gd name="connsiteX203" fmla="*/ 2843870 w 12192000"/>
              <a:gd name="connsiteY203" fmla="*/ 47507 h 4999978"/>
              <a:gd name="connsiteX204" fmla="*/ 2862745 w 12192000"/>
              <a:gd name="connsiteY204" fmla="*/ 43242 h 4999978"/>
              <a:gd name="connsiteX205" fmla="*/ 2864596 w 12192000"/>
              <a:gd name="connsiteY205" fmla="*/ 39218 h 4999978"/>
              <a:gd name="connsiteX206" fmla="*/ 2875381 w 12192000"/>
              <a:gd name="connsiteY206" fmla="*/ 35003 h 4999978"/>
              <a:gd name="connsiteX207" fmla="*/ 2895139 w 12192000"/>
              <a:gd name="connsiteY207" fmla="*/ 24186 h 4999978"/>
              <a:gd name="connsiteX208" fmla="*/ 2932205 w 12192000"/>
              <a:gd name="connsiteY208" fmla="*/ 11873 h 4999978"/>
              <a:gd name="connsiteX209" fmla="*/ 2933310 w 12192000"/>
              <a:gd name="connsiteY209" fmla="*/ 12816 h 4999978"/>
              <a:gd name="connsiteX210" fmla="*/ 2945218 w 12192000"/>
              <a:gd name="connsiteY210" fmla="*/ 14141 h 4999978"/>
              <a:gd name="connsiteX211" fmla="*/ 2966465 w 12192000"/>
              <a:gd name="connsiteY211" fmla="*/ 14117 h 4999978"/>
              <a:gd name="connsiteX212" fmla="*/ 3016048 w 12192000"/>
              <a:gd name="connsiteY212" fmla="*/ 12381 h 4999978"/>
              <a:gd name="connsiteX213" fmla="*/ 3057077 w 12192000"/>
              <a:gd name="connsiteY213" fmla="*/ 14845 h 4999978"/>
              <a:gd name="connsiteX214" fmla="*/ 3148105 w 12192000"/>
              <a:gd name="connsiteY214" fmla="*/ 30648 h 4999978"/>
              <a:gd name="connsiteX215" fmla="*/ 3251671 w 12192000"/>
              <a:gd name="connsiteY215" fmla="*/ 31575 h 4999978"/>
              <a:gd name="connsiteX216" fmla="*/ 3351400 w 12192000"/>
              <a:gd name="connsiteY216" fmla="*/ 32687 h 4999978"/>
              <a:gd name="connsiteX217" fmla="*/ 3387481 w 12192000"/>
              <a:gd name="connsiteY217" fmla="*/ 31443 h 4999978"/>
              <a:gd name="connsiteX218" fmla="*/ 3451923 w 12192000"/>
              <a:gd name="connsiteY218" fmla="*/ 36482 h 4999978"/>
              <a:gd name="connsiteX219" fmla="*/ 3481520 w 12192000"/>
              <a:gd name="connsiteY219" fmla="*/ 43287 h 4999978"/>
              <a:gd name="connsiteX220" fmla="*/ 3482804 w 12192000"/>
              <a:gd name="connsiteY220" fmla="*/ 42812 h 4999978"/>
              <a:gd name="connsiteX221" fmla="*/ 3485495 w 12192000"/>
              <a:gd name="connsiteY221" fmla="*/ 45921 h 4999978"/>
              <a:gd name="connsiteX222" fmla="*/ 3490972 w 12192000"/>
              <a:gd name="connsiteY222" fmla="*/ 47286 h 4999978"/>
              <a:gd name="connsiteX223" fmla="*/ 3505835 w 12192000"/>
              <a:gd name="connsiteY223" fmla="*/ 46077 h 4999978"/>
              <a:gd name="connsiteX224" fmla="*/ 3511410 w 12192000"/>
              <a:gd name="connsiteY224" fmla="*/ 44808 h 4999978"/>
              <a:gd name="connsiteX225" fmla="*/ 3519598 w 12192000"/>
              <a:gd name="connsiteY225" fmla="*/ 44683 h 4999978"/>
              <a:gd name="connsiteX226" fmla="*/ 3519807 w 12192000"/>
              <a:gd name="connsiteY226" fmla="*/ 44938 h 4999978"/>
              <a:gd name="connsiteX227" fmla="*/ 3527466 w 12192000"/>
              <a:gd name="connsiteY227" fmla="*/ 44316 h 4999978"/>
              <a:gd name="connsiteX228" fmla="*/ 3564889 w 12192000"/>
              <a:gd name="connsiteY228" fmla="*/ 57394 h 4999978"/>
              <a:gd name="connsiteX229" fmla="*/ 3614922 w 12192000"/>
              <a:gd name="connsiteY229" fmla="*/ 61804 h 4999978"/>
              <a:gd name="connsiteX230" fmla="*/ 3635506 w 12192000"/>
              <a:gd name="connsiteY230" fmla="*/ 65718 h 4999978"/>
              <a:gd name="connsiteX231" fmla="*/ 3646525 w 12192000"/>
              <a:gd name="connsiteY231" fmla="*/ 69193 h 4999978"/>
              <a:gd name="connsiteX232" fmla="*/ 3647224 w 12192000"/>
              <a:gd name="connsiteY232" fmla="*/ 70303 h 4999978"/>
              <a:gd name="connsiteX233" fmla="*/ 3683100 w 12192000"/>
              <a:gd name="connsiteY233" fmla="*/ 64109 h 4999978"/>
              <a:gd name="connsiteX234" fmla="*/ 3687901 w 12192000"/>
              <a:gd name="connsiteY234" fmla="*/ 65372 h 4999978"/>
              <a:gd name="connsiteX235" fmla="*/ 3711234 w 12192000"/>
              <a:gd name="connsiteY235" fmla="*/ 58665 h 4999978"/>
              <a:gd name="connsiteX236" fmla="*/ 3723318 w 12192000"/>
              <a:gd name="connsiteY236" fmla="*/ 56625 h 4999978"/>
              <a:gd name="connsiteX237" fmla="*/ 3726677 w 12192000"/>
              <a:gd name="connsiteY237" fmla="*/ 53112 h 4999978"/>
              <a:gd name="connsiteX238" fmla="*/ 3744535 w 12192000"/>
              <a:gd name="connsiteY238" fmla="*/ 51590 h 4999978"/>
              <a:gd name="connsiteX239" fmla="*/ 3746608 w 12192000"/>
              <a:gd name="connsiteY239" fmla="*/ 52522 h 4999978"/>
              <a:gd name="connsiteX240" fmla="*/ 3761262 w 12192000"/>
              <a:gd name="connsiteY240" fmla="*/ 47147 h 4999978"/>
              <a:gd name="connsiteX241" fmla="*/ 3803931 w 12192000"/>
              <a:gd name="connsiteY241" fmla="*/ 49309 h 4999978"/>
              <a:gd name="connsiteX242" fmla="*/ 3925626 w 12192000"/>
              <a:gd name="connsiteY242" fmla="*/ 40301 h 4999978"/>
              <a:gd name="connsiteX243" fmla="*/ 4033324 w 12192000"/>
              <a:gd name="connsiteY243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83267 w 12192000"/>
              <a:gd name="connsiteY41" fmla="*/ 199617 h 4999978"/>
              <a:gd name="connsiteX42" fmla="*/ 5492371 w 12192000"/>
              <a:gd name="connsiteY42" fmla="*/ 230923 h 4999978"/>
              <a:gd name="connsiteX43" fmla="*/ 5640913 w 12192000"/>
              <a:gd name="connsiteY43" fmla="*/ 239810 h 4999978"/>
              <a:gd name="connsiteX44" fmla="*/ 5877770 w 12192000"/>
              <a:gd name="connsiteY44" fmla="*/ 283747 h 4999978"/>
              <a:gd name="connsiteX45" fmla="*/ 5989615 w 12192000"/>
              <a:gd name="connsiteY45" fmla="*/ 306445 h 4999978"/>
              <a:gd name="connsiteX46" fmla="*/ 5996857 w 12192000"/>
              <a:gd name="connsiteY46" fmla="*/ 310331 h 4999978"/>
              <a:gd name="connsiteX47" fmla="*/ 6037387 w 12192000"/>
              <a:gd name="connsiteY47" fmla="*/ 299308 h 4999978"/>
              <a:gd name="connsiteX48" fmla="*/ 6113074 w 12192000"/>
              <a:gd name="connsiteY48" fmla="*/ 312627 h 4999978"/>
              <a:gd name="connsiteX49" fmla="*/ 6280929 w 12192000"/>
              <a:gd name="connsiteY49" fmla="*/ 337226 h 4999978"/>
              <a:gd name="connsiteX50" fmla="*/ 6298665 w 12192000"/>
              <a:gd name="connsiteY50" fmla="*/ 329713 h 4999978"/>
              <a:gd name="connsiteX51" fmla="*/ 6317326 w 12192000"/>
              <a:gd name="connsiteY51" fmla="*/ 326576 h 4999978"/>
              <a:gd name="connsiteX52" fmla="*/ 6319212 w 12192000"/>
              <a:gd name="connsiteY52" fmla="*/ 327786 h 4999978"/>
              <a:gd name="connsiteX53" fmla="*/ 6339724 w 12192000"/>
              <a:gd name="connsiteY53" fmla="*/ 328880 h 4999978"/>
              <a:gd name="connsiteX54" fmla="*/ 6345010 w 12192000"/>
              <a:gd name="connsiteY54" fmla="*/ 325930 h 4999978"/>
              <a:gd name="connsiteX55" fmla="*/ 6359332 w 12192000"/>
              <a:gd name="connsiteY55" fmla="*/ 325681 h 4999978"/>
              <a:gd name="connsiteX56" fmla="*/ 6388220 w 12192000"/>
              <a:gd name="connsiteY56" fmla="*/ 322496 h 4999978"/>
              <a:gd name="connsiteX57" fmla="*/ 6392994 w 12192000"/>
              <a:gd name="connsiteY57" fmla="*/ 324426 h 4999978"/>
              <a:gd name="connsiteX58" fmla="*/ 6435581 w 12192000"/>
              <a:gd name="connsiteY58" fmla="*/ 323557 h 4999978"/>
              <a:gd name="connsiteX59" fmla="*/ 6435870 w 12192000"/>
              <a:gd name="connsiteY59" fmla="*/ 324745 h 4999978"/>
              <a:gd name="connsiteX60" fmla="*/ 6446571 w 12192000"/>
              <a:gd name="connsiteY60" fmla="*/ 329739 h 4999978"/>
              <a:gd name="connsiteX61" fmla="*/ 6467701 w 12192000"/>
              <a:gd name="connsiteY61" fmla="*/ 336547 h 4999978"/>
              <a:gd name="connsiteX62" fmla="*/ 6512727 w 12192000"/>
              <a:gd name="connsiteY62" fmla="*/ 367087 h 4999978"/>
              <a:gd name="connsiteX63" fmla="*/ 6557094 w 12192000"/>
              <a:gd name="connsiteY63" fmla="*/ 366314 h 4999978"/>
              <a:gd name="connsiteX64" fmla="*/ 6565879 w 12192000"/>
              <a:gd name="connsiteY64" fmla="*/ 366812 h 4999978"/>
              <a:gd name="connsiteX65" fmla="*/ 6565997 w 12192000"/>
              <a:gd name="connsiteY65" fmla="*/ 367092 h 4999978"/>
              <a:gd name="connsiteX66" fmla="*/ 6575147 w 12192000"/>
              <a:gd name="connsiteY66" fmla="*/ 368156 h 4999978"/>
              <a:gd name="connsiteX67" fmla="*/ 6581899 w 12192000"/>
              <a:gd name="connsiteY67" fmla="*/ 367720 h 4999978"/>
              <a:gd name="connsiteX68" fmla="*/ 6598943 w 12192000"/>
              <a:gd name="connsiteY68" fmla="*/ 368688 h 4999978"/>
              <a:gd name="connsiteX69" fmla="*/ 6604421 w 12192000"/>
              <a:gd name="connsiteY69" fmla="*/ 370815 h 4999978"/>
              <a:gd name="connsiteX70" fmla="*/ 6606035 w 12192000"/>
              <a:gd name="connsiteY70" fmla="*/ 374247 h 4999978"/>
              <a:gd name="connsiteX71" fmla="*/ 6607669 w 12192000"/>
              <a:gd name="connsiteY71" fmla="*/ 373968 h 4999978"/>
              <a:gd name="connsiteX72" fmla="*/ 6637532 w 12192000"/>
              <a:gd name="connsiteY72" fmla="*/ 384907 h 4999978"/>
              <a:gd name="connsiteX73" fmla="*/ 6706880 w 12192000"/>
              <a:gd name="connsiteY73" fmla="*/ 399163 h 4999978"/>
              <a:gd name="connsiteX74" fmla="*/ 6747500 w 12192000"/>
              <a:gd name="connsiteY74" fmla="*/ 403168 h 4999978"/>
              <a:gd name="connsiteX75" fmla="*/ 6857783 w 12192000"/>
              <a:gd name="connsiteY75" fmla="*/ 418687 h 4999978"/>
              <a:gd name="connsiteX76" fmla="*/ 7018394 w 12192000"/>
              <a:gd name="connsiteY76" fmla="*/ 466613 h 4999978"/>
              <a:gd name="connsiteX77" fmla="*/ 7024679 w 12192000"/>
              <a:gd name="connsiteY77" fmla="*/ 572534 h 4999978"/>
              <a:gd name="connsiteX78" fmla="*/ 7041715 w 12192000"/>
              <a:gd name="connsiteY78" fmla="*/ 465902 h 4999978"/>
              <a:gd name="connsiteX79" fmla="*/ 7048103 w 12192000"/>
              <a:gd name="connsiteY79" fmla="*/ 464392 h 4999978"/>
              <a:gd name="connsiteX80" fmla="*/ 7057490 w 12192000"/>
              <a:gd name="connsiteY80" fmla="*/ 463917 h 4999978"/>
              <a:gd name="connsiteX81" fmla="*/ 7057730 w 12192000"/>
              <a:gd name="connsiteY81" fmla="*/ 464165 h 4999978"/>
              <a:gd name="connsiteX82" fmla="*/ 7066511 w 12192000"/>
              <a:gd name="connsiteY82" fmla="*/ 463214 h 4999978"/>
              <a:gd name="connsiteX83" fmla="*/ 7109401 w 12192000"/>
              <a:gd name="connsiteY83" fmla="*/ 455268 h 4999978"/>
              <a:gd name="connsiteX84" fmla="*/ 7166830 w 12192000"/>
              <a:gd name="connsiteY84" fmla="*/ 477037 h 4999978"/>
              <a:gd name="connsiteX85" fmla="*/ 7190442 w 12192000"/>
              <a:gd name="connsiteY85" fmla="*/ 480090 h 4999978"/>
              <a:gd name="connsiteX86" fmla="*/ 7203083 w 12192000"/>
              <a:gd name="connsiteY86" fmla="*/ 483106 h 4999978"/>
              <a:gd name="connsiteX87" fmla="*/ 7203894 w 12192000"/>
              <a:gd name="connsiteY87" fmla="*/ 484190 h 4999978"/>
              <a:gd name="connsiteX88" fmla="*/ 7245004 w 12192000"/>
              <a:gd name="connsiteY88" fmla="*/ 476444 h 4999978"/>
              <a:gd name="connsiteX89" fmla="*/ 7250514 w 12192000"/>
              <a:gd name="connsiteY89" fmla="*/ 477506 h 4999978"/>
              <a:gd name="connsiteX90" fmla="*/ 7277246 w 12192000"/>
              <a:gd name="connsiteY90" fmla="*/ 469782 h 4999978"/>
              <a:gd name="connsiteX91" fmla="*/ 7291092 w 12192000"/>
              <a:gd name="connsiteY91" fmla="*/ 467217 h 4999978"/>
              <a:gd name="connsiteX92" fmla="*/ 7294933 w 12192000"/>
              <a:gd name="connsiteY92" fmla="*/ 463549 h 4999978"/>
              <a:gd name="connsiteX93" fmla="*/ 7315408 w 12192000"/>
              <a:gd name="connsiteY93" fmla="*/ 461260 h 4999978"/>
              <a:gd name="connsiteX94" fmla="*/ 7317786 w 12192000"/>
              <a:gd name="connsiteY94" fmla="*/ 462106 h 4999978"/>
              <a:gd name="connsiteX95" fmla="*/ 7334572 w 12192000"/>
              <a:gd name="connsiteY95" fmla="*/ 456088 h 4999978"/>
              <a:gd name="connsiteX96" fmla="*/ 7375190 w 12192000"/>
              <a:gd name="connsiteY96" fmla="*/ 449931 h 4999978"/>
              <a:gd name="connsiteX97" fmla="*/ 7522997 w 12192000"/>
              <a:gd name="connsiteY97" fmla="*/ 442209 h 4999978"/>
              <a:gd name="connsiteX98" fmla="*/ 7686985 w 12192000"/>
              <a:gd name="connsiteY98" fmla="*/ 419805 h 4999978"/>
              <a:gd name="connsiteX99" fmla="*/ 7854068 w 12192000"/>
              <a:gd name="connsiteY99" fmla="*/ 409774 h 4999978"/>
              <a:gd name="connsiteX100" fmla="*/ 8034165 w 12192000"/>
              <a:gd name="connsiteY100" fmla="*/ 391699 h 4999978"/>
              <a:gd name="connsiteX101" fmla="*/ 8094381 w 12192000"/>
              <a:gd name="connsiteY101" fmla="*/ 395718 h 4999978"/>
              <a:gd name="connsiteX102" fmla="*/ 8146898 w 12192000"/>
              <a:gd name="connsiteY102" fmla="*/ 378558 h 4999978"/>
              <a:gd name="connsiteX103" fmla="*/ 8168993 w 12192000"/>
              <a:gd name="connsiteY103" fmla="*/ 384830 h 4999978"/>
              <a:gd name="connsiteX104" fmla="*/ 8172809 w 12192000"/>
              <a:gd name="connsiteY104" fmla="*/ 386137 h 4999978"/>
              <a:gd name="connsiteX105" fmla="*/ 8187962 w 12192000"/>
              <a:gd name="connsiteY105" fmla="*/ 386433 h 4999978"/>
              <a:gd name="connsiteX106" fmla="*/ 8192382 w 12192000"/>
              <a:gd name="connsiteY106" fmla="*/ 392692 h 4999978"/>
              <a:gd name="connsiteX107" fmla="*/ 8375192 w 12192000"/>
              <a:gd name="connsiteY107" fmla="*/ 383879 h 4999978"/>
              <a:gd name="connsiteX108" fmla="*/ 8454377 w 12192000"/>
              <a:gd name="connsiteY108" fmla="*/ 380331 h 4999978"/>
              <a:gd name="connsiteX109" fmla="*/ 8484740 w 12192000"/>
              <a:gd name="connsiteY109" fmla="*/ 385159 h 4999978"/>
              <a:gd name="connsiteX110" fmla="*/ 8601673 w 12192000"/>
              <a:gd name="connsiteY110" fmla="*/ 397101 h 4999978"/>
              <a:gd name="connsiteX111" fmla="*/ 8701676 w 12192000"/>
              <a:gd name="connsiteY111" fmla="*/ 401351 h 4999978"/>
              <a:gd name="connsiteX112" fmla="*/ 8773288 w 12192000"/>
              <a:gd name="connsiteY112" fmla="*/ 378077 h 4999978"/>
              <a:gd name="connsiteX113" fmla="*/ 8779909 w 12192000"/>
              <a:gd name="connsiteY113" fmla="*/ 382446 h 4999978"/>
              <a:gd name="connsiteX114" fmla="*/ 8829932 w 12192000"/>
              <a:gd name="connsiteY114" fmla="*/ 379243 h 4999978"/>
              <a:gd name="connsiteX115" fmla="*/ 9003386 w 12192000"/>
              <a:gd name="connsiteY115" fmla="*/ 336242 h 4999978"/>
              <a:gd name="connsiteX116" fmla="*/ 9101185 w 12192000"/>
              <a:gd name="connsiteY116" fmla="*/ 330862 h 4999978"/>
              <a:gd name="connsiteX117" fmla="*/ 9136185 w 12192000"/>
              <a:gd name="connsiteY117" fmla="*/ 334078 h 4999978"/>
              <a:gd name="connsiteX118" fmla="*/ 9194801 w 12192000"/>
              <a:gd name="connsiteY118" fmla="*/ 339149 h 4999978"/>
              <a:gd name="connsiteX119" fmla="*/ 9239316 w 12192000"/>
              <a:gd name="connsiteY119" fmla="*/ 355558 h 4999978"/>
              <a:gd name="connsiteX120" fmla="*/ 9288052 w 12192000"/>
              <a:gd name="connsiteY120" fmla="*/ 354796 h 4999978"/>
              <a:gd name="connsiteX121" fmla="*/ 9298465 w 12192000"/>
              <a:gd name="connsiteY121" fmla="*/ 338296 h 4999978"/>
              <a:gd name="connsiteX122" fmla="*/ 9350892 w 12192000"/>
              <a:gd name="connsiteY122" fmla="*/ 342778 h 4999978"/>
              <a:gd name="connsiteX123" fmla="*/ 9430522 w 12192000"/>
              <a:gd name="connsiteY123" fmla="*/ 351368 h 4999978"/>
              <a:gd name="connsiteX124" fmla="*/ 9476215 w 12192000"/>
              <a:gd name="connsiteY124" fmla="*/ 352107 h 4999978"/>
              <a:gd name="connsiteX125" fmla="*/ 9601276 w 12192000"/>
              <a:gd name="connsiteY125" fmla="*/ 358704 h 4999978"/>
              <a:gd name="connsiteX126" fmla="*/ 9726733 w 12192000"/>
              <a:gd name="connsiteY126" fmla="*/ 368801 h 4999978"/>
              <a:gd name="connsiteX127" fmla="*/ 9802144 w 12192000"/>
              <a:gd name="connsiteY127" fmla="*/ 394479 h 4999978"/>
              <a:gd name="connsiteX128" fmla="*/ 9905153 w 12192000"/>
              <a:gd name="connsiteY128" fmla="*/ 400650 h 4999978"/>
              <a:gd name="connsiteX129" fmla="*/ 9922553 w 12192000"/>
              <a:gd name="connsiteY129" fmla="*/ 404569 h 4999978"/>
              <a:gd name="connsiteX130" fmla="*/ 10044658 w 12192000"/>
              <a:gd name="connsiteY130" fmla="*/ 418077 h 4999978"/>
              <a:gd name="connsiteX131" fmla="*/ 10184585 w 12192000"/>
              <a:gd name="connsiteY131" fmla="*/ 407138 h 4999978"/>
              <a:gd name="connsiteX132" fmla="*/ 10366435 w 12192000"/>
              <a:gd name="connsiteY132" fmla="*/ 462428 h 4999978"/>
              <a:gd name="connsiteX133" fmla="*/ 10688220 w 12192000"/>
              <a:gd name="connsiteY133" fmla="*/ 542258 h 4999978"/>
              <a:gd name="connsiteX134" fmla="*/ 11026690 w 12192000"/>
              <a:gd name="connsiteY134" fmla="*/ 550681 h 4999978"/>
              <a:gd name="connsiteX135" fmla="*/ 11113779 w 12192000"/>
              <a:gd name="connsiteY135" fmla="*/ 533868 h 4999978"/>
              <a:gd name="connsiteX136" fmla="*/ 11369556 w 12192000"/>
              <a:gd name="connsiteY136" fmla="*/ 491719 h 4999978"/>
              <a:gd name="connsiteX137" fmla="*/ 11623342 w 12192000"/>
              <a:gd name="connsiteY137" fmla="*/ 388428 h 4999978"/>
              <a:gd name="connsiteX138" fmla="*/ 11786511 w 12192000"/>
              <a:gd name="connsiteY138" fmla="*/ 358390 h 4999978"/>
              <a:gd name="connsiteX139" fmla="*/ 11862577 w 12192000"/>
              <a:gd name="connsiteY139" fmla="*/ 330549 h 4999978"/>
              <a:gd name="connsiteX140" fmla="*/ 11916612 w 12192000"/>
              <a:gd name="connsiteY140" fmla="*/ 323810 h 4999978"/>
              <a:gd name="connsiteX141" fmla="*/ 11948830 w 12192000"/>
              <a:gd name="connsiteY141" fmla="*/ 318062 h 4999978"/>
              <a:gd name="connsiteX142" fmla="*/ 12001583 w 12192000"/>
              <a:gd name="connsiteY142" fmla="*/ 279643 h 4999978"/>
              <a:gd name="connsiteX143" fmla="*/ 12174977 w 12192000"/>
              <a:gd name="connsiteY143" fmla="*/ 264652 h 4999978"/>
              <a:gd name="connsiteX144" fmla="*/ 12192000 w 12192000"/>
              <a:gd name="connsiteY144" fmla="*/ 256549 h 4999978"/>
              <a:gd name="connsiteX145" fmla="*/ 12192000 w 12192000"/>
              <a:gd name="connsiteY145" fmla="*/ 4999978 h 4999978"/>
              <a:gd name="connsiteX146" fmla="*/ 0 w 12192000"/>
              <a:gd name="connsiteY146" fmla="*/ 4999978 h 4999978"/>
              <a:gd name="connsiteX147" fmla="*/ 0 w 12192000"/>
              <a:gd name="connsiteY147" fmla="*/ 617449 h 4999978"/>
              <a:gd name="connsiteX148" fmla="*/ 11075 w 12192000"/>
              <a:gd name="connsiteY148" fmla="*/ 615178 h 4999978"/>
              <a:gd name="connsiteX149" fmla="*/ 44061 w 12192000"/>
              <a:gd name="connsiteY149" fmla="*/ 608596 h 4999978"/>
              <a:gd name="connsiteX150" fmla="*/ 136694 w 12192000"/>
              <a:gd name="connsiteY150" fmla="*/ 556415 h 4999978"/>
              <a:gd name="connsiteX151" fmla="*/ 170342 w 12192000"/>
              <a:gd name="connsiteY151" fmla="*/ 551077 h 4999978"/>
              <a:gd name="connsiteX152" fmla="*/ 168955 w 12192000"/>
              <a:gd name="connsiteY152" fmla="*/ 542164 h 4999978"/>
              <a:gd name="connsiteX153" fmla="*/ 181474 w 12192000"/>
              <a:gd name="connsiteY153" fmla="*/ 541281 h 4999978"/>
              <a:gd name="connsiteX154" fmla="*/ 209440 w 12192000"/>
              <a:gd name="connsiteY154" fmla="*/ 540561 h 4999978"/>
              <a:gd name="connsiteX155" fmla="*/ 293152 w 12192000"/>
              <a:gd name="connsiteY155" fmla="*/ 536576 h 4999978"/>
              <a:gd name="connsiteX156" fmla="*/ 315693 w 12192000"/>
              <a:gd name="connsiteY156" fmla="*/ 519030 h 4999978"/>
              <a:gd name="connsiteX157" fmla="*/ 337305 w 12192000"/>
              <a:gd name="connsiteY157" fmla="*/ 518372 h 4999978"/>
              <a:gd name="connsiteX158" fmla="*/ 462252 w 12192000"/>
              <a:gd name="connsiteY158" fmla="*/ 493151 h 4999978"/>
              <a:gd name="connsiteX159" fmla="*/ 479457 w 12192000"/>
              <a:gd name="connsiteY159" fmla="*/ 491123 h 4999978"/>
              <a:gd name="connsiteX160" fmla="*/ 488653 w 12192000"/>
              <a:gd name="connsiteY160" fmla="*/ 483257 h 4999978"/>
              <a:gd name="connsiteX161" fmla="*/ 522053 w 12192000"/>
              <a:gd name="connsiteY161" fmla="*/ 481125 h 4999978"/>
              <a:gd name="connsiteX162" fmla="*/ 523520 w 12192000"/>
              <a:gd name="connsiteY162" fmla="*/ 476713 h 4999978"/>
              <a:gd name="connsiteX163" fmla="*/ 632714 w 12192000"/>
              <a:gd name="connsiteY163" fmla="*/ 437101 h 4999978"/>
              <a:gd name="connsiteX164" fmla="*/ 651426 w 12192000"/>
              <a:gd name="connsiteY164" fmla="*/ 430544 h 4999978"/>
              <a:gd name="connsiteX165" fmla="*/ 667724 w 12192000"/>
              <a:gd name="connsiteY165" fmla="*/ 432138 h 4999978"/>
              <a:gd name="connsiteX166" fmla="*/ 757679 w 12192000"/>
              <a:gd name="connsiteY166" fmla="*/ 425145 h 4999978"/>
              <a:gd name="connsiteX167" fmla="*/ 779159 w 12192000"/>
              <a:gd name="connsiteY167" fmla="*/ 428059 h 4999978"/>
              <a:gd name="connsiteX168" fmla="*/ 788293 w 12192000"/>
              <a:gd name="connsiteY168" fmla="*/ 434863 h 4999978"/>
              <a:gd name="connsiteX169" fmla="*/ 822923 w 12192000"/>
              <a:gd name="connsiteY169" fmla="*/ 421074 h 4999978"/>
              <a:gd name="connsiteX170" fmla="*/ 876559 w 12192000"/>
              <a:gd name="connsiteY170" fmla="*/ 411088 h 4999978"/>
              <a:gd name="connsiteX171" fmla="*/ 902011 w 12192000"/>
              <a:gd name="connsiteY171" fmla="*/ 404118 h 4999978"/>
              <a:gd name="connsiteX172" fmla="*/ 922715 w 12192000"/>
              <a:gd name="connsiteY172" fmla="*/ 407699 h 4999978"/>
              <a:gd name="connsiteX173" fmla="*/ 1040139 w 12192000"/>
              <a:gd name="connsiteY173" fmla="*/ 406590 h 4999978"/>
              <a:gd name="connsiteX174" fmla="*/ 1067251 w 12192000"/>
              <a:gd name="connsiteY174" fmla="*/ 412384 h 4999978"/>
              <a:gd name="connsiteX175" fmla="*/ 1080272 w 12192000"/>
              <a:gd name="connsiteY175" fmla="*/ 424669 h 4999978"/>
              <a:gd name="connsiteX176" fmla="*/ 1090219 w 12192000"/>
              <a:gd name="connsiteY176" fmla="*/ 420026 h 4999978"/>
              <a:gd name="connsiteX177" fmla="*/ 1161226 w 12192000"/>
              <a:gd name="connsiteY177" fmla="*/ 418304 h 4999978"/>
              <a:gd name="connsiteX178" fmla="*/ 1207525 w 12192000"/>
              <a:gd name="connsiteY178" fmla="*/ 416039 h 4999978"/>
              <a:gd name="connsiteX179" fmla="*/ 1295331 w 12192000"/>
              <a:gd name="connsiteY179" fmla="*/ 402182 h 4999978"/>
              <a:gd name="connsiteX180" fmla="*/ 1347118 w 12192000"/>
              <a:gd name="connsiteY180" fmla="*/ 399704 h 4999978"/>
              <a:gd name="connsiteX181" fmla="*/ 1378108 w 12192000"/>
              <a:gd name="connsiteY181" fmla="*/ 398410 h 4999978"/>
              <a:gd name="connsiteX182" fmla="*/ 1459192 w 12192000"/>
              <a:gd name="connsiteY182" fmla="*/ 380919 h 4999978"/>
              <a:gd name="connsiteX183" fmla="*/ 1590120 w 12192000"/>
              <a:gd name="connsiteY183" fmla="*/ 317608 h 4999978"/>
              <a:gd name="connsiteX184" fmla="*/ 1631417 w 12192000"/>
              <a:gd name="connsiteY184" fmla="*/ 308227 h 4999978"/>
              <a:gd name="connsiteX185" fmla="*/ 1638727 w 12192000"/>
              <a:gd name="connsiteY185" fmla="*/ 311610 h 4999978"/>
              <a:gd name="connsiteX186" fmla="*/ 1844438 w 12192000"/>
              <a:gd name="connsiteY186" fmla="*/ 271304 h 4999978"/>
              <a:gd name="connsiteX187" fmla="*/ 1881324 w 12192000"/>
              <a:gd name="connsiteY187" fmla="*/ 268497 h 4999978"/>
              <a:gd name="connsiteX188" fmla="*/ 1908999 w 12192000"/>
              <a:gd name="connsiteY188" fmla="*/ 269338 h 4999978"/>
              <a:gd name="connsiteX189" fmla="*/ 1974956 w 12192000"/>
              <a:gd name="connsiteY189" fmla="*/ 255958 h 4999978"/>
              <a:gd name="connsiteX190" fmla="*/ 2082409 w 12192000"/>
              <a:gd name="connsiteY190" fmla="*/ 227290 h 4999978"/>
              <a:gd name="connsiteX191" fmla="*/ 2105639 w 12192000"/>
              <a:gd name="connsiteY191" fmla="*/ 222648 h 4999978"/>
              <a:gd name="connsiteX192" fmla="*/ 2126992 w 12192000"/>
              <a:gd name="connsiteY192" fmla="*/ 224468 h 4999978"/>
              <a:gd name="connsiteX193" fmla="*/ 2133154 w 12192000"/>
              <a:gd name="connsiteY193" fmla="*/ 229952 h 4999978"/>
              <a:gd name="connsiteX194" fmla="*/ 2146154 w 12192000"/>
              <a:gd name="connsiteY194" fmla="*/ 228332 h 4999978"/>
              <a:gd name="connsiteX195" fmla="*/ 2149901 w 12192000"/>
              <a:gd name="connsiteY195" fmla="*/ 229116 h 4999978"/>
              <a:gd name="connsiteX196" fmla="*/ 2171100 w 12192000"/>
              <a:gd name="connsiteY196" fmla="*/ 232389 h 4999978"/>
              <a:gd name="connsiteX197" fmla="*/ 2209148 w 12192000"/>
              <a:gd name="connsiteY197" fmla="*/ 209225 h 4999978"/>
              <a:gd name="connsiteX198" fmla="*/ 2261889 w 12192000"/>
              <a:gd name="connsiteY198" fmla="*/ 205532 h 4999978"/>
              <a:gd name="connsiteX199" fmla="*/ 2452315 w 12192000"/>
              <a:gd name="connsiteY199" fmla="*/ 152899 h 4999978"/>
              <a:gd name="connsiteX200" fmla="*/ 2495330 w 12192000"/>
              <a:gd name="connsiteY200" fmla="*/ 142101 h 4999978"/>
              <a:gd name="connsiteX201" fmla="*/ 2665623 w 12192000"/>
              <a:gd name="connsiteY201" fmla="*/ 96394 h 4999978"/>
              <a:gd name="connsiteX202" fmla="*/ 2763332 w 12192000"/>
              <a:gd name="connsiteY202" fmla="*/ 74831 h 4999978"/>
              <a:gd name="connsiteX203" fmla="*/ 2843870 w 12192000"/>
              <a:gd name="connsiteY203" fmla="*/ 47507 h 4999978"/>
              <a:gd name="connsiteX204" fmla="*/ 2862745 w 12192000"/>
              <a:gd name="connsiteY204" fmla="*/ 43242 h 4999978"/>
              <a:gd name="connsiteX205" fmla="*/ 2864596 w 12192000"/>
              <a:gd name="connsiteY205" fmla="*/ 39218 h 4999978"/>
              <a:gd name="connsiteX206" fmla="*/ 2875381 w 12192000"/>
              <a:gd name="connsiteY206" fmla="*/ 35003 h 4999978"/>
              <a:gd name="connsiteX207" fmla="*/ 2895139 w 12192000"/>
              <a:gd name="connsiteY207" fmla="*/ 24186 h 4999978"/>
              <a:gd name="connsiteX208" fmla="*/ 2932205 w 12192000"/>
              <a:gd name="connsiteY208" fmla="*/ 11873 h 4999978"/>
              <a:gd name="connsiteX209" fmla="*/ 2933310 w 12192000"/>
              <a:gd name="connsiteY209" fmla="*/ 12816 h 4999978"/>
              <a:gd name="connsiteX210" fmla="*/ 2945218 w 12192000"/>
              <a:gd name="connsiteY210" fmla="*/ 14141 h 4999978"/>
              <a:gd name="connsiteX211" fmla="*/ 2966465 w 12192000"/>
              <a:gd name="connsiteY211" fmla="*/ 14117 h 4999978"/>
              <a:gd name="connsiteX212" fmla="*/ 3016048 w 12192000"/>
              <a:gd name="connsiteY212" fmla="*/ 12381 h 4999978"/>
              <a:gd name="connsiteX213" fmla="*/ 3057077 w 12192000"/>
              <a:gd name="connsiteY213" fmla="*/ 14845 h 4999978"/>
              <a:gd name="connsiteX214" fmla="*/ 3148105 w 12192000"/>
              <a:gd name="connsiteY214" fmla="*/ 30648 h 4999978"/>
              <a:gd name="connsiteX215" fmla="*/ 3251671 w 12192000"/>
              <a:gd name="connsiteY215" fmla="*/ 31575 h 4999978"/>
              <a:gd name="connsiteX216" fmla="*/ 3351400 w 12192000"/>
              <a:gd name="connsiteY216" fmla="*/ 32687 h 4999978"/>
              <a:gd name="connsiteX217" fmla="*/ 3387481 w 12192000"/>
              <a:gd name="connsiteY217" fmla="*/ 31443 h 4999978"/>
              <a:gd name="connsiteX218" fmla="*/ 3451923 w 12192000"/>
              <a:gd name="connsiteY218" fmla="*/ 36482 h 4999978"/>
              <a:gd name="connsiteX219" fmla="*/ 3481520 w 12192000"/>
              <a:gd name="connsiteY219" fmla="*/ 43287 h 4999978"/>
              <a:gd name="connsiteX220" fmla="*/ 3482804 w 12192000"/>
              <a:gd name="connsiteY220" fmla="*/ 42812 h 4999978"/>
              <a:gd name="connsiteX221" fmla="*/ 3485495 w 12192000"/>
              <a:gd name="connsiteY221" fmla="*/ 45921 h 4999978"/>
              <a:gd name="connsiteX222" fmla="*/ 3490972 w 12192000"/>
              <a:gd name="connsiteY222" fmla="*/ 47286 h 4999978"/>
              <a:gd name="connsiteX223" fmla="*/ 3505835 w 12192000"/>
              <a:gd name="connsiteY223" fmla="*/ 46077 h 4999978"/>
              <a:gd name="connsiteX224" fmla="*/ 3511410 w 12192000"/>
              <a:gd name="connsiteY224" fmla="*/ 44808 h 4999978"/>
              <a:gd name="connsiteX225" fmla="*/ 3519598 w 12192000"/>
              <a:gd name="connsiteY225" fmla="*/ 44683 h 4999978"/>
              <a:gd name="connsiteX226" fmla="*/ 3519807 w 12192000"/>
              <a:gd name="connsiteY226" fmla="*/ 44938 h 4999978"/>
              <a:gd name="connsiteX227" fmla="*/ 3527466 w 12192000"/>
              <a:gd name="connsiteY227" fmla="*/ 44316 h 4999978"/>
              <a:gd name="connsiteX228" fmla="*/ 3564889 w 12192000"/>
              <a:gd name="connsiteY228" fmla="*/ 57394 h 4999978"/>
              <a:gd name="connsiteX229" fmla="*/ 3614922 w 12192000"/>
              <a:gd name="connsiteY229" fmla="*/ 61804 h 4999978"/>
              <a:gd name="connsiteX230" fmla="*/ 3635506 w 12192000"/>
              <a:gd name="connsiteY230" fmla="*/ 65718 h 4999978"/>
              <a:gd name="connsiteX231" fmla="*/ 3646525 w 12192000"/>
              <a:gd name="connsiteY231" fmla="*/ 69193 h 4999978"/>
              <a:gd name="connsiteX232" fmla="*/ 3647224 w 12192000"/>
              <a:gd name="connsiteY232" fmla="*/ 70303 h 4999978"/>
              <a:gd name="connsiteX233" fmla="*/ 3683100 w 12192000"/>
              <a:gd name="connsiteY233" fmla="*/ 64109 h 4999978"/>
              <a:gd name="connsiteX234" fmla="*/ 3687901 w 12192000"/>
              <a:gd name="connsiteY234" fmla="*/ 65372 h 4999978"/>
              <a:gd name="connsiteX235" fmla="*/ 3711234 w 12192000"/>
              <a:gd name="connsiteY235" fmla="*/ 58665 h 4999978"/>
              <a:gd name="connsiteX236" fmla="*/ 3723318 w 12192000"/>
              <a:gd name="connsiteY236" fmla="*/ 56625 h 4999978"/>
              <a:gd name="connsiteX237" fmla="*/ 3726677 w 12192000"/>
              <a:gd name="connsiteY237" fmla="*/ 53112 h 4999978"/>
              <a:gd name="connsiteX238" fmla="*/ 3744535 w 12192000"/>
              <a:gd name="connsiteY238" fmla="*/ 51590 h 4999978"/>
              <a:gd name="connsiteX239" fmla="*/ 3746608 w 12192000"/>
              <a:gd name="connsiteY239" fmla="*/ 52522 h 4999978"/>
              <a:gd name="connsiteX240" fmla="*/ 3761262 w 12192000"/>
              <a:gd name="connsiteY240" fmla="*/ 47147 h 4999978"/>
              <a:gd name="connsiteX241" fmla="*/ 3803931 w 12192000"/>
              <a:gd name="connsiteY241" fmla="*/ 49309 h 4999978"/>
              <a:gd name="connsiteX242" fmla="*/ 3925626 w 12192000"/>
              <a:gd name="connsiteY242" fmla="*/ 40301 h 4999978"/>
              <a:gd name="connsiteX243" fmla="*/ 4033324 w 12192000"/>
              <a:gd name="connsiteY243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83267 w 12192000"/>
              <a:gd name="connsiteY41" fmla="*/ 199617 h 4999978"/>
              <a:gd name="connsiteX42" fmla="*/ 5492371 w 12192000"/>
              <a:gd name="connsiteY42" fmla="*/ 230923 h 4999978"/>
              <a:gd name="connsiteX43" fmla="*/ 5640913 w 12192000"/>
              <a:gd name="connsiteY43" fmla="*/ 239810 h 4999978"/>
              <a:gd name="connsiteX44" fmla="*/ 5877770 w 12192000"/>
              <a:gd name="connsiteY44" fmla="*/ 283747 h 4999978"/>
              <a:gd name="connsiteX45" fmla="*/ 5989615 w 12192000"/>
              <a:gd name="connsiteY45" fmla="*/ 306445 h 4999978"/>
              <a:gd name="connsiteX46" fmla="*/ 5996857 w 12192000"/>
              <a:gd name="connsiteY46" fmla="*/ 310331 h 4999978"/>
              <a:gd name="connsiteX47" fmla="*/ 6037387 w 12192000"/>
              <a:gd name="connsiteY47" fmla="*/ 299308 h 4999978"/>
              <a:gd name="connsiteX48" fmla="*/ 6113074 w 12192000"/>
              <a:gd name="connsiteY48" fmla="*/ 312627 h 4999978"/>
              <a:gd name="connsiteX49" fmla="*/ 6280929 w 12192000"/>
              <a:gd name="connsiteY49" fmla="*/ 337226 h 4999978"/>
              <a:gd name="connsiteX50" fmla="*/ 6298665 w 12192000"/>
              <a:gd name="connsiteY50" fmla="*/ 329713 h 4999978"/>
              <a:gd name="connsiteX51" fmla="*/ 6317326 w 12192000"/>
              <a:gd name="connsiteY51" fmla="*/ 326576 h 4999978"/>
              <a:gd name="connsiteX52" fmla="*/ 6319212 w 12192000"/>
              <a:gd name="connsiteY52" fmla="*/ 327786 h 4999978"/>
              <a:gd name="connsiteX53" fmla="*/ 6339724 w 12192000"/>
              <a:gd name="connsiteY53" fmla="*/ 328880 h 4999978"/>
              <a:gd name="connsiteX54" fmla="*/ 6345010 w 12192000"/>
              <a:gd name="connsiteY54" fmla="*/ 325930 h 4999978"/>
              <a:gd name="connsiteX55" fmla="*/ 6359332 w 12192000"/>
              <a:gd name="connsiteY55" fmla="*/ 325681 h 4999978"/>
              <a:gd name="connsiteX56" fmla="*/ 6388220 w 12192000"/>
              <a:gd name="connsiteY56" fmla="*/ 322496 h 4999978"/>
              <a:gd name="connsiteX57" fmla="*/ 6392994 w 12192000"/>
              <a:gd name="connsiteY57" fmla="*/ 324426 h 4999978"/>
              <a:gd name="connsiteX58" fmla="*/ 6435581 w 12192000"/>
              <a:gd name="connsiteY58" fmla="*/ 323557 h 4999978"/>
              <a:gd name="connsiteX59" fmla="*/ 6435870 w 12192000"/>
              <a:gd name="connsiteY59" fmla="*/ 324745 h 4999978"/>
              <a:gd name="connsiteX60" fmla="*/ 6446571 w 12192000"/>
              <a:gd name="connsiteY60" fmla="*/ 329739 h 4999978"/>
              <a:gd name="connsiteX61" fmla="*/ 6467701 w 12192000"/>
              <a:gd name="connsiteY61" fmla="*/ 336547 h 4999978"/>
              <a:gd name="connsiteX62" fmla="*/ 6512727 w 12192000"/>
              <a:gd name="connsiteY62" fmla="*/ 367087 h 4999978"/>
              <a:gd name="connsiteX63" fmla="*/ 6557094 w 12192000"/>
              <a:gd name="connsiteY63" fmla="*/ 366314 h 4999978"/>
              <a:gd name="connsiteX64" fmla="*/ 6565879 w 12192000"/>
              <a:gd name="connsiteY64" fmla="*/ 366812 h 4999978"/>
              <a:gd name="connsiteX65" fmla="*/ 6565997 w 12192000"/>
              <a:gd name="connsiteY65" fmla="*/ 367092 h 4999978"/>
              <a:gd name="connsiteX66" fmla="*/ 6575147 w 12192000"/>
              <a:gd name="connsiteY66" fmla="*/ 368156 h 4999978"/>
              <a:gd name="connsiteX67" fmla="*/ 6581899 w 12192000"/>
              <a:gd name="connsiteY67" fmla="*/ 367720 h 4999978"/>
              <a:gd name="connsiteX68" fmla="*/ 6598943 w 12192000"/>
              <a:gd name="connsiteY68" fmla="*/ 368688 h 4999978"/>
              <a:gd name="connsiteX69" fmla="*/ 6604421 w 12192000"/>
              <a:gd name="connsiteY69" fmla="*/ 370815 h 4999978"/>
              <a:gd name="connsiteX70" fmla="*/ 6606035 w 12192000"/>
              <a:gd name="connsiteY70" fmla="*/ 374247 h 4999978"/>
              <a:gd name="connsiteX71" fmla="*/ 6607669 w 12192000"/>
              <a:gd name="connsiteY71" fmla="*/ 373968 h 4999978"/>
              <a:gd name="connsiteX72" fmla="*/ 6637532 w 12192000"/>
              <a:gd name="connsiteY72" fmla="*/ 384907 h 4999978"/>
              <a:gd name="connsiteX73" fmla="*/ 6706880 w 12192000"/>
              <a:gd name="connsiteY73" fmla="*/ 399163 h 4999978"/>
              <a:gd name="connsiteX74" fmla="*/ 6747500 w 12192000"/>
              <a:gd name="connsiteY74" fmla="*/ 403168 h 4999978"/>
              <a:gd name="connsiteX75" fmla="*/ 6857783 w 12192000"/>
              <a:gd name="connsiteY75" fmla="*/ 418687 h 4999978"/>
              <a:gd name="connsiteX76" fmla="*/ 6926954 w 12192000"/>
              <a:gd name="connsiteY76" fmla="*/ 416162 h 4999978"/>
              <a:gd name="connsiteX77" fmla="*/ 7024679 w 12192000"/>
              <a:gd name="connsiteY77" fmla="*/ 572534 h 4999978"/>
              <a:gd name="connsiteX78" fmla="*/ 7041715 w 12192000"/>
              <a:gd name="connsiteY78" fmla="*/ 465902 h 4999978"/>
              <a:gd name="connsiteX79" fmla="*/ 7048103 w 12192000"/>
              <a:gd name="connsiteY79" fmla="*/ 464392 h 4999978"/>
              <a:gd name="connsiteX80" fmla="*/ 7057490 w 12192000"/>
              <a:gd name="connsiteY80" fmla="*/ 463917 h 4999978"/>
              <a:gd name="connsiteX81" fmla="*/ 7057730 w 12192000"/>
              <a:gd name="connsiteY81" fmla="*/ 464165 h 4999978"/>
              <a:gd name="connsiteX82" fmla="*/ 7066511 w 12192000"/>
              <a:gd name="connsiteY82" fmla="*/ 463214 h 4999978"/>
              <a:gd name="connsiteX83" fmla="*/ 7109401 w 12192000"/>
              <a:gd name="connsiteY83" fmla="*/ 455268 h 4999978"/>
              <a:gd name="connsiteX84" fmla="*/ 7166830 w 12192000"/>
              <a:gd name="connsiteY84" fmla="*/ 477037 h 4999978"/>
              <a:gd name="connsiteX85" fmla="*/ 7190442 w 12192000"/>
              <a:gd name="connsiteY85" fmla="*/ 480090 h 4999978"/>
              <a:gd name="connsiteX86" fmla="*/ 7203083 w 12192000"/>
              <a:gd name="connsiteY86" fmla="*/ 483106 h 4999978"/>
              <a:gd name="connsiteX87" fmla="*/ 7203894 w 12192000"/>
              <a:gd name="connsiteY87" fmla="*/ 484190 h 4999978"/>
              <a:gd name="connsiteX88" fmla="*/ 7245004 w 12192000"/>
              <a:gd name="connsiteY88" fmla="*/ 476444 h 4999978"/>
              <a:gd name="connsiteX89" fmla="*/ 7250514 w 12192000"/>
              <a:gd name="connsiteY89" fmla="*/ 477506 h 4999978"/>
              <a:gd name="connsiteX90" fmla="*/ 7277246 w 12192000"/>
              <a:gd name="connsiteY90" fmla="*/ 469782 h 4999978"/>
              <a:gd name="connsiteX91" fmla="*/ 7291092 w 12192000"/>
              <a:gd name="connsiteY91" fmla="*/ 467217 h 4999978"/>
              <a:gd name="connsiteX92" fmla="*/ 7294933 w 12192000"/>
              <a:gd name="connsiteY92" fmla="*/ 463549 h 4999978"/>
              <a:gd name="connsiteX93" fmla="*/ 7315408 w 12192000"/>
              <a:gd name="connsiteY93" fmla="*/ 461260 h 4999978"/>
              <a:gd name="connsiteX94" fmla="*/ 7317786 w 12192000"/>
              <a:gd name="connsiteY94" fmla="*/ 462106 h 4999978"/>
              <a:gd name="connsiteX95" fmla="*/ 7334572 w 12192000"/>
              <a:gd name="connsiteY95" fmla="*/ 456088 h 4999978"/>
              <a:gd name="connsiteX96" fmla="*/ 7375190 w 12192000"/>
              <a:gd name="connsiteY96" fmla="*/ 449931 h 4999978"/>
              <a:gd name="connsiteX97" fmla="*/ 7522997 w 12192000"/>
              <a:gd name="connsiteY97" fmla="*/ 442209 h 4999978"/>
              <a:gd name="connsiteX98" fmla="*/ 7686985 w 12192000"/>
              <a:gd name="connsiteY98" fmla="*/ 419805 h 4999978"/>
              <a:gd name="connsiteX99" fmla="*/ 7854068 w 12192000"/>
              <a:gd name="connsiteY99" fmla="*/ 409774 h 4999978"/>
              <a:gd name="connsiteX100" fmla="*/ 8034165 w 12192000"/>
              <a:gd name="connsiteY100" fmla="*/ 391699 h 4999978"/>
              <a:gd name="connsiteX101" fmla="*/ 8094381 w 12192000"/>
              <a:gd name="connsiteY101" fmla="*/ 395718 h 4999978"/>
              <a:gd name="connsiteX102" fmla="*/ 8146898 w 12192000"/>
              <a:gd name="connsiteY102" fmla="*/ 378558 h 4999978"/>
              <a:gd name="connsiteX103" fmla="*/ 8168993 w 12192000"/>
              <a:gd name="connsiteY103" fmla="*/ 384830 h 4999978"/>
              <a:gd name="connsiteX104" fmla="*/ 8172809 w 12192000"/>
              <a:gd name="connsiteY104" fmla="*/ 386137 h 4999978"/>
              <a:gd name="connsiteX105" fmla="*/ 8187962 w 12192000"/>
              <a:gd name="connsiteY105" fmla="*/ 386433 h 4999978"/>
              <a:gd name="connsiteX106" fmla="*/ 8192382 w 12192000"/>
              <a:gd name="connsiteY106" fmla="*/ 392692 h 4999978"/>
              <a:gd name="connsiteX107" fmla="*/ 8375192 w 12192000"/>
              <a:gd name="connsiteY107" fmla="*/ 383879 h 4999978"/>
              <a:gd name="connsiteX108" fmla="*/ 8454377 w 12192000"/>
              <a:gd name="connsiteY108" fmla="*/ 380331 h 4999978"/>
              <a:gd name="connsiteX109" fmla="*/ 8484740 w 12192000"/>
              <a:gd name="connsiteY109" fmla="*/ 385159 h 4999978"/>
              <a:gd name="connsiteX110" fmla="*/ 8601673 w 12192000"/>
              <a:gd name="connsiteY110" fmla="*/ 397101 h 4999978"/>
              <a:gd name="connsiteX111" fmla="*/ 8701676 w 12192000"/>
              <a:gd name="connsiteY111" fmla="*/ 401351 h 4999978"/>
              <a:gd name="connsiteX112" fmla="*/ 8773288 w 12192000"/>
              <a:gd name="connsiteY112" fmla="*/ 378077 h 4999978"/>
              <a:gd name="connsiteX113" fmla="*/ 8779909 w 12192000"/>
              <a:gd name="connsiteY113" fmla="*/ 382446 h 4999978"/>
              <a:gd name="connsiteX114" fmla="*/ 8829932 w 12192000"/>
              <a:gd name="connsiteY114" fmla="*/ 379243 h 4999978"/>
              <a:gd name="connsiteX115" fmla="*/ 9003386 w 12192000"/>
              <a:gd name="connsiteY115" fmla="*/ 336242 h 4999978"/>
              <a:gd name="connsiteX116" fmla="*/ 9101185 w 12192000"/>
              <a:gd name="connsiteY116" fmla="*/ 330862 h 4999978"/>
              <a:gd name="connsiteX117" fmla="*/ 9136185 w 12192000"/>
              <a:gd name="connsiteY117" fmla="*/ 334078 h 4999978"/>
              <a:gd name="connsiteX118" fmla="*/ 9194801 w 12192000"/>
              <a:gd name="connsiteY118" fmla="*/ 339149 h 4999978"/>
              <a:gd name="connsiteX119" fmla="*/ 9239316 w 12192000"/>
              <a:gd name="connsiteY119" fmla="*/ 355558 h 4999978"/>
              <a:gd name="connsiteX120" fmla="*/ 9288052 w 12192000"/>
              <a:gd name="connsiteY120" fmla="*/ 354796 h 4999978"/>
              <a:gd name="connsiteX121" fmla="*/ 9298465 w 12192000"/>
              <a:gd name="connsiteY121" fmla="*/ 338296 h 4999978"/>
              <a:gd name="connsiteX122" fmla="*/ 9350892 w 12192000"/>
              <a:gd name="connsiteY122" fmla="*/ 342778 h 4999978"/>
              <a:gd name="connsiteX123" fmla="*/ 9430522 w 12192000"/>
              <a:gd name="connsiteY123" fmla="*/ 351368 h 4999978"/>
              <a:gd name="connsiteX124" fmla="*/ 9476215 w 12192000"/>
              <a:gd name="connsiteY124" fmla="*/ 352107 h 4999978"/>
              <a:gd name="connsiteX125" fmla="*/ 9601276 w 12192000"/>
              <a:gd name="connsiteY125" fmla="*/ 358704 h 4999978"/>
              <a:gd name="connsiteX126" fmla="*/ 9726733 w 12192000"/>
              <a:gd name="connsiteY126" fmla="*/ 368801 h 4999978"/>
              <a:gd name="connsiteX127" fmla="*/ 9802144 w 12192000"/>
              <a:gd name="connsiteY127" fmla="*/ 394479 h 4999978"/>
              <a:gd name="connsiteX128" fmla="*/ 9905153 w 12192000"/>
              <a:gd name="connsiteY128" fmla="*/ 400650 h 4999978"/>
              <a:gd name="connsiteX129" fmla="*/ 9922553 w 12192000"/>
              <a:gd name="connsiteY129" fmla="*/ 404569 h 4999978"/>
              <a:gd name="connsiteX130" fmla="*/ 10044658 w 12192000"/>
              <a:gd name="connsiteY130" fmla="*/ 418077 h 4999978"/>
              <a:gd name="connsiteX131" fmla="*/ 10184585 w 12192000"/>
              <a:gd name="connsiteY131" fmla="*/ 407138 h 4999978"/>
              <a:gd name="connsiteX132" fmla="*/ 10366435 w 12192000"/>
              <a:gd name="connsiteY132" fmla="*/ 462428 h 4999978"/>
              <a:gd name="connsiteX133" fmla="*/ 10688220 w 12192000"/>
              <a:gd name="connsiteY133" fmla="*/ 542258 h 4999978"/>
              <a:gd name="connsiteX134" fmla="*/ 11026690 w 12192000"/>
              <a:gd name="connsiteY134" fmla="*/ 550681 h 4999978"/>
              <a:gd name="connsiteX135" fmla="*/ 11113779 w 12192000"/>
              <a:gd name="connsiteY135" fmla="*/ 533868 h 4999978"/>
              <a:gd name="connsiteX136" fmla="*/ 11369556 w 12192000"/>
              <a:gd name="connsiteY136" fmla="*/ 491719 h 4999978"/>
              <a:gd name="connsiteX137" fmla="*/ 11623342 w 12192000"/>
              <a:gd name="connsiteY137" fmla="*/ 388428 h 4999978"/>
              <a:gd name="connsiteX138" fmla="*/ 11786511 w 12192000"/>
              <a:gd name="connsiteY138" fmla="*/ 358390 h 4999978"/>
              <a:gd name="connsiteX139" fmla="*/ 11862577 w 12192000"/>
              <a:gd name="connsiteY139" fmla="*/ 330549 h 4999978"/>
              <a:gd name="connsiteX140" fmla="*/ 11916612 w 12192000"/>
              <a:gd name="connsiteY140" fmla="*/ 323810 h 4999978"/>
              <a:gd name="connsiteX141" fmla="*/ 11948830 w 12192000"/>
              <a:gd name="connsiteY141" fmla="*/ 318062 h 4999978"/>
              <a:gd name="connsiteX142" fmla="*/ 12001583 w 12192000"/>
              <a:gd name="connsiteY142" fmla="*/ 279643 h 4999978"/>
              <a:gd name="connsiteX143" fmla="*/ 12174977 w 12192000"/>
              <a:gd name="connsiteY143" fmla="*/ 264652 h 4999978"/>
              <a:gd name="connsiteX144" fmla="*/ 12192000 w 12192000"/>
              <a:gd name="connsiteY144" fmla="*/ 256549 h 4999978"/>
              <a:gd name="connsiteX145" fmla="*/ 12192000 w 12192000"/>
              <a:gd name="connsiteY145" fmla="*/ 4999978 h 4999978"/>
              <a:gd name="connsiteX146" fmla="*/ 0 w 12192000"/>
              <a:gd name="connsiteY146" fmla="*/ 4999978 h 4999978"/>
              <a:gd name="connsiteX147" fmla="*/ 0 w 12192000"/>
              <a:gd name="connsiteY147" fmla="*/ 617449 h 4999978"/>
              <a:gd name="connsiteX148" fmla="*/ 11075 w 12192000"/>
              <a:gd name="connsiteY148" fmla="*/ 615178 h 4999978"/>
              <a:gd name="connsiteX149" fmla="*/ 44061 w 12192000"/>
              <a:gd name="connsiteY149" fmla="*/ 608596 h 4999978"/>
              <a:gd name="connsiteX150" fmla="*/ 136694 w 12192000"/>
              <a:gd name="connsiteY150" fmla="*/ 556415 h 4999978"/>
              <a:gd name="connsiteX151" fmla="*/ 170342 w 12192000"/>
              <a:gd name="connsiteY151" fmla="*/ 551077 h 4999978"/>
              <a:gd name="connsiteX152" fmla="*/ 168955 w 12192000"/>
              <a:gd name="connsiteY152" fmla="*/ 542164 h 4999978"/>
              <a:gd name="connsiteX153" fmla="*/ 181474 w 12192000"/>
              <a:gd name="connsiteY153" fmla="*/ 541281 h 4999978"/>
              <a:gd name="connsiteX154" fmla="*/ 209440 w 12192000"/>
              <a:gd name="connsiteY154" fmla="*/ 540561 h 4999978"/>
              <a:gd name="connsiteX155" fmla="*/ 293152 w 12192000"/>
              <a:gd name="connsiteY155" fmla="*/ 536576 h 4999978"/>
              <a:gd name="connsiteX156" fmla="*/ 315693 w 12192000"/>
              <a:gd name="connsiteY156" fmla="*/ 519030 h 4999978"/>
              <a:gd name="connsiteX157" fmla="*/ 337305 w 12192000"/>
              <a:gd name="connsiteY157" fmla="*/ 518372 h 4999978"/>
              <a:gd name="connsiteX158" fmla="*/ 462252 w 12192000"/>
              <a:gd name="connsiteY158" fmla="*/ 493151 h 4999978"/>
              <a:gd name="connsiteX159" fmla="*/ 479457 w 12192000"/>
              <a:gd name="connsiteY159" fmla="*/ 491123 h 4999978"/>
              <a:gd name="connsiteX160" fmla="*/ 488653 w 12192000"/>
              <a:gd name="connsiteY160" fmla="*/ 483257 h 4999978"/>
              <a:gd name="connsiteX161" fmla="*/ 522053 w 12192000"/>
              <a:gd name="connsiteY161" fmla="*/ 481125 h 4999978"/>
              <a:gd name="connsiteX162" fmla="*/ 523520 w 12192000"/>
              <a:gd name="connsiteY162" fmla="*/ 476713 h 4999978"/>
              <a:gd name="connsiteX163" fmla="*/ 632714 w 12192000"/>
              <a:gd name="connsiteY163" fmla="*/ 437101 h 4999978"/>
              <a:gd name="connsiteX164" fmla="*/ 651426 w 12192000"/>
              <a:gd name="connsiteY164" fmla="*/ 430544 h 4999978"/>
              <a:gd name="connsiteX165" fmla="*/ 667724 w 12192000"/>
              <a:gd name="connsiteY165" fmla="*/ 432138 h 4999978"/>
              <a:gd name="connsiteX166" fmla="*/ 757679 w 12192000"/>
              <a:gd name="connsiteY166" fmla="*/ 425145 h 4999978"/>
              <a:gd name="connsiteX167" fmla="*/ 779159 w 12192000"/>
              <a:gd name="connsiteY167" fmla="*/ 428059 h 4999978"/>
              <a:gd name="connsiteX168" fmla="*/ 788293 w 12192000"/>
              <a:gd name="connsiteY168" fmla="*/ 434863 h 4999978"/>
              <a:gd name="connsiteX169" fmla="*/ 822923 w 12192000"/>
              <a:gd name="connsiteY169" fmla="*/ 421074 h 4999978"/>
              <a:gd name="connsiteX170" fmla="*/ 876559 w 12192000"/>
              <a:gd name="connsiteY170" fmla="*/ 411088 h 4999978"/>
              <a:gd name="connsiteX171" fmla="*/ 902011 w 12192000"/>
              <a:gd name="connsiteY171" fmla="*/ 404118 h 4999978"/>
              <a:gd name="connsiteX172" fmla="*/ 922715 w 12192000"/>
              <a:gd name="connsiteY172" fmla="*/ 407699 h 4999978"/>
              <a:gd name="connsiteX173" fmla="*/ 1040139 w 12192000"/>
              <a:gd name="connsiteY173" fmla="*/ 406590 h 4999978"/>
              <a:gd name="connsiteX174" fmla="*/ 1067251 w 12192000"/>
              <a:gd name="connsiteY174" fmla="*/ 412384 h 4999978"/>
              <a:gd name="connsiteX175" fmla="*/ 1080272 w 12192000"/>
              <a:gd name="connsiteY175" fmla="*/ 424669 h 4999978"/>
              <a:gd name="connsiteX176" fmla="*/ 1090219 w 12192000"/>
              <a:gd name="connsiteY176" fmla="*/ 420026 h 4999978"/>
              <a:gd name="connsiteX177" fmla="*/ 1161226 w 12192000"/>
              <a:gd name="connsiteY177" fmla="*/ 418304 h 4999978"/>
              <a:gd name="connsiteX178" fmla="*/ 1207525 w 12192000"/>
              <a:gd name="connsiteY178" fmla="*/ 416039 h 4999978"/>
              <a:gd name="connsiteX179" fmla="*/ 1295331 w 12192000"/>
              <a:gd name="connsiteY179" fmla="*/ 402182 h 4999978"/>
              <a:gd name="connsiteX180" fmla="*/ 1347118 w 12192000"/>
              <a:gd name="connsiteY180" fmla="*/ 399704 h 4999978"/>
              <a:gd name="connsiteX181" fmla="*/ 1378108 w 12192000"/>
              <a:gd name="connsiteY181" fmla="*/ 398410 h 4999978"/>
              <a:gd name="connsiteX182" fmla="*/ 1459192 w 12192000"/>
              <a:gd name="connsiteY182" fmla="*/ 380919 h 4999978"/>
              <a:gd name="connsiteX183" fmla="*/ 1590120 w 12192000"/>
              <a:gd name="connsiteY183" fmla="*/ 317608 h 4999978"/>
              <a:gd name="connsiteX184" fmla="*/ 1631417 w 12192000"/>
              <a:gd name="connsiteY184" fmla="*/ 308227 h 4999978"/>
              <a:gd name="connsiteX185" fmla="*/ 1638727 w 12192000"/>
              <a:gd name="connsiteY185" fmla="*/ 311610 h 4999978"/>
              <a:gd name="connsiteX186" fmla="*/ 1844438 w 12192000"/>
              <a:gd name="connsiteY186" fmla="*/ 271304 h 4999978"/>
              <a:gd name="connsiteX187" fmla="*/ 1881324 w 12192000"/>
              <a:gd name="connsiteY187" fmla="*/ 268497 h 4999978"/>
              <a:gd name="connsiteX188" fmla="*/ 1908999 w 12192000"/>
              <a:gd name="connsiteY188" fmla="*/ 269338 h 4999978"/>
              <a:gd name="connsiteX189" fmla="*/ 1974956 w 12192000"/>
              <a:gd name="connsiteY189" fmla="*/ 255958 h 4999978"/>
              <a:gd name="connsiteX190" fmla="*/ 2082409 w 12192000"/>
              <a:gd name="connsiteY190" fmla="*/ 227290 h 4999978"/>
              <a:gd name="connsiteX191" fmla="*/ 2105639 w 12192000"/>
              <a:gd name="connsiteY191" fmla="*/ 222648 h 4999978"/>
              <a:gd name="connsiteX192" fmla="*/ 2126992 w 12192000"/>
              <a:gd name="connsiteY192" fmla="*/ 224468 h 4999978"/>
              <a:gd name="connsiteX193" fmla="*/ 2133154 w 12192000"/>
              <a:gd name="connsiteY193" fmla="*/ 229952 h 4999978"/>
              <a:gd name="connsiteX194" fmla="*/ 2146154 w 12192000"/>
              <a:gd name="connsiteY194" fmla="*/ 228332 h 4999978"/>
              <a:gd name="connsiteX195" fmla="*/ 2149901 w 12192000"/>
              <a:gd name="connsiteY195" fmla="*/ 229116 h 4999978"/>
              <a:gd name="connsiteX196" fmla="*/ 2171100 w 12192000"/>
              <a:gd name="connsiteY196" fmla="*/ 232389 h 4999978"/>
              <a:gd name="connsiteX197" fmla="*/ 2209148 w 12192000"/>
              <a:gd name="connsiteY197" fmla="*/ 209225 h 4999978"/>
              <a:gd name="connsiteX198" fmla="*/ 2261889 w 12192000"/>
              <a:gd name="connsiteY198" fmla="*/ 205532 h 4999978"/>
              <a:gd name="connsiteX199" fmla="*/ 2452315 w 12192000"/>
              <a:gd name="connsiteY199" fmla="*/ 152899 h 4999978"/>
              <a:gd name="connsiteX200" fmla="*/ 2495330 w 12192000"/>
              <a:gd name="connsiteY200" fmla="*/ 142101 h 4999978"/>
              <a:gd name="connsiteX201" fmla="*/ 2665623 w 12192000"/>
              <a:gd name="connsiteY201" fmla="*/ 96394 h 4999978"/>
              <a:gd name="connsiteX202" fmla="*/ 2763332 w 12192000"/>
              <a:gd name="connsiteY202" fmla="*/ 74831 h 4999978"/>
              <a:gd name="connsiteX203" fmla="*/ 2843870 w 12192000"/>
              <a:gd name="connsiteY203" fmla="*/ 47507 h 4999978"/>
              <a:gd name="connsiteX204" fmla="*/ 2862745 w 12192000"/>
              <a:gd name="connsiteY204" fmla="*/ 43242 h 4999978"/>
              <a:gd name="connsiteX205" fmla="*/ 2864596 w 12192000"/>
              <a:gd name="connsiteY205" fmla="*/ 39218 h 4999978"/>
              <a:gd name="connsiteX206" fmla="*/ 2875381 w 12192000"/>
              <a:gd name="connsiteY206" fmla="*/ 35003 h 4999978"/>
              <a:gd name="connsiteX207" fmla="*/ 2895139 w 12192000"/>
              <a:gd name="connsiteY207" fmla="*/ 24186 h 4999978"/>
              <a:gd name="connsiteX208" fmla="*/ 2932205 w 12192000"/>
              <a:gd name="connsiteY208" fmla="*/ 11873 h 4999978"/>
              <a:gd name="connsiteX209" fmla="*/ 2933310 w 12192000"/>
              <a:gd name="connsiteY209" fmla="*/ 12816 h 4999978"/>
              <a:gd name="connsiteX210" fmla="*/ 2945218 w 12192000"/>
              <a:gd name="connsiteY210" fmla="*/ 14141 h 4999978"/>
              <a:gd name="connsiteX211" fmla="*/ 2966465 w 12192000"/>
              <a:gd name="connsiteY211" fmla="*/ 14117 h 4999978"/>
              <a:gd name="connsiteX212" fmla="*/ 3016048 w 12192000"/>
              <a:gd name="connsiteY212" fmla="*/ 12381 h 4999978"/>
              <a:gd name="connsiteX213" fmla="*/ 3057077 w 12192000"/>
              <a:gd name="connsiteY213" fmla="*/ 14845 h 4999978"/>
              <a:gd name="connsiteX214" fmla="*/ 3148105 w 12192000"/>
              <a:gd name="connsiteY214" fmla="*/ 30648 h 4999978"/>
              <a:gd name="connsiteX215" fmla="*/ 3251671 w 12192000"/>
              <a:gd name="connsiteY215" fmla="*/ 31575 h 4999978"/>
              <a:gd name="connsiteX216" fmla="*/ 3351400 w 12192000"/>
              <a:gd name="connsiteY216" fmla="*/ 32687 h 4999978"/>
              <a:gd name="connsiteX217" fmla="*/ 3387481 w 12192000"/>
              <a:gd name="connsiteY217" fmla="*/ 31443 h 4999978"/>
              <a:gd name="connsiteX218" fmla="*/ 3451923 w 12192000"/>
              <a:gd name="connsiteY218" fmla="*/ 36482 h 4999978"/>
              <a:gd name="connsiteX219" fmla="*/ 3481520 w 12192000"/>
              <a:gd name="connsiteY219" fmla="*/ 43287 h 4999978"/>
              <a:gd name="connsiteX220" fmla="*/ 3482804 w 12192000"/>
              <a:gd name="connsiteY220" fmla="*/ 42812 h 4999978"/>
              <a:gd name="connsiteX221" fmla="*/ 3485495 w 12192000"/>
              <a:gd name="connsiteY221" fmla="*/ 45921 h 4999978"/>
              <a:gd name="connsiteX222" fmla="*/ 3490972 w 12192000"/>
              <a:gd name="connsiteY222" fmla="*/ 47286 h 4999978"/>
              <a:gd name="connsiteX223" fmla="*/ 3505835 w 12192000"/>
              <a:gd name="connsiteY223" fmla="*/ 46077 h 4999978"/>
              <a:gd name="connsiteX224" fmla="*/ 3511410 w 12192000"/>
              <a:gd name="connsiteY224" fmla="*/ 44808 h 4999978"/>
              <a:gd name="connsiteX225" fmla="*/ 3519598 w 12192000"/>
              <a:gd name="connsiteY225" fmla="*/ 44683 h 4999978"/>
              <a:gd name="connsiteX226" fmla="*/ 3519807 w 12192000"/>
              <a:gd name="connsiteY226" fmla="*/ 44938 h 4999978"/>
              <a:gd name="connsiteX227" fmla="*/ 3527466 w 12192000"/>
              <a:gd name="connsiteY227" fmla="*/ 44316 h 4999978"/>
              <a:gd name="connsiteX228" fmla="*/ 3564889 w 12192000"/>
              <a:gd name="connsiteY228" fmla="*/ 57394 h 4999978"/>
              <a:gd name="connsiteX229" fmla="*/ 3614922 w 12192000"/>
              <a:gd name="connsiteY229" fmla="*/ 61804 h 4999978"/>
              <a:gd name="connsiteX230" fmla="*/ 3635506 w 12192000"/>
              <a:gd name="connsiteY230" fmla="*/ 65718 h 4999978"/>
              <a:gd name="connsiteX231" fmla="*/ 3646525 w 12192000"/>
              <a:gd name="connsiteY231" fmla="*/ 69193 h 4999978"/>
              <a:gd name="connsiteX232" fmla="*/ 3647224 w 12192000"/>
              <a:gd name="connsiteY232" fmla="*/ 70303 h 4999978"/>
              <a:gd name="connsiteX233" fmla="*/ 3683100 w 12192000"/>
              <a:gd name="connsiteY233" fmla="*/ 64109 h 4999978"/>
              <a:gd name="connsiteX234" fmla="*/ 3687901 w 12192000"/>
              <a:gd name="connsiteY234" fmla="*/ 65372 h 4999978"/>
              <a:gd name="connsiteX235" fmla="*/ 3711234 w 12192000"/>
              <a:gd name="connsiteY235" fmla="*/ 58665 h 4999978"/>
              <a:gd name="connsiteX236" fmla="*/ 3723318 w 12192000"/>
              <a:gd name="connsiteY236" fmla="*/ 56625 h 4999978"/>
              <a:gd name="connsiteX237" fmla="*/ 3726677 w 12192000"/>
              <a:gd name="connsiteY237" fmla="*/ 53112 h 4999978"/>
              <a:gd name="connsiteX238" fmla="*/ 3744535 w 12192000"/>
              <a:gd name="connsiteY238" fmla="*/ 51590 h 4999978"/>
              <a:gd name="connsiteX239" fmla="*/ 3746608 w 12192000"/>
              <a:gd name="connsiteY239" fmla="*/ 52522 h 4999978"/>
              <a:gd name="connsiteX240" fmla="*/ 3761262 w 12192000"/>
              <a:gd name="connsiteY240" fmla="*/ 47147 h 4999978"/>
              <a:gd name="connsiteX241" fmla="*/ 3803931 w 12192000"/>
              <a:gd name="connsiteY241" fmla="*/ 49309 h 4999978"/>
              <a:gd name="connsiteX242" fmla="*/ 3925626 w 12192000"/>
              <a:gd name="connsiteY242" fmla="*/ 40301 h 4999978"/>
              <a:gd name="connsiteX243" fmla="*/ 4033324 w 12192000"/>
              <a:gd name="connsiteY243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83267 w 12192000"/>
              <a:gd name="connsiteY41" fmla="*/ 199617 h 4999978"/>
              <a:gd name="connsiteX42" fmla="*/ 5492371 w 12192000"/>
              <a:gd name="connsiteY42" fmla="*/ 230923 h 4999978"/>
              <a:gd name="connsiteX43" fmla="*/ 5640913 w 12192000"/>
              <a:gd name="connsiteY43" fmla="*/ 239810 h 4999978"/>
              <a:gd name="connsiteX44" fmla="*/ 5877770 w 12192000"/>
              <a:gd name="connsiteY44" fmla="*/ 283747 h 4999978"/>
              <a:gd name="connsiteX45" fmla="*/ 5989615 w 12192000"/>
              <a:gd name="connsiteY45" fmla="*/ 306445 h 4999978"/>
              <a:gd name="connsiteX46" fmla="*/ 5996857 w 12192000"/>
              <a:gd name="connsiteY46" fmla="*/ 310331 h 4999978"/>
              <a:gd name="connsiteX47" fmla="*/ 6037387 w 12192000"/>
              <a:gd name="connsiteY47" fmla="*/ 299308 h 4999978"/>
              <a:gd name="connsiteX48" fmla="*/ 6113074 w 12192000"/>
              <a:gd name="connsiteY48" fmla="*/ 312627 h 4999978"/>
              <a:gd name="connsiteX49" fmla="*/ 6280929 w 12192000"/>
              <a:gd name="connsiteY49" fmla="*/ 337226 h 4999978"/>
              <a:gd name="connsiteX50" fmla="*/ 6298665 w 12192000"/>
              <a:gd name="connsiteY50" fmla="*/ 329713 h 4999978"/>
              <a:gd name="connsiteX51" fmla="*/ 6317326 w 12192000"/>
              <a:gd name="connsiteY51" fmla="*/ 326576 h 4999978"/>
              <a:gd name="connsiteX52" fmla="*/ 6319212 w 12192000"/>
              <a:gd name="connsiteY52" fmla="*/ 327786 h 4999978"/>
              <a:gd name="connsiteX53" fmla="*/ 6339724 w 12192000"/>
              <a:gd name="connsiteY53" fmla="*/ 328880 h 4999978"/>
              <a:gd name="connsiteX54" fmla="*/ 6345010 w 12192000"/>
              <a:gd name="connsiteY54" fmla="*/ 325930 h 4999978"/>
              <a:gd name="connsiteX55" fmla="*/ 6359332 w 12192000"/>
              <a:gd name="connsiteY55" fmla="*/ 325681 h 4999978"/>
              <a:gd name="connsiteX56" fmla="*/ 6388220 w 12192000"/>
              <a:gd name="connsiteY56" fmla="*/ 322496 h 4999978"/>
              <a:gd name="connsiteX57" fmla="*/ 6392994 w 12192000"/>
              <a:gd name="connsiteY57" fmla="*/ 324426 h 4999978"/>
              <a:gd name="connsiteX58" fmla="*/ 6435581 w 12192000"/>
              <a:gd name="connsiteY58" fmla="*/ 323557 h 4999978"/>
              <a:gd name="connsiteX59" fmla="*/ 6435870 w 12192000"/>
              <a:gd name="connsiteY59" fmla="*/ 324745 h 4999978"/>
              <a:gd name="connsiteX60" fmla="*/ 6446571 w 12192000"/>
              <a:gd name="connsiteY60" fmla="*/ 329739 h 4999978"/>
              <a:gd name="connsiteX61" fmla="*/ 6467701 w 12192000"/>
              <a:gd name="connsiteY61" fmla="*/ 336547 h 4999978"/>
              <a:gd name="connsiteX62" fmla="*/ 6512727 w 12192000"/>
              <a:gd name="connsiteY62" fmla="*/ 367087 h 4999978"/>
              <a:gd name="connsiteX63" fmla="*/ 6557094 w 12192000"/>
              <a:gd name="connsiteY63" fmla="*/ 366314 h 4999978"/>
              <a:gd name="connsiteX64" fmla="*/ 6565879 w 12192000"/>
              <a:gd name="connsiteY64" fmla="*/ 366812 h 4999978"/>
              <a:gd name="connsiteX65" fmla="*/ 6565997 w 12192000"/>
              <a:gd name="connsiteY65" fmla="*/ 367092 h 4999978"/>
              <a:gd name="connsiteX66" fmla="*/ 6575147 w 12192000"/>
              <a:gd name="connsiteY66" fmla="*/ 368156 h 4999978"/>
              <a:gd name="connsiteX67" fmla="*/ 6581899 w 12192000"/>
              <a:gd name="connsiteY67" fmla="*/ 367720 h 4999978"/>
              <a:gd name="connsiteX68" fmla="*/ 6598943 w 12192000"/>
              <a:gd name="connsiteY68" fmla="*/ 368688 h 4999978"/>
              <a:gd name="connsiteX69" fmla="*/ 6604421 w 12192000"/>
              <a:gd name="connsiteY69" fmla="*/ 370815 h 4999978"/>
              <a:gd name="connsiteX70" fmla="*/ 6606035 w 12192000"/>
              <a:gd name="connsiteY70" fmla="*/ 374247 h 4999978"/>
              <a:gd name="connsiteX71" fmla="*/ 6607669 w 12192000"/>
              <a:gd name="connsiteY71" fmla="*/ 373968 h 4999978"/>
              <a:gd name="connsiteX72" fmla="*/ 6637532 w 12192000"/>
              <a:gd name="connsiteY72" fmla="*/ 384907 h 4999978"/>
              <a:gd name="connsiteX73" fmla="*/ 6706880 w 12192000"/>
              <a:gd name="connsiteY73" fmla="*/ 399163 h 4999978"/>
              <a:gd name="connsiteX74" fmla="*/ 6747500 w 12192000"/>
              <a:gd name="connsiteY74" fmla="*/ 403168 h 4999978"/>
              <a:gd name="connsiteX75" fmla="*/ 6857783 w 12192000"/>
              <a:gd name="connsiteY75" fmla="*/ 418687 h 4999978"/>
              <a:gd name="connsiteX76" fmla="*/ 6926954 w 12192000"/>
              <a:gd name="connsiteY76" fmla="*/ 416162 h 4999978"/>
              <a:gd name="connsiteX77" fmla="*/ 6990389 w 12192000"/>
              <a:gd name="connsiteY77" fmla="*/ 425060 h 4999978"/>
              <a:gd name="connsiteX78" fmla="*/ 7041715 w 12192000"/>
              <a:gd name="connsiteY78" fmla="*/ 465902 h 4999978"/>
              <a:gd name="connsiteX79" fmla="*/ 7048103 w 12192000"/>
              <a:gd name="connsiteY79" fmla="*/ 464392 h 4999978"/>
              <a:gd name="connsiteX80" fmla="*/ 7057490 w 12192000"/>
              <a:gd name="connsiteY80" fmla="*/ 463917 h 4999978"/>
              <a:gd name="connsiteX81" fmla="*/ 7057730 w 12192000"/>
              <a:gd name="connsiteY81" fmla="*/ 464165 h 4999978"/>
              <a:gd name="connsiteX82" fmla="*/ 7066511 w 12192000"/>
              <a:gd name="connsiteY82" fmla="*/ 463214 h 4999978"/>
              <a:gd name="connsiteX83" fmla="*/ 7109401 w 12192000"/>
              <a:gd name="connsiteY83" fmla="*/ 455268 h 4999978"/>
              <a:gd name="connsiteX84" fmla="*/ 7166830 w 12192000"/>
              <a:gd name="connsiteY84" fmla="*/ 477037 h 4999978"/>
              <a:gd name="connsiteX85" fmla="*/ 7190442 w 12192000"/>
              <a:gd name="connsiteY85" fmla="*/ 480090 h 4999978"/>
              <a:gd name="connsiteX86" fmla="*/ 7203083 w 12192000"/>
              <a:gd name="connsiteY86" fmla="*/ 483106 h 4999978"/>
              <a:gd name="connsiteX87" fmla="*/ 7203894 w 12192000"/>
              <a:gd name="connsiteY87" fmla="*/ 484190 h 4999978"/>
              <a:gd name="connsiteX88" fmla="*/ 7245004 w 12192000"/>
              <a:gd name="connsiteY88" fmla="*/ 476444 h 4999978"/>
              <a:gd name="connsiteX89" fmla="*/ 7250514 w 12192000"/>
              <a:gd name="connsiteY89" fmla="*/ 477506 h 4999978"/>
              <a:gd name="connsiteX90" fmla="*/ 7277246 w 12192000"/>
              <a:gd name="connsiteY90" fmla="*/ 469782 h 4999978"/>
              <a:gd name="connsiteX91" fmla="*/ 7291092 w 12192000"/>
              <a:gd name="connsiteY91" fmla="*/ 467217 h 4999978"/>
              <a:gd name="connsiteX92" fmla="*/ 7294933 w 12192000"/>
              <a:gd name="connsiteY92" fmla="*/ 463549 h 4999978"/>
              <a:gd name="connsiteX93" fmla="*/ 7315408 w 12192000"/>
              <a:gd name="connsiteY93" fmla="*/ 461260 h 4999978"/>
              <a:gd name="connsiteX94" fmla="*/ 7317786 w 12192000"/>
              <a:gd name="connsiteY94" fmla="*/ 462106 h 4999978"/>
              <a:gd name="connsiteX95" fmla="*/ 7334572 w 12192000"/>
              <a:gd name="connsiteY95" fmla="*/ 456088 h 4999978"/>
              <a:gd name="connsiteX96" fmla="*/ 7375190 w 12192000"/>
              <a:gd name="connsiteY96" fmla="*/ 449931 h 4999978"/>
              <a:gd name="connsiteX97" fmla="*/ 7522997 w 12192000"/>
              <a:gd name="connsiteY97" fmla="*/ 442209 h 4999978"/>
              <a:gd name="connsiteX98" fmla="*/ 7686985 w 12192000"/>
              <a:gd name="connsiteY98" fmla="*/ 419805 h 4999978"/>
              <a:gd name="connsiteX99" fmla="*/ 7854068 w 12192000"/>
              <a:gd name="connsiteY99" fmla="*/ 409774 h 4999978"/>
              <a:gd name="connsiteX100" fmla="*/ 8034165 w 12192000"/>
              <a:gd name="connsiteY100" fmla="*/ 391699 h 4999978"/>
              <a:gd name="connsiteX101" fmla="*/ 8094381 w 12192000"/>
              <a:gd name="connsiteY101" fmla="*/ 395718 h 4999978"/>
              <a:gd name="connsiteX102" fmla="*/ 8146898 w 12192000"/>
              <a:gd name="connsiteY102" fmla="*/ 378558 h 4999978"/>
              <a:gd name="connsiteX103" fmla="*/ 8168993 w 12192000"/>
              <a:gd name="connsiteY103" fmla="*/ 384830 h 4999978"/>
              <a:gd name="connsiteX104" fmla="*/ 8172809 w 12192000"/>
              <a:gd name="connsiteY104" fmla="*/ 386137 h 4999978"/>
              <a:gd name="connsiteX105" fmla="*/ 8187962 w 12192000"/>
              <a:gd name="connsiteY105" fmla="*/ 386433 h 4999978"/>
              <a:gd name="connsiteX106" fmla="*/ 8192382 w 12192000"/>
              <a:gd name="connsiteY106" fmla="*/ 392692 h 4999978"/>
              <a:gd name="connsiteX107" fmla="*/ 8375192 w 12192000"/>
              <a:gd name="connsiteY107" fmla="*/ 383879 h 4999978"/>
              <a:gd name="connsiteX108" fmla="*/ 8454377 w 12192000"/>
              <a:gd name="connsiteY108" fmla="*/ 380331 h 4999978"/>
              <a:gd name="connsiteX109" fmla="*/ 8484740 w 12192000"/>
              <a:gd name="connsiteY109" fmla="*/ 385159 h 4999978"/>
              <a:gd name="connsiteX110" fmla="*/ 8601673 w 12192000"/>
              <a:gd name="connsiteY110" fmla="*/ 397101 h 4999978"/>
              <a:gd name="connsiteX111" fmla="*/ 8701676 w 12192000"/>
              <a:gd name="connsiteY111" fmla="*/ 401351 h 4999978"/>
              <a:gd name="connsiteX112" fmla="*/ 8773288 w 12192000"/>
              <a:gd name="connsiteY112" fmla="*/ 378077 h 4999978"/>
              <a:gd name="connsiteX113" fmla="*/ 8779909 w 12192000"/>
              <a:gd name="connsiteY113" fmla="*/ 382446 h 4999978"/>
              <a:gd name="connsiteX114" fmla="*/ 8829932 w 12192000"/>
              <a:gd name="connsiteY114" fmla="*/ 379243 h 4999978"/>
              <a:gd name="connsiteX115" fmla="*/ 9003386 w 12192000"/>
              <a:gd name="connsiteY115" fmla="*/ 336242 h 4999978"/>
              <a:gd name="connsiteX116" fmla="*/ 9101185 w 12192000"/>
              <a:gd name="connsiteY116" fmla="*/ 330862 h 4999978"/>
              <a:gd name="connsiteX117" fmla="*/ 9136185 w 12192000"/>
              <a:gd name="connsiteY117" fmla="*/ 334078 h 4999978"/>
              <a:gd name="connsiteX118" fmla="*/ 9194801 w 12192000"/>
              <a:gd name="connsiteY118" fmla="*/ 339149 h 4999978"/>
              <a:gd name="connsiteX119" fmla="*/ 9239316 w 12192000"/>
              <a:gd name="connsiteY119" fmla="*/ 355558 h 4999978"/>
              <a:gd name="connsiteX120" fmla="*/ 9288052 w 12192000"/>
              <a:gd name="connsiteY120" fmla="*/ 354796 h 4999978"/>
              <a:gd name="connsiteX121" fmla="*/ 9298465 w 12192000"/>
              <a:gd name="connsiteY121" fmla="*/ 338296 h 4999978"/>
              <a:gd name="connsiteX122" fmla="*/ 9350892 w 12192000"/>
              <a:gd name="connsiteY122" fmla="*/ 342778 h 4999978"/>
              <a:gd name="connsiteX123" fmla="*/ 9430522 w 12192000"/>
              <a:gd name="connsiteY123" fmla="*/ 351368 h 4999978"/>
              <a:gd name="connsiteX124" fmla="*/ 9476215 w 12192000"/>
              <a:gd name="connsiteY124" fmla="*/ 352107 h 4999978"/>
              <a:gd name="connsiteX125" fmla="*/ 9601276 w 12192000"/>
              <a:gd name="connsiteY125" fmla="*/ 358704 h 4999978"/>
              <a:gd name="connsiteX126" fmla="*/ 9726733 w 12192000"/>
              <a:gd name="connsiteY126" fmla="*/ 368801 h 4999978"/>
              <a:gd name="connsiteX127" fmla="*/ 9802144 w 12192000"/>
              <a:gd name="connsiteY127" fmla="*/ 394479 h 4999978"/>
              <a:gd name="connsiteX128" fmla="*/ 9905153 w 12192000"/>
              <a:gd name="connsiteY128" fmla="*/ 400650 h 4999978"/>
              <a:gd name="connsiteX129" fmla="*/ 9922553 w 12192000"/>
              <a:gd name="connsiteY129" fmla="*/ 404569 h 4999978"/>
              <a:gd name="connsiteX130" fmla="*/ 10044658 w 12192000"/>
              <a:gd name="connsiteY130" fmla="*/ 418077 h 4999978"/>
              <a:gd name="connsiteX131" fmla="*/ 10184585 w 12192000"/>
              <a:gd name="connsiteY131" fmla="*/ 407138 h 4999978"/>
              <a:gd name="connsiteX132" fmla="*/ 10366435 w 12192000"/>
              <a:gd name="connsiteY132" fmla="*/ 462428 h 4999978"/>
              <a:gd name="connsiteX133" fmla="*/ 10688220 w 12192000"/>
              <a:gd name="connsiteY133" fmla="*/ 542258 h 4999978"/>
              <a:gd name="connsiteX134" fmla="*/ 11026690 w 12192000"/>
              <a:gd name="connsiteY134" fmla="*/ 550681 h 4999978"/>
              <a:gd name="connsiteX135" fmla="*/ 11113779 w 12192000"/>
              <a:gd name="connsiteY135" fmla="*/ 533868 h 4999978"/>
              <a:gd name="connsiteX136" fmla="*/ 11369556 w 12192000"/>
              <a:gd name="connsiteY136" fmla="*/ 491719 h 4999978"/>
              <a:gd name="connsiteX137" fmla="*/ 11623342 w 12192000"/>
              <a:gd name="connsiteY137" fmla="*/ 388428 h 4999978"/>
              <a:gd name="connsiteX138" fmla="*/ 11786511 w 12192000"/>
              <a:gd name="connsiteY138" fmla="*/ 358390 h 4999978"/>
              <a:gd name="connsiteX139" fmla="*/ 11862577 w 12192000"/>
              <a:gd name="connsiteY139" fmla="*/ 330549 h 4999978"/>
              <a:gd name="connsiteX140" fmla="*/ 11916612 w 12192000"/>
              <a:gd name="connsiteY140" fmla="*/ 323810 h 4999978"/>
              <a:gd name="connsiteX141" fmla="*/ 11948830 w 12192000"/>
              <a:gd name="connsiteY141" fmla="*/ 318062 h 4999978"/>
              <a:gd name="connsiteX142" fmla="*/ 12001583 w 12192000"/>
              <a:gd name="connsiteY142" fmla="*/ 279643 h 4999978"/>
              <a:gd name="connsiteX143" fmla="*/ 12174977 w 12192000"/>
              <a:gd name="connsiteY143" fmla="*/ 264652 h 4999978"/>
              <a:gd name="connsiteX144" fmla="*/ 12192000 w 12192000"/>
              <a:gd name="connsiteY144" fmla="*/ 256549 h 4999978"/>
              <a:gd name="connsiteX145" fmla="*/ 12192000 w 12192000"/>
              <a:gd name="connsiteY145" fmla="*/ 4999978 h 4999978"/>
              <a:gd name="connsiteX146" fmla="*/ 0 w 12192000"/>
              <a:gd name="connsiteY146" fmla="*/ 4999978 h 4999978"/>
              <a:gd name="connsiteX147" fmla="*/ 0 w 12192000"/>
              <a:gd name="connsiteY147" fmla="*/ 617449 h 4999978"/>
              <a:gd name="connsiteX148" fmla="*/ 11075 w 12192000"/>
              <a:gd name="connsiteY148" fmla="*/ 615178 h 4999978"/>
              <a:gd name="connsiteX149" fmla="*/ 44061 w 12192000"/>
              <a:gd name="connsiteY149" fmla="*/ 608596 h 4999978"/>
              <a:gd name="connsiteX150" fmla="*/ 136694 w 12192000"/>
              <a:gd name="connsiteY150" fmla="*/ 556415 h 4999978"/>
              <a:gd name="connsiteX151" fmla="*/ 170342 w 12192000"/>
              <a:gd name="connsiteY151" fmla="*/ 551077 h 4999978"/>
              <a:gd name="connsiteX152" fmla="*/ 168955 w 12192000"/>
              <a:gd name="connsiteY152" fmla="*/ 542164 h 4999978"/>
              <a:gd name="connsiteX153" fmla="*/ 181474 w 12192000"/>
              <a:gd name="connsiteY153" fmla="*/ 541281 h 4999978"/>
              <a:gd name="connsiteX154" fmla="*/ 209440 w 12192000"/>
              <a:gd name="connsiteY154" fmla="*/ 540561 h 4999978"/>
              <a:gd name="connsiteX155" fmla="*/ 293152 w 12192000"/>
              <a:gd name="connsiteY155" fmla="*/ 536576 h 4999978"/>
              <a:gd name="connsiteX156" fmla="*/ 315693 w 12192000"/>
              <a:gd name="connsiteY156" fmla="*/ 519030 h 4999978"/>
              <a:gd name="connsiteX157" fmla="*/ 337305 w 12192000"/>
              <a:gd name="connsiteY157" fmla="*/ 518372 h 4999978"/>
              <a:gd name="connsiteX158" fmla="*/ 462252 w 12192000"/>
              <a:gd name="connsiteY158" fmla="*/ 493151 h 4999978"/>
              <a:gd name="connsiteX159" fmla="*/ 479457 w 12192000"/>
              <a:gd name="connsiteY159" fmla="*/ 491123 h 4999978"/>
              <a:gd name="connsiteX160" fmla="*/ 488653 w 12192000"/>
              <a:gd name="connsiteY160" fmla="*/ 483257 h 4999978"/>
              <a:gd name="connsiteX161" fmla="*/ 522053 w 12192000"/>
              <a:gd name="connsiteY161" fmla="*/ 481125 h 4999978"/>
              <a:gd name="connsiteX162" fmla="*/ 523520 w 12192000"/>
              <a:gd name="connsiteY162" fmla="*/ 476713 h 4999978"/>
              <a:gd name="connsiteX163" fmla="*/ 632714 w 12192000"/>
              <a:gd name="connsiteY163" fmla="*/ 437101 h 4999978"/>
              <a:gd name="connsiteX164" fmla="*/ 651426 w 12192000"/>
              <a:gd name="connsiteY164" fmla="*/ 430544 h 4999978"/>
              <a:gd name="connsiteX165" fmla="*/ 667724 w 12192000"/>
              <a:gd name="connsiteY165" fmla="*/ 432138 h 4999978"/>
              <a:gd name="connsiteX166" fmla="*/ 757679 w 12192000"/>
              <a:gd name="connsiteY166" fmla="*/ 425145 h 4999978"/>
              <a:gd name="connsiteX167" fmla="*/ 779159 w 12192000"/>
              <a:gd name="connsiteY167" fmla="*/ 428059 h 4999978"/>
              <a:gd name="connsiteX168" fmla="*/ 788293 w 12192000"/>
              <a:gd name="connsiteY168" fmla="*/ 434863 h 4999978"/>
              <a:gd name="connsiteX169" fmla="*/ 822923 w 12192000"/>
              <a:gd name="connsiteY169" fmla="*/ 421074 h 4999978"/>
              <a:gd name="connsiteX170" fmla="*/ 876559 w 12192000"/>
              <a:gd name="connsiteY170" fmla="*/ 411088 h 4999978"/>
              <a:gd name="connsiteX171" fmla="*/ 902011 w 12192000"/>
              <a:gd name="connsiteY171" fmla="*/ 404118 h 4999978"/>
              <a:gd name="connsiteX172" fmla="*/ 922715 w 12192000"/>
              <a:gd name="connsiteY172" fmla="*/ 407699 h 4999978"/>
              <a:gd name="connsiteX173" fmla="*/ 1040139 w 12192000"/>
              <a:gd name="connsiteY173" fmla="*/ 406590 h 4999978"/>
              <a:gd name="connsiteX174" fmla="*/ 1067251 w 12192000"/>
              <a:gd name="connsiteY174" fmla="*/ 412384 h 4999978"/>
              <a:gd name="connsiteX175" fmla="*/ 1080272 w 12192000"/>
              <a:gd name="connsiteY175" fmla="*/ 424669 h 4999978"/>
              <a:gd name="connsiteX176" fmla="*/ 1090219 w 12192000"/>
              <a:gd name="connsiteY176" fmla="*/ 420026 h 4999978"/>
              <a:gd name="connsiteX177" fmla="*/ 1161226 w 12192000"/>
              <a:gd name="connsiteY177" fmla="*/ 418304 h 4999978"/>
              <a:gd name="connsiteX178" fmla="*/ 1207525 w 12192000"/>
              <a:gd name="connsiteY178" fmla="*/ 416039 h 4999978"/>
              <a:gd name="connsiteX179" fmla="*/ 1295331 w 12192000"/>
              <a:gd name="connsiteY179" fmla="*/ 402182 h 4999978"/>
              <a:gd name="connsiteX180" fmla="*/ 1347118 w 12192000"/>
              <a:gd name="connsiteY180" fmla="*/ 399704 h 4999978"/>
              <a:gd name="connsiteX181" fmla="*/ 1378108 w 12192000"/>
              <a:gd name="connsiteY181" fmla="*/ 398410 h 4999978"/>
              <a:gd name="connsiteX182" fmla="*/ 1459192 w 12192000"/>
              <a:gd name="connsiteY182" fmla="*/ 380919 h 4999978"/>
              <a:gd name="connsiteX183" fmla="*/ 1590120 w 12192000"/>
              <a:gd name="connsiteY183" fmla="*/ 317608 h 4999978"/>
              <a:gd name="connsiteX184" fmla="*/ 1631417 w 12192000"/>
              <a:gd name="connsiteY184" fmla="*/ 308227 h 4999978"/>
              <a:gd name="connsiteX185" fmla="*/ 1638727 w 12192000"/>
              <a:gd name="connsiteY185" fmla="*/ 311610 h 4999978"/>
              <a:gd name="connsiteX186" fmla="*/ 1844438 w 12192000"/>
              <a:gd name="connsiteY186" fmla="*/ 271304 h 4999978"/>
              <a:gd name="connsiteX187" fmla="*/ 1881324 w 12192000"/>
              <a:gd name="connsiteY187" fmla="*/ 268497 h 4999978"/>
              <a:gd name="connsiteX188" fmla="*/ 1908999 w 12192000"/>
              <a:gd name="connsiteY188" fmla="*/ 269338 h 4999978"/>
              <a:gd name="connsiteX189" fmla="*/ 1974956 w 12192000"/>
              <a:gd name="connsiteY189" fmla="*/ 255958 h 4999978"/>
              <a:gd name="connsiteX190" fmla="*/ 2082409 w 12192000"/>
              <a:gd name="connsiteY190" fmla="*/ 227290 h 4999978"/>
              <a:gd name="connsiteX191" fmla="*/ 2105639 w 12192000"/>
              <a:gd name="connsiteY191" fmla="*/ 222648 h 4999978"/>
              <a:gd name="connsiteX192" fmla="*/ 2126992 w 12192000"/>
              <a:gd name="connsiteY192" fmla="*/ 224468 h 4999978"/>
              <a:gd name="connsiteX193" fmla="*/ 2133154 w 12192000"/>
              <a:gd name="connsiteY193" fmla="*/ 229952 h 4999978"/>
              <a:gd name="connsiteX194" fmla="*/ 2146154 w 12192000"/>
              <a:gd name="connsiteY194" fmla="*/ 228332 h 4999978"/>
              <a:gd name="connsiteX195" fmla="*/ 2149901 w 12192000"/>
              <a:gd name="connsiteY195" fmla="*/ 229116 h 4999978"/>
              <a:gd name="connsiteX196" fmla="*/ 2171100 w 12192000"/>
              <a:gd name="connsiteY196" fmla="*/ 232389 h 4999978"/>
              <a:gd name="connsiteX197" fmla="*/ 2209148 w 12192000"/>
              <a:gd name="connsiteY197" fmla="*/ 209225 h 4999978"/>
              <a:gd name="connsiteX198" fmla="*/ 2261889 w 12192000"/>
              <a:gd name="connsiteY198" fmla="*/ 205532 h 4999978"/>
              <a:gd name="connsiteX199" fmla="*/ 2452315 w 12192000"/>
              <a:gd name="connsiteY199" fmla="*/ 152899 h 4999978"/>
              <a:gd name="connsiteX200" fmla="*/ 2495330 w 12192000"/>
              <a:gd name="connsiteY200" fmla="*/ 142101 h 4999978"/>
              <a:gd name="connsiteX201" fmla="*/ 2665623 w 12192000"/>
              <a:gd name="connsiteY201" fmla="*/ 96394 h 4999978"/>
              <a:gd name="connsiteX202" fmla="*/ 2763332 w 12192000"/>
              <a:gd name="connsiteY202" fmla="*/ 74831 h 4999978"/>
              <a:gd name="connsiteX203" fmla="*/ 2843870 w 12192000"/>
              <a:gd name="connsiteY203" fmla="*/ 47507 h 4999978"/>
              <a:gd name="connsiteX204" fmla="*/ 2862745 w 12192000"/>
              <a:gd name="connsiteY204" fmla="*/ 43242 h 4999978"/>
              <a:gd name="connsiteX205" fmla="*/ 2864596 w 12192000"/>
              <a:gd name="connsiteY205" fmla="*/ 39218 h 4999978"/>
              <a:gd name="connsiteX206" fmla="*/ 2875381 w 12192000"/>
              <a:gd name="connsiteY206" fmla="*/ 35003 h 4999978"/>
              <a:gd name="connsiteX207" fmla="*/ 2895139 w 12192000"/>
              <a:gd name="connsiteY207" fmla="*/ 24186 h 4999978"/>
              <a:gd name="connsiteX208" fmla="*/ 2932205 w 12192000"/>
              <a:gd name="connsiteY208" fmla="*/ 11873 h 4999978"/>
              <a:gd name="connsiteX209" fmla="*/ 2933310 w 12192000"/>
              <a:gd name="connsiteY209" fmla="*/ 12816 h 4999978"/>
              <a:gd name="connsiteX210" fmla="*/ 2945218 w 12192000"/>
              <a:gd name="connsiteY210" fmla="*/ 14141 h 4999978"/>
              <a:gd name="connsiteX211" fmla="*/ 2966465 w 12192000"/>
              <a:gd name="connsiteY211" fmla="*/ 14117 h 4999978"/>
              <a:gd name="connsiteX212" fmla="*/ 3016048 w 12192000"/>
              <a:gd name="connsiteY212" fmla="*/ 12381 h 4999978"/>
              <a:gd name="connsiteX213" fmla="*/ 3057077 w 12192000"/>
              <a:gd name="connsiteY213" fmla="*/ 14845 h 4999978"/>
              <a:gd name="connsiteX214" fmla="*/ 3148105 w 12192000"/>
              <a:gd name="connsiteY214" fmla="*/ 30648 h 4999978"/>
              <a:gd name="connsiteX215" fmla="*/ 3251671 w 12192000"/>
              <a:gd name="connsiteY215" fmla="*/ 31575 h 4999978"/>
              <a:gd name="connsiteX216" fmla="*/ 3351400 w 12192000"/>
              <a:gd name="connsiteY216" fmla="*/ 32687 h 4999978"/>
              <a:gd name="connsiteX217" fmla="*/ 3387481 w 12192000"/>
              <a:gd name="connsiteY217" fmla="*/ 31443 h 4999978"/>
              <a:gd name="connsiteX218" fmla="*/ 3451923 w 12192000"/>
              <a:gd name="connsiteY218" fmla="*/ 36482 h 4999978"/>
              <a:gd name="connsiteX219" fmla="*/ 3481520 w 12192000"/>
              <a:gd name="connsiteY219" fmla="*/ 43287 h 4999978"/>
              <a:gd name="connsiteX220" fmla="*/ 3482804 w 12192000"/>
              <a:gd name="connsiteY220" fmla="*/ 42812 h 4999978"/>
              <a:gd name="connsiteX221" fmla="*/ 3485495 w 12192000"/>
              <a:gd name="connsiteY221" fmla="*/ 45921 h 4999978"/>
              <a:gd name="connsiteX222" fmla="*/ 3490972 w 12192000"/>
              <a:gd name="connsiteY222" fmla="*/ 47286 h 4999978"/>
              <a:gd name="connsiteX223" fmla="*/ 3505835 w 12192000"/>
              <a:gd name="connsiteY223" fmla="*/ 46077 h 4999978"/>
              <a:gd name="connsiteX224" fmla="*/ 3511410 w 12192000"/>
              <a:gd name="connsiteY224" fmla="*/ 44808 h 4999978"/>
              <a:gd name="connsiteX225" fmla="*/ 3519598 w 12192000"/>
              <a:gd name="connsiteY225" fmla="*/ 44683 h 4999978"/>
              <a:gd name="connsiteX226" fmla="*/ 3519807 w 12192000"/>
              <a:gd name="connsiteY226" fmla="*/ 44938 h 4999978"/>
              <a:gd name="connsiteX227" fmla="*/ 3527466 w 12192000"/>
              <a:gd name="connsiteY227" fmla="*/ 44316 h 4999978"/>
              <a:gd name="connsiteX228" fmla="*/ 3564889 w 12192000"/>
              <a:gd name="connsiteY228" fmla="*/ 57394 h 4999978"/>
              <a:gd name="connsiteX229" fmla="*/ 3614922 w 12192000"/>
              <a:gd name="connsiteY229" fmla="*/ 61804 h 4999978"/>
              <a:gd name="connsiteX230" fmla="*/ 3635506 w 12192000"/>
              <a:gd name="connsiteY230" fmla="*/ 65718 h 4999978"/>
              <a:gd name="connsiteX231" fmla="*/ 3646525 w 12192000"/>
              <a:gd name="connsiteY231" fmla="*/ 69193 h 4999978"/>
              <a:gd name="connsiteX232" fmla="*/ 3647224 w 12192000"/>
              <a:gd name="connsiteY232" fmla="*/ 70303 h 4999978"/>
              <a:gd name="connsiteX233" fmla="*/ 3683100 w 12192000"/>
              <a:gd name="connsiteY233" fmla="*/ 64109 h 4999978"/>
              <a:gd name="connsiteX234" fmla="*/ 3687901 w 12192000"/>
              <a:gd name="connsiteY234" fmla="*/ 65372 h 4999978"/>
              <a:gd name="connsiteX235" fmla="*/ 3711234 w 12192000"/>
              <a:gd name="connsiteY235" fmla="*/ 58665 h 4999978"/>
              <a:gd name="connsiteX236" fmla="*/ 3723318 w 12192000"/>
              <a:gd name="connsiteY236" fmla="*/ 56625 h 4999978"/>
              <a:gd name="connsiteX237" fmla="*/ 3726677 w 12192000"/>
              <a:gd name="connsiteY237" fmla="*/ 53112 h 4999978"/>
              <a:gd name="connsiteX238" fmla="*/ 3744535 w 12192000"/>
              <a:gd name="connsiteY238" fmla="*/ 51590 h 4999978"/>
              <a:gd name="connsiteX239" fmla="*/ 3746608 w 12192000"/>
              <a:gd name="connsiteY239" fmla="*/ 52522 h 4999978"/>
              <a:gd name="connsiteX240" fmla="*/ 3761262 w 12192000"/>
              <a:gd name="connsiteY240" fmla="*/ 47147 h 4999978"/>
              <a:gd name="connsiteX241" fmla="*/ 3803931 w 12192000"/>
              <a:gd name="connsiteY241" fmla="*/ 49309 h 4999978"/>
              <a:gd name="connsiteX242" fmla="*/ 3925626 w 12192000"/>
              <a:gd name="connsiteY242" fmla="*/ 40301 h 4999978"/>
              <a:gd name="connsiteX243" fmla="*/ 4033324 w 12192000"/>
              <a:gd name="connsiteY243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83267 w 12192000"/>
              <a:gd name="connsiteY41" fmla="*/ 199617 h 4999978"/>
              <a:gd name="connsiteX42" fmla="*/ 5492371 w 12192000"/>
              <a:gd name="connsiteY42" fmla="*/ 230923 h 4999978"/>
              <a:gd name="connsiteX43" fmla="*/ 5640913 w 12192000"/>
              <a:gd name="connsiteY43" fmla="*/ 239810 h 4999978"/>
              <a:gd name="connsiteX44" fmla="*/ 5877770 w 12192000"/>
              <a:gd name="connsiteY44" fmla="*/ 283747 h 4999978"/>
              <a:gd name="connsiteX45" fmla="*/ 5989615 w 12192000"/>
              <a:gd name="connsiteY45" fmla="*/ 306445 h 4999978"/>
              <a:gd name="connsiteX46" fmla="*/ 5996857 w 12192000"/>
              <a:gd name="connsiteY46" fmla="*/ 310331 h 4999978"/>
              <a:gd name="connsiteX47" fmla="*/ 6037387 w 12192000"/>
              <a:gd name="connsiteY47" fmla="*/ 299308 h 4999978"/>
              <a:gd name="connsiteX48" fmla="*/ 6113074 w 12192000"/>
              <a:gd name="connsiteY48" fmla="*/ 312627 h 4999978"/>
              <a:gd name="connsiteX49" fmla="*/ 6280929 w 12192000"/>
              <a:gd name="connsiteY49" fmla="*/ 337226 h 4999978"/>
              <a:gd name="connsiteX50" fmla="*/ 6298665 w 12192000"/>
              <a:gd name="connsiteY50" fmla="*/ 329713 h 4999978"/>
              <a:gd name="connsiteX51" fmla="*/ 6317326 w 12192000"/>
              <a:gd name="connsiteY51" fmla="*/ 326576 h 4999978"/>
              <a:gd name="connsiteX52" fmla="*/ 6319212 w 12192000"/>
              <a:gd name="connsiteY52" fmla="*/ 327786 h 4999978"/>
              <a:gd name="connsiteX53" fmla="*/ 6339724 w 12192000"/>
              <a:gd name="connsiteY53" fmla="*/ 328880 h 4999978"/>
              <a:gd name="connsiteX54" fmla="*/ 6345010 w 12192000"/>
              <a:gd name="connsiteY54" fmla="*/ 325930 h 4999978"/>
              <a:gd name="connsiteX55" fmla="*/ 6359332 w 12192000"/>
              <a:gd name="connsiteY55" fmla="*/ 325681 h 4999978"/>
              <a:gd name="connsiteX56" fmla="*/ 6388220 w 12192000"/>
              <a:gd name="connsiteY56" fmla="*/ 322496 h 4999978"/>
              <a:gd name="connsiteX57" fmla="*/ 6392994 w 12192000"/>
              <a:gd name="connsiteY57" fmla="*/ 324426 h 4999978"/>
              <a:gd name="connsiteX58" fmla="*/ 6435581 w 12192000"/>
              <a:gd name="connsiteY58" fmla="*/ 323557 h 4999978"/>
              <a:gd name="connsiteX59" fmla="*/ 6435870 w 12192000"/>
              <a:gd name="connsiteY59" fmla="*/ 324745 h 4999978"/>
              <a:gd name="connsiteX60" fmla="*/ 6446571 w 12192000"/>
              <a:gd name="connsiteY60" fmla="*/ 329739 h 4999978"/>
              <a:gd name="connsiteX61" fmla="*/ 6467701 w 12192000"/>
              <a:gd name="connsiteY61" fmla="*/ 336547 h 4999978"/>
              <a:gd name="connsiteX62" fmla="*/ 6512727 w 12192000"/>
              <a:gd name="connsiteY62" fmla="*/ 367087 h 4999978"/>
              <a:gd name="connsiteX63" fmla="*/ 6557094 w 12192000"/>
              <a:gd name="connsiteY63" fmla="*/ 366314 h 4999978"/>
              <a:gd name="connsiteX64" fmla="*/ 6565879 w 12192000"/>
              <a:gd name="connsiteY64" fmla="*/ 366812 h 4999978"/>
              <a:gd name="connsiteX65" fmla="*/ 6565997 w 12192000"/>
              <a:gd name="connsiteY65" fmla="*/ 367092 h 4999978"/>
              <a:gd name="connsiteX66" fmla="*/ 6575147 w 12192000"/>
              <a:gd name="connsiteY66" fmla="*/ 368156 h 4999978"/>
              <a:gd name="connsiteX67" fmla="*/ 6581899 w 12192000"/>
              <a:gd name="connsiteY67" fmla="*/ 367720 h 4999978"/>
              <a:gd name="connsiteX68" fmla="*/ 6598943 w 12192000"/>
              <a:gd name="connsiteY68" fmla="*/ 368688 h 4999978"/>
              <a:gd name="connsiteX69" fmla="*/ 6604421 w 12192000"/>
              <a:gd name="connsiteY69" fmla="*/ 370815 h 4999978"/>
              <a:gd name="connsiteX70" fmla="*/ 6606035 w 12192000"/>
              <a:gd name="connsiteY70" fmla="*/ 374247 h 4999978"/>
              <a:gd name="connsiteX71" fmla="*/ 6607669 w 12192000"/>
              <a:gd name="connsiteY71" fmla="*/ 373968 h 4999978"/>
              <a:gd name="connsiteX72" fmla="*/ 6637532 w 12192000"/>
              <a:gd name="connsiteY72" fmla="*/ 384907 h 4999978"/>
              <a:gd name="connsiteX73" fmla="*/ 6706880 w 12192000"/>
              <a:gd name="connsiteY73" fmla="*/ 399163 h 4999978"/>
              <a:gd name="connsiteX74" fmla="*/ 6747500 w 12192000"/>
              <a:gd name="connsiteY74" fmla="*/ 403168 h 4999978"/>
              <a:gd name="connsiteX75" fmla="*/ 6857783 w 12192000"/>
              <a:gd name="connsiteY75" fmla="*/ 418687 h 4999978"/>
              <a:gd name="connsiteX76" fmla="*/ 6926954 w 12192000"/>
              <a:gd name="connsiteY76" fmla="*/ 416162 h 4999978"/>
              <a:gd name="connsiteX77" fmla="*/ 6990389 w 12192000"/>
              <a:gd name="connsiteY77" fmla="*/ 425060 h 4999978"/>
              <a:gd name="connsiteX78" fmla="*/ 7041715 w 12192000"/>
              <a:gd name="connsiteY78" fmla="*/ 465902 h 4999978"/>
              <a:gd name="connsiteX79" fmla="*/ 7048103 w 12192000"/>
              <a:gd name="connsiteY79" fmla="*/ 464392 h 4999978"/>
              <a:gd name="connsiteX80" fmla="*/ 7057490 w 12192000"/>
              <a:gd name="connsiteY80" fmla="*/ 463917 h 4999978"/>
              <a:gd name="connsiteX81" fmla="*/ 7057730 w 12192000"/>
              <a:gd name="connsiteY81" fmla="*/ 464165 h 4999978"/>
              <a:gd name="connsiteX82" fmla="*/ 7066511 w 12192000"/>
              <a:gd name="connsiteY82" fmla="*/ 463214 h 4999978"/>
              <a:gd name="connsiteX83" fmla="*/ 7109401 w 12192000"/>
              <a:gd name="connsiteY83" fmla="*/ 455268 h 4999978"/>
              <a:gd name="connsiteX84" fmla="*/ 7166830 w 12192000"/>
              <a:gd name="connsiteY84" fmla="*/ 477037 h 4999978"/>
              <a:gd name="connsiteX85" fmla="*/ 7190442 w 12192000"/>
              <a:gd name="connsiteY85" fmla="*/ 480090 h 4999978"/>
              <a:gd name="connsiteX86" fmla="*/ 7203083 w 12192000"/>
              <a:gd name="connsiteY86" fmla="*/ 483106 h 4999978"/>
              <a:gd name="connsiteX87" fmla="*/ 7203894 w 12192000"/>
              <a:gd name="connsiteY87" fmla="*/ 484190 h 4999978"/>
              <a:gd name="connsiteX88" fmla="*/ 7245004 w 12192000"/>
              <a:gd name="connsiteY88" fmla="*/ 476444 h 4999978"/>
              <a:gd name="connsiteX89" fmla="*/ 7250514 w 12192000"/>
              <a:gd name="connsiteY89" fmla="*/ 477506 h 4999978"/>
              <a:gd name="connsiteX90" fmla="*/ 7277246 w 12192000"/>
              <a:gd name="connsiteY90" fmla="*/ 469782 h 4999978"/>
              <a:gd name="connsiteX91" fmla="*/ 7291092 w 12192000"/>
              <a:gd name="connsiteY91" fmla="*/ 467217 h 4999978"/>
              <a:gd name="connsiteX92" fmla="*/ 7294933 w 12192000"/>
              <a:gd name="connsiteY92" fmla="*/ 463549 h 4999978"/>
              <a:gd name="connsiteX93" fmla="*/ 7315408 w 12192000"/>
              <a:gd name="connsiteY93" fmla="*/ 461260 h 4999978"/>
              <a:gd name="connsiteX94" fmla="*/ 7317786 w 12192000"/>
              <a:gd name="connsiteY94" fmla="*/ 462106 h 4999978"/>
              <a:gd name="connsiteX95" fmla="*/ 7334572 w 12192000"/>
              <a:gd name="connsiteY95" fmla="*/ 456088 h 4999978"/>
              <a:gd name="connsiteX96" fmla="*/ 7375190 w 12192000"/>
              <a:gd name="connsiteY96" fmla="*/ 449931 h 4999978"/>
              <a:gd name="connsiteX97" fmla="*/ 7522997 w 12192000"/>
              <a:gd name="connsiteY97" fmla="*/ 442209 h 4999978"/>
              <a:gd name="connsiteX98" fmla="*/ 7686985 w 12192000"/>
              <a:gd name="connsiteY98" fmla="*/ 419805 h 4999978"/>
              <a:gd name="connsiteX99" fmla="*/ 7854068 w 12192000"/>
              <a:gd name="connsiteY99" fmla="*/ 409774 h 4999978"/>
              <a:gd name="connsiteX100" fmla="*/ 8034165 w 12192000"/>
              <a:gd name="connsiteY100" fmla="*/ 391699 h 4999978"/>
              <a:gd name="connsiteX101" fmla="*/ 8094381 w 12192000"/>
              <a:gd name="connsiteY101" fmla="*/ 395718 h 4999978"/>
              <a:gd name="connsiteX102" fmla="*/ 8146898 w 12192000"/>
              <a:gd name="connsiteY102" fmla="*/ 378558 h 4999978"/>
              <a:gd name="connsiteX103" fmla="*/ 8168993 w 12192000"/>
              <a:gd name="connsiteY103" fmla="*/ 384830 h 4999978"/>
              <a:gd name="connsiteX104" fmla="*/ 8172809 w 12192000"/>
              <a:gd name="connsiteY104" fmla="*/ 386137 h 4999978"/>
              <a:gd name="connsiteX105" fmla="*/ 8187962 w 12192000"/>
              <a:gd name="connsiteY105" fmla="*/ 386433 h 4999978"/>
              <a:gd name="connsiteX106" fmla="*/ 8192382 w 12192000"/>
              <a:gd name="connsiteY106" fmla="*/ 392692 h 4999978"/>
              <a:gd name="connsiteX107" fmla="*/ 8375192 w 12192000"/>
              <a:gd name="connsiteY107" fmla="*/ 383879 h 4999978"/>
              <a:gd name="connsiteX108" fmla="*/ 8454377 w 12192000"/>
              <a:gd name="connsiteY108" fmla="*/ 380331 h 4999978"/>
              <a:gd name="connsiteX109" fmla="*/ 8484740 w 12192000"/>
              <a:gd name="connsiteY109" fmla="*/ 385159 h 4999978"/>
              <a:gd name="connsiteX110" fmla="*/ 8601673 w 12192000"/>
              <a:gd name="connsiteY110" fmla="*/ 397101 h 4999978"/>
              <a:gd name="connsiteX111" fmla="*/ 8701676 w 12192000"/>
              <a:gd name="connsiteY111" fmla="*/ 401351 h 4999978"/>
              <a:gd name="connsiteX112" fmla="*/ 8773288 w 12192000"/>
              <a:gd name="connsiteY112" fmla="*/ 378077 h 4999978"/>
              <a:gd name="connsiteX113" fmla="*/ 8779909 w 12192000"/>
              <a:gd name="connsiteY113" fmla="*/ 382446 h 4999978"/>
              <a:gd name="connsiteX114" fmla="*/ 8829932 w 12192000"/>
              <a:gd name="connsiteY114" fmla="*/ 379243 h 4999978"/>
              <a:gd name="connsiteX115" fmla="*/ 9003386 w 12192000"/>
              <a:gd name="connsiteY115" fmla="*/ 336242 h 4999978"/>
              <a:gd name="connsiteX116" fmla="*/ 9101185 w 12192000"/>
              <a:gd name="connsiteY116" fmla="*/ 330862 h 4999978"/>
              <a:gd name="connsiteX117" fmla="*/ 9136185 w 12192000"/>
              <a:gd name="connsiteY117" fmla="*/ 334078 h 4999978"/>
              <a:gd name="connsiteX118" fmla="*/ 9194801 w 12192000"/>
              <a:gd name="connsiteY118" fmla="*/ 339149 h 4999978"/>
              <a:gd name="connsiteX119" fmla="*/ 9239316 w 12192000"/>
              <a:gd name="connsiteY119" fmla="*/ 355558 h 4999978"/>
              <a:gd name="connsiteX120" fmla="*/ 9288052 w 12192000"/>
              <a:gd name="connsiteY120" fmla="*/ 354796 h 4999978"/>
              <a:gd name="connsiteX121" fmla="*/ 9298465 w 12192000"/>
              <a:gd name="connsiteY121" fmla="*/ 338296 h 4999978"/>
              <a:gd name="connsiteX122" fmla="*/ 9350892 w 12192000"/>
              <a:gd name="connsiteY122" fmla="*/ 342778 h 4999978"/>
              <a:gd name="connsiteX123" fmla="*/ 9430522 w 12192000"/>
              <a:gd name="connsiteY123" fmla="*/ 351368 h 4999978"/>
              <a:gd name="connsiteX124" fmla="*/ 9476215 w 12192000"/>
              <a:gd name="connsiteY124" fmla="*/ 352107 h 4999978"/>
              <a:gd name="connsiteX125" fmla="*/ 9601276 w 12192000"/>
              <a:gd name="connsiteY125" fmla="*/ 358704 h 4999978"/>
              <a:gd name="connsiteX126" fmla="*/ 9802144 w 12192000"/>
              <a:gd name="connsiteY126" fmla="*/ 394479 h 4999978"/>
              <a:gd name="connsiteX127" fmla="*/ 9905153 w 12192000"/>
              <a:gd name="connsiteY127" fmla="*/ 400650 h 4999978"/>
              <a:gd name="connsiteX128" fmla="*/ 9922553 w 12192000"/>
              <a:gd name="connsiteY128" fmla="*/ 404569 h 4999978"/>
              <a:gd name="connsiteX129" fmla="*/ 10044658 w 12192000"/>
              <a:gd name="connsiteY129" fmla="*/ 418077 h 4999978"/>
              <a:gd name="connsiteX130" fmla="*/ 10184585 w 12192000"/>
              <a:gd name="connsiteY130" fmla="*/ 407138 h 4999978"/>
              <a:gd name="connsiteX131" fmla="*/ 10366435 w 12192000"/>
              <a:gd name="connsiteY131" fmla="*/ 462428 h 4999978"/>
              <a:gd name="connsiteX132" fmla="*/ 10688220 w 12192000"/>
              <a:gd name="connsiteY132" fmla="*/ 542258 h 4999978"/>
              <a:gd name="connsiteX133" fmla="*/ 11026690 w 12192000"/>
              <a:gd name="connsiteY133" fmla="*/ 550681 h 4999978"/>
              <a:gd name="connsiteX134" fmla="*/ 11113779 w 12192000"/>
              <a:gd name="connsiteY134" fmla="*/ 533868 h 4999978"/>
              <a:gd name="connsiteX135" fmla="*/ 11369556 w 12192000"/>
              <a:gd name="connsiteY135" fmla="*/ 491719 h 4999978"/>
              <a:gd name="connsiteX136" fmla="*/ 11623342 w 12192000"/>
              <a:gd name="connsiteY136" fmla="*/ 388428 h 4999978"/>
              <a:gd name="connsiteX137" fmla="*/ 11786511 w 12192000"/>
              <a:gd name="connsiteY137" fmla="*/ 358390 h 4999978"/>
              <a:gd name="connsiteX138" fmla="*/ 11862577 w 12192000"/>
              <a:gd name="connsiteY138" fmla="*/ 330549 h 4999978"/>
              <a:gd name="connsiteX139" fmla="*/ 11916612 w 12192000"/>
              <a:gd name="connsiteY139" fmla="*/ 323810 h 4999978"/>
              <a:gd name="connsiteX140" fmla="*/ 11948830 w 12192000"/>
              <a:gd name="connsiteY140" fmla="*/ 318062 h 4999978"/>
              <a:gd name="connsiteX141" fmla="*/ 12001583 w 12192000"/>
              <a:gd name="connsiteY141" fmla="*/ 279643 h 4999978"/>
              <a:gd name="connsiteX142" fmla="*/ 12174977 w 12192000"/>
              <a:gd name="connsiteY142" fmla="*/ 264652 h 4999978"/>
              <a:gd name="connsiteX143" fmla="*/ 12192000 w 12192000"/>
              <a:gd name="connsiteY143" fmla="*/ 256549 h 4999978"/>
              <a:gd name="connsiteX144" fmla="*/ 12192000 w 12192000"/>
              <a:gd name="connsiteY144" fmla="*/ 4999978 h 4999978"/>
              <a:gd name="connsiteX145" fmla="*/ 0 w 12192000"/>
              <a:gd name="connsiteY145" fmla="*/ 4999978 h 4999978"/>
              <a:gd name="connsiteX146" fmla="*/ 0 w 12192000"/>
              <a:gd name="connsiteY146" fmla="*/ 617449 h 4999978"/>
              <a:gd name="connsiteX147" fmla="*/ 11075 w 12192000"/>
              <a:gd name="connsiteY147" fmla="*/ 615178 h 4999978"/>
              <a:gd name="connsiteX148" fmla="*/ 44061 w 12192000"/>
              <a:gd name="connsiteY148" fmla="*/ 608596 h 4999978"/>
              <a:gd name="connsiteX149" fmla="*/ 136694 w 12192000"/>
              <a:gd name="connsiteY149" fmla="*/ 556415 h 4999978"/>
              <a:gd name="connsiteX150" fmla="*/ 170342 w 12192000"/>
              <a:gd name="connsiteY150" fmla="*/ 551077 h 4999978"/>
              <a:gd name="connsiteX151" fmla="*/ 168955 w 12192000"/>
              <a:gd name="connsiteY151" fmla="*/ 542164 h 4999978"/>
              <a:gd name="connsiteX152" fmla="*/ 181474 w 12192000"/>
              <a:gd name="connsiteY152" fmla="*/ 541281 h 4999978"/>
              <a:gd name="connsiteX153" fmla="*/ 209440 w 12192000"/>
              <a:gd name="connsiteY153" fmla="*/ 540561 h 4999978"/>
              <a:gd name="connsiteX154" fmla="*/ 293152 w 12192000"/>
              <a:gd name="connsiteY154" fmla="*/ 536576 h 4999978"/>
              <a:gd name="connsiteX155" fmla="*/ 315693 w 12192000"/>
              <a:gd name="connsiteY155" fmla="*/ 519030 h 4999978"/>
              <a:gd name="connsiteX156" fmla="*/ 337305 w 12192000"/>
              <a:gd name="connsiteY156" fmla="*/ 518372 h 4999978"/>
              <a:gd name="connsiteX157" fmla="*/ 462252 w 12192000"/>
              <a:gd name="connsiteY157" fmla="*/ 493151 h 4999978"/>
              <a:gd name="connsiteX158" fmla="*/ 479457 w 12192000"/>
              <a:gd name="connsiteY158" fmla="*/ 491123 h 4999978"/>
              <a:gd name="connsiteX159" fmla="*/ 488653 w 12192000"/>
              <a:gd name="connsiteY159" fmla="*/ 483257 h 4999978"/>
              <a:gd name="connsiteX160" fmla="*/ 522053 w 12192000"/>
              <a:gd name="connsiteY160" fmla="*/ 481125 h 4999978"/>
              <a:gd name="connsiteX161" fmla="*/ 523520 w 12192000"/>
              <a:gd name="connsiteY161" fmla="*/ 476713 h 4999978"/>
              <a:gd name="connsiteX162" fmla="*/ 632714 w 12192000"/>
              <a:gd name="connsiteY162" fmla="*/ 437101 h 4999978"/>
              <a:gd name="connsiteX163" fmla="*/ 651426 w 12192000"/>
              <a:gd name="connsiteY163" fmla="*/ 430544 h 4999978"/>
              <a:gd name="connsiteX164" fmla="*/ 667724 w 12192000"/>
              <a:gd name="connsiteY164" fmla="*/ 432138 h 4999978"/>
              <a:gd name="connsiteX165" fmla="*/ 757679 w 12192000"/>
              <a:gd name="connsiteY165" fmla="*/ 425145 h 4999978"/>
              <a:gd name="connsiteX166" fmla="*/ 779159 w 12192000"/>
              <a:gd name="connsiteY166" fmla="*/ 428059 h 4999978"/>
              <a:gd name="connsiteX167" fmla="*/ 788293 w 12192000"/>
              <a:gd name="connsiteY167" fmla="*/ 434863 h 4999978"/>
              <a:gd name="connsiteX168" fmla="*/ 822923 w 12192000"/>
              <a:gd name="connsiteY168" fmla="*/ 421074 h 4999978"/>
              <a:gd name="connsiteX169" fmla="*/ 876559 w 12192000"/>
              <a:gd name="connsiteY169" fmla="*/ 411088 h 4999978"/>
              <a:gd name="connsiteX170" fmla="*/ 902011 w 12192000"/>
              <a:gd name="connsiteY170" fmla="*/ 404118 h 4999978"/>
              <a:gd name="connsiteX171" fmla="*/ 922715 w 12192000"/>
              <a:gd name="connsiteY171" fmla="*/ 407699 h 4999978"/>
              <a:gd name="connsiteX172" fmla="*/ 1040139 w 12192000"/>
              <a:gd name="connsiteY172" fmla="*/ 406590 h 4999978"/>
              <a:gd name="connsiteX173" fmla="*/ 1067251 w 12192000"/>
              <a:gd name="connsiteY173" fmla="*/ 412384 h 4999978"/>
              <a:gd name="connsiteX174" fmla="*/ 1080272 w 12192000"/>
              <a:gd name="connsiteY174" fmla="*/ 424669 h 4999978"/>
              <a:gd name="connsiteX175" fmla="*/ 1090219 w 12192000"/>
              <a:gd name="connsiteY175" fmla="*/ 420026 h 4999978"/>
              <a:gd name="connsiteX176" fmla="*/ 1161226 w 12192000"/>
              <a:gd name="connsiteY176" fmla="*/ 418304 h 4999978"/>
              <a:gd name="connsiteX177" fmla="*/ 1207525 w 12192000"/>
              <a:gd name="connsiteY177" fmla="*/ 416039 h 4999978"/>
              <a:gd name="connsiteX178" fmla="*/ 1295331 w 12192000"/>
              <a:gd name="connsiteY178" fmla="*/ 402182 h 4999978"/>
              <a:gd name="connsiteX179" fmla="*/ 1347118 w 12192000"/>
              <a:gd name="connsiteY179" fmla="*/ 399704 h 4999978"/>
              <a:gd name="connsiteX180" fmla="*/ 1378108 w 12192000"/>
              <a:gd name="connsiteY180" fmla="*/ 398410 h 4999978"/>
              <a:gd name="connsiteX181" fmla="*/ 1459192 w 12192000"/>
              <a:gd name="connsiteY181" fmla="*/ 380919 h 4999978"/>
              <a:gd name="connsiteX182" fmla="*/ 1590120 w 12192000"/>
              <a:gd name="connsiteY182" fmla="*/ 317608 h 4999978"/>
              <a:gd name="connsiteX183" fmla="*/ 1631417 w 12192000"/>
              <a:gd name="connsiteY183" fmla="*/ 308227 h 4999978"/>
              <a:gd name="connsiteX184" fmla="*/ 1638727 w 12192000"/>
              <a:gd name="connsiteY184" fmla="*/ 311610 h 4999978"/>
              <a:gd name="connsiteX185" fmla="*/ 1844438 w 12192000"/>
              <a:gd name="connsiteY185" fmla="*/ 271304 h 4999978"/>
              <a:gd name="connsiteX186" fmla="*/ 1881324 w 12192000"/>
              <a:gd name="connsiteY186" fmla="*/ 268497 h 4999978"/>
              <a:gd name="connsiteX187" fmla="*/ 1908999 w 12192000"/>
              <a:gd name="connsiteY187" fmla="*/ 269338 h 4999978"/>
              <a:gd name="connsiteX188" fmla="*/ 1974956 w 12192000"/>
              <a:gd name="connsiteY188" fmla="*/ 255958 h 4999978"/>
              <a:gd name="connsiteX189" fmla="*/ 2082409 w 12192000"/>
              <a:gd name="connsiteY189" fmla="*/ 227290 h 4999978"/>
              <a:gd name="connsiteX190" fmla="*/ 2105639 w 12192000"/>
              <a:gd name="connsiteY190" fmla="*/ 222648 h 4999978"/>
              <a:gd name="connsiteX191" fmla="*/ 2126992 w 12192000"/>
              <a:gd name="connsiteY191" fmla="*/ 224468 h 4999978"/>
              <a:gd name="connsiteX192" fmla="*/ 2133154 w 12192000"/>
              <a:gd name="connsiteY192" fmla="*/ 229952 h 4999978"/>
              <a:gd name="connsiteX193" fmla="*/ 2146154 w 12192000"/>
              <a:gd name="connsiteY193" fmla="*/ 228332 h 4999978"/>
              <a:gd name="connsiteX194" fmla="*/ 2149901 w 12192000"/>
              <a:gd name="connsiteY194" fmla="*/ 229116 h 4999978"/>
              <a:gd name="connsiteX195" fmla="*/ 2171100 w 12192000"/>
              <a:gd name="connsiteY195" fmla="*/ 232389 h 4999978"/>
              <a:gd name="connsiteX196" fmla="*/ 2209148 w 12192000"/>
              <a:gd name="connsiteY196" fmla="*/ 209225 h 4999978"/>
              <a:gd name="connsiteX197" fmla="*/ 2261889 w 12192000"/>
              <a:gd name="connsiteY197" fmla="*/ 205532 h 4999978"/>
              <a:gd name="connsiteX198" fmla="*/ 2452315 w 12192000"/>
              <a:gd name="connsiteY198" fmla="*/ 152899 h 4999978"/>
              <a:gd name="connsiteX199" fmla="*/ 2495330 w 12192000"/>
              <a:gd name="connsiteY199" fmla="*/ 142101 h 4999978"/>
              <a:gd name="connsiteX200" fmla="*/ 2665623 w 12192000"/>
              <a:gd name="connsiteY200" fmla="*/ 96394 h 4999978"/>
              <a:gd name="connsiteX201" fmla="*/ 2763332 w 12192000"/>
              <a:gd name="connsiteY201" fmla="*/ 74831 h 4999978"/>
              <a:gd name="connsiteX202" fmla="*/ 2843870 w 12192000"/>
              <a:gd name="connsiteY202" fmla="*/ 47507 h 4999978"/>
              <a:gd name="connsiteX203" fmla="*/ 2862745 w 12192000"/>
              <a:gd name="connsiteY203" fmla="*/ 43242 h 4999978"/>
              <a:gd name="connsiteX204" fmla="*/ 2864596 w 12192000"/>
              <a:gd name="connsiteY204" fmla="*/ 39218 h 4999978"/>
              <a:gd name="connsiteX205" fmla="*/ 2875381 w 12192000"/>
              <a:gd name="connsiteY205" fmla="*/ 35003 h 4999978"/>
              <a:gd name="connsiteX206" fmla="*/ 2895139 w 12192000"/>
              <a:gd name="connsiteY206" fmla="*/ 24186 h 4999978"/>
              <a:gd name="connsiteX207" fmla="*/ 2932205 w 12192000"/>
              <a:gd name="connsiteY207" fmla="*/ 11873 h 4999978"/>
              <a:gd name="connsiteX208" fmla="*/ 2933310 w 12192000"/>
              <a:gd name="connsiteY208" fmla="*/ 12816 h 4999978"/>
              <a:gd name="connsiteX209" fmla="*/ 2945218 w 12192000"/>
              <a:gd name="connsiteY209" fmla="*/ 14141 h 4999978"/>
              <a:gd name="connsiteX210" fmla="*/ 2966465 w 12192000"/>
              <a:gd name="connsiteY210" fmla="*/ 14117 h 4999978"/>
              <a:gd name="connsiteX211" fmla="*/ 3016048 w 12192000"/>
              <a:gd name="connsiteY211" fmla="*/ 12381 h 4999978"/>
              <a:gd name="connsiteX212" fmla="*/ 3057077 w 12192000"/>
              <a:gd name="connsiteY212" fmla="*/ 14845 h 4999978"/>
              <a:gd name="connsiteX213" fmla="*/ 3148105 w 12192000"/>
              <a:gd name="connsiteY213" fmla="*/ 30648 h 4999978"/>
              <a:gd name="connsiteX214" fmla="*/ 3251671 w 12192000"/>
              <a:gd name="connsiteY214" fmla="*/ 31575 h 4999978"/>
              <a:gd name="connsiteX215" fmla="*/ 3351400 w 12192000"/>
              <a:gd name="connsiteY215" fmla="*/ 32687 h 4999978"/>
              <a:gd name="connsiteX216" fmla="*/ 3387481 w 12192000"/>
              <a:gd name="connsiteY216" fmla="*/ 31443 h 4999978"/>
              <a:gd name="connsiteX217" fmla="*/ 3451923 w 12192000"/>
              <a:gd name="connsiteY217" fmla="*/ 36482 h 4999978"/>
              <a:gd name="connsiteX218" fmla="*/ 3481520 w 12192000"/>
              <a:gd name="connsiteY218" fmla="*/ 43287 h 4999978"/>
              <a:gd name="connsiteX219" fmla="*/ 3482804 w 12192000"/>
              <a:gd name="connsiteY219" fmla="*/ 42812 h 4999978"/>
              <a:gd name="connsiteX220" fmla="*/ 3485495 w 12192000"/>
              <a:gd name="connsiteY220" fmla="*/ 45921 h 4999978"/>
              <a:gd name="connsiteX221" fmla="*/ 3490972 w 12192000"/>
              <a:gd name="connsiteY221" fmla="*/ 47286 h 4999978"/>
              <a:gd name="connsiteX222" fmla="*/ 3505835 w 12192000"/>
              <a:gd name="connsiteY222" fmla="*/ 46077 h 4999978"/>
              <a:gd name="connsiteX223" fmla="*/ 3511410 w 12192000"/>
              <a:gd name="connsiteY223" fmla="*/ 44808 h 4999978"/>
              <a:gd name="connsiteX224" fmla="*/ 3519598 w 12192000"/>
              <a:gd name="connsiteY224" fmla="*/ 44683 h 4999978"/>
              <a:gd name="connsiteX225" fmla="*/ 3519807 w 12192000"/>
              <a:gd name="connsiteY225" fmla="*/ 44938 h 4999978"/>
              <a:gd name="connsiteX226" fmla="*/ 3527466 w 12192000"/>
              <a:gd name="connsiteY226" fmla="*/ 44316 h 4999978"/>
              <a:gd name="connsiteX227" fmla="*/ 3564889 w 12192000"/>
              <a:gd name="connsiteY227" fmla="*/ 57394 h 4999978"/>
              <a:gd name="connsiteX228" fmla="*/ 3614922 w 12192000"/>
              <a:gd name="connsiteY228" fmla="*/ 61804 h 4999978"/>
              <a:gd name="connsiteX229" fmla="*/ 3635506 w 12192000"/>
              <a:gd name="connsiteY229" fmla="*/ 65718 h 4999978"/>
              <a:gd name="connsiteX230" fmla="*/ 3646525 w 12192000"/>
              <a:gd name="connsiteY230" fmla="*/ 69193 h 4999978"/>
              <a:gd name="connsiteX231" fmla="*/ 3647224 w 12192000"/>
              <a:gd name="connsiteY231" fmla="*/ 70303 h 4999978"/>
              <a:gd name="connsiteX232" fmla="*/ 3683100 w 12192000"/>
              <a:gd name="connsiteY232" fmla="*/ 64109 h 4999978"/>
              <a:gd name="connsiteX233" fmla="*/ 3687901 w 12192000"/>
              <a:gd name="connsiteY233" fmla="*/ 65372 h 4999978"/>
              <a:gd name="connsiteX234" fmla="*/ 3711234 w 12192000"/>
              <a:gd name="connsiteY234" fmla="*/ 58665 h 4999978"/>
              <a:gd name="connsiteX235" fmla="*/ 3723318 w 12192000"/>
              <a:gd name="connsiteY235" fmla="*/ 56625 h 4999978"/>
              <a:gd name="connsiteX236" fmla="*/ 3726677 w 12192000"/>
              <a:gd name="connsiteY236" fmla="*/ 53112 h 4999978"/>
              <a:gd name="connsiteX237" fmla="*/ 3744535 w 12192000"/>
              <a:gd name="connsiteY237" fmla="*/ 51590 h 4999978"/>
              <a:gd name="connsiteX238" fmla="*/ 3746608 w 12192000"/>
              <a:gd name="connsiteY238" fmla="*/ 52522 h 4999978"/>
              <a:gd name="connsiteX239" fmla="*/ 3761262 w 12192000"/>
              <a:gd name="connsiteY239" fmla="*/ 47147 h 4999978"/>
              <a:gd name="connsiteX240" fmla="*/ 3803931 w 12192000"/>
              <a:gd name="connsiteY240" fmla="*/ 49309 h 4999978"/>
              <a:gd name="connsiteX241" fmla="*/ 3925626 w 12192000"/>
              <a:gd name="connsiteY241" fmla="*/ 40301 h 4999978"/>
              <a:gd name="connsiteX242" fmla="*/ 4033324 w 12192000"/>
              <a:gd name="connsiteY242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83267 w 12192000"/>
              <a:gd name="connsiteY41" fmla="*/ 199617 h 4999978"/>
              <a:gd name="connsiteX42" fmla="*/ 5492371 w 12192000"/>
              <a:gd name="connsiteY42" fmla="*/ 230923 h 4999978"/>
              <a:gd name="connsiteX43" fmla="*/ 5640913 w 12192000"/>
              <a:gd name="connsiteY43" fmla="*/ 239810 h 4999978"/>
              <a:gd name="connsiteX44" fmla="*/ 5877770 w 12192000"/>
              <a:gd name="connsiteY44" fmla="*/ 283747 h 4999978"/>
              <a:gd name="connsiteX45" fmla="*/ 5989615 w 12192000"/>
              <a:gd name="connsiteY45" fmla="*/ 306445 h 4999978"/>
              <a:gd name="connsiteX46" fmla="*/ 5996857 w 12192000"/>
              <a:gd name="connsiteY46" fmla="*/ 310331 h 4999978"/>
              <a:gd name="connsiteX47" fmla="*/ 6037387 w 12192000"/>
              <a:gd name="connsiteY47" fmla="*/ 299308 h 4999978"/>
              <a:gd name="connsiteX48" fmla="*/ 6113074 w 12192000"/>
              <a:gd name="connsiteY48" fmla="*/ 312627 h 4999978"/>
              <a:gd name="connsiteX49" fmla="*/ 6280929 w 12192000"/>
              <a:gd name="connsiteY49" fmla="*/ 337226 h 4999978"/>
              <a:gd name="connsiteX50" fmla="*/ 6298665 w 12192000"/>
              <a:gd name="connsiteY50" fmla="*/ 329713 h 4999978"/>
              <a:gd name="connsiteX51" fmla="*/ 6317326 w 12192000"/>
              <a:gd name="connsiteY51" fmla="*/ 326576 h 4999978"/>
              <a:gd name="connsiteX52" fmla="*/ 6319212 w 12192000"/>
              <a:gd name="connsiteY52" fmla="*/ 327786 h 4999978"/>
              <a:gd name="connsiteX53" fmla="*/ 6339724 w 12192000"/>
              <a:gd name="connsiteY53" fmla="*/ 328880 h 4999978"/>
              <a:gd name="connsiteX54" fmla="*/ 6345010 w 12192000"/>
              <a:gd name="connsiteY54" fmla="*/ 325930 h 4999978"/>
              <a:gd name="connsiteX55" fmla="*/ 6359332 w 12192000"/>
              <a:gd name="connsiteY55" fmla="*/ 325681 h 4999978"/>
              <a:gd name="connsiteX56" fmla="*/ 6388220 w 12192000"/>
              <a:gd name="connsiteY56" fmla="*/ 322496 h 4999978"/>
              <a:gd name="connsiteX57" fmla="*/ 6392994 w 12192000"/>
              <a:gd name="connsiteY57" fmla="*/ 324426 h 4999978"/>
              <a:gd name="connsiteX58" fmla="*/ 6435581 w 12192000"/>
              <a:gd name="connsiteY58" fmla="*/ 323557 h 4999978"/>
              <a:gd name="connsiteX59" fmla="*/ 6435870 w 12192000"/>
              <a:gd name="connsiteY59" fmla="*/ 324745 h 4999978"/>
              <a:gd name="connsiteX60" fmla="*/ 6446571 w 12192000"/>
              <a:gd name="connsiteY60" fmla="*/ 329739 h 4999978"/>
              <a:gd name="connsiteX61" fmla="*/ 6467701 w 12192000"/>
              <a:gd name="connsiteY61" fmla="*/ 336547 h 4999978"/>
              <a:gd name="connsiteX62" fmla="*/ 6512727 w 12192000"/>
              <a:gd name="connsiteY62" fmla="*/ 367087 h 4999978"/>
              <a:gd name="connsiteX63" fmla="*/ 6557094 w 12192000"/>
              <a:gd name="connsiteY63" fmla="*/ 366314 h 4999978"/>
              <a:gd name="connsiteX64" fmla="*/ 6565879 w 12192000"/>
              <a:gd name="connsiteY64" fmla="*/ 366812 h 4999978"/>
              <a:gd name="connsiteX65" fmla="*/ 6565997 w 12192000"/>
              <a:gd name="connsiteY65" fmla="*/ 367092 h 4999978"/>
              <a:gd name="connsiteX66" fmla="*/ 6575147 w 12192000"/>
              <a:gd name="connsiteY66" fmla="*/ 368156 h 4999978"/>
              <a:gd name="connsiteX67" fmla="*/ 6581899 w 12192000"/>
              <a:gd name="connsiteY67" fmla="*/ 367720 h 4999978"/>
              <a:gd name="connsiteX68" fmla="*/ 6598943 w 12192000"/>
              <a:gd name="connsiteY68" fmla="*/ 368688 h 4999978"/>
              <a:gd name="connsiteX69" fmla="*/ 6604421 w 12192000"/>
              <a:gd name="connsiteY69" fmla="*/ 370815 h 4999978"/>
              <a:gd name="connsiteX70" fmla="*/ 6606035 w 12192000"/>
              <a:gd name="connsiteY70" fmla="*/ 374247 h 4999978"/>
              <a:gd name="connsiteX71" fmla="*/ 6607669 w 12192000"/>
              <a:gd name="connsiteY71" fmla="*/ 373968 h 4999978"/>
              <a:gd name="connsiteX72" fmla="*/ 6637532 w 12192000"/>
              <a:gd name="connsiteY72" fmla="*/ 384907 h 4999978"/>
              <a:gd name="connsiteX73" fmla="*/ 6706880 w 12192000"/>
              <a:gd name="connsiteY73" fmla="*/ 399163 h 4999978"/>
              <a:gd name="connsiteX74" fmla="*/ 6747500 w 12192000"/>
              <a:gd name="connsiteY74" fmla="*/ 403168 h 4999978"/>
              <a:gd name="connsiteX75" fmla="*/ 6857783 w 12192000"/>
              <a:gd name="connsiteY75" fmla="*/ 418687 h 4999978"/>
              <a:gd name="connsiteX76" fmla="*/ 6926954 w 12192000"/>
              <a:gd name="connsiteY76" fmla="*/ 416162 h 4999978"/>
              <a:gd name="connsiteX77" fmla="*/ 6990389 w 12192000"/>
              <a:gd name="connsiteY77" fmla="*/ 425060 h 4999978"/>
              <a:gd name="connsiteX78" fmla="*/ 7041715 w 12192000"/>
              <a:gd name="connsiteY78" fmla="*/ 465902 h 4999978"/>
              <a:gd name="connsiteX79" fmla="*/ 7048103 w 12192000"/>
              <a:gd name="connsiteY79" fmla="*/ 464392 h 4999978"/>
              <a:gd name="connsiteX80" fmla="*/ 7057490 w 12192000"/>
              <a:gd name="connsiteY80" fmla="*/ 463917 h 4999978"/>
              <a:gd name="connsiteX81" fmla="*/ 7057730 w 12192000"/>
              <a:gd name="connsiteY81" fmla="*/ 464165 h 4999978"/>
              <a:gd name="connsiteX82" fmla="*/ 7066511 w 12192000"/>
              <a:gd name="connsiteY82" fmla="*/ 463214 h 4999978"/>
              <a:gd name="connsiteX83" fmla="*/ 7109401 w 12192000"/>
              <a:gd name="connsiteY83" fmla="*/ 455268 h 4999978"/>
              <a:gd name="connsiteX84" fmla="*/ 7166830 w 12192000"/>
              <a:gd name="connsiteY84" fmla="*/ 477037 h 4999978"/>
              <a:gd name="connsiteX85" fmla="*/ 7190442 w 12192000"/>
              <a:gd name="connsiteY85" fmla="*/ 480090 h 4999978"/>
              <a:gd name="connsiteX86" fmla="*/ 7203083 w 12192000"/>
              <a:gd name="connsiteY86" fmla="*/ 483106 h 4999978"/>
              <a:gd name="connsiteX87" fmla="*/ 7203894 w 12192000"/>
              <a:gd name="connsiteY87" fmla="*/ 484190 h 4999978"/>
              <a:gd name="connsiteX88" fmla="*/ 7245004 w 12192000"/>
              <a:gd name="connsiteY88" fmla="*/ 476444 h 4999978"/>
              <a:gd name="connsiteX89" fmla="*/ 7250514 w 12192000"/>
              <a:gd name="connsiteY89" fmla="*/ 477506 h 4999978"/>
              <a:gd name="connsiteX90" fmla="*/ 7277246 w 12192000"/>
              <a:gd name="connsiteY90" fmla="*/ 469782 h 4999978"/>
              <a:gd name="connsiteX91" fmla="*/ 7291092 w 12192000"/>
              <a:gd name="connsiteY91" fmla="*/ 467217 h 4999978"/>
              <a:gd name="connsiteX92" fmla="*/ 7294933 w 12192000"/>
              <a:gd name="connsiteY92" fmla="*/ 463549 h 4999978"/>
              <a:gd name="connsiteX93" fmla="*/ 7315408 w 12192000"/>
              <a:gd name="connsiteY93" fmla="*/ 461260 h 4999978"/>
              <a:gd name="connsiteX94" fmla="*/ 7317786 w 12192000"/>
              <a:gd name="connsiteY94" fmla="*/ 462106 h 4999978"/>
              <a:gd name="connsiteX95" fmla="*/ 7334572 w 12192000"/>
              <a:gd name="connsiteY95" fmla="*/ 456088 h 4999978"/>
              <a:gd name="connsiteX96" fmla="*/ 7375190 w 12192000"/>
              <a:gd name="connsiteY96" fmla="*/ 449931 h 4999978"/>
              <a:gd name="connsiteX97" fmla="*/ 7522997 w 12192000"/>
              <a:gd name="connsiteY97" fmla="*/ 442209 h 4999978"/>
              <a:gd name="connsiteX98" fmla="*/ 7686985 w 12192000"/>
              <a:gd name="connsiteY98" fmla="*/ 419805 h 4999978"/>
              <a:gd name="connsiteX99" fmla="*/ 7854068 w 12192000"/>
              <a:gd name="connsiteY99" fmla="*/ 409774 h 4999978"/>
              <a:gd name="connsiteX100" fmla="*/ 8034165 w 12192000"/>
              <a:gd name="connsiteY100" fmla="*/ 391699 h 4999978"/>
              <a:gd name="connsiteX101" fmla="*/ 8094381 w 12192000"/>
              <a:gd name="connsiteY101" fmla="*/ 395718 h 4999978"/>
              <a:gd name="connsiteX102" fmla="*/ 8146898 w 12192000"/>
              <a:gd name="connsiteY102" fmla="*/ 378558 h 4999978"/>
              <a:gd name="connsiteX103" fmla="*/ 8168993 w 12192000"/>
              <a:gd name="connsiteY103" fmla="*/ 384830 h 4999978"/>
              <a:gd name="connsiteX104" fmla="*/ 8172809 w 12192000"/>
              <a:gd name="connsiteY104" fmla="*/ 386137 h 4999978"/>
              <a:gd name="connsiteX105" fmla="*/ 8187962 w 12192000"/>
              <a:gd name="connsiteY105" fmla="*/ 386433 h 4999978"/>
              <a:gd name="connsiteX106" fmla="*/ 8192382 w 12192000"/>
              <a:gd name="connsiteY106" fmla="*/ 392692 h 4999978"/>
              <a:gd name="connsiteX107" fmla="*/ 8375192 w 12192000"/>
              <a:gd name="connsiteY107" fmla="*/ 383879 h 4999978"/>
              <a:gd name="connsiteX108" fmla="*/ 8454377 w 12192000"/>
              <a:gd name="connsiteY108" fmla="*/ 380331 h 4999978"/>
              <a:gd name="connsiteX109" fmla="*/ 8484740 w 12192000"/>
              <a:gd name="connsiteY109" fmla="*/ 385159 h 4999978"/>
              <a:gd name="connsiteX110" fmla="*/ 8601673 w 12192000"/>
              <a:gd name="connsiteY110" fmla="*/ 397101 h 4999978"/>
              <a:gd name="connsiteX111" fmla="*/ 8701676 w 12192000"/>
              <a:gd name="connsiteY111" fmla="*/ 401351 h 4999978"/>
              <a:gd name="connsiteX112" fmla="*/ 8773288 w 12192000"/>
              <a:gd name="connsiteY112" fmla="*/ 378077 h 4999978"/>
              <a:gd name="connsiteX113" fmla="*/ 8779909 w 12192000"/>
              <a:gd name="connsiteY113" fmla="*/ 382446 h 4999978"/>
              <a:gd name="connsiteX114" fmla="*/ 8829932 w 12192000"/>
              <a:gd name="connsiteY114" fmla="*/ 379243 h 4999978"/>
              <a:gd name="connsiteX115" fmla="*/ 9003386 w 12192000"/>
              <a:gd name="connsiteY115" fmla="*/ 336242 h 4999978"/>
              <a:gd name="connsiteX116" fmla="*/ 9101185 w 12192000"/>
              <a:gd name="connsiteY116" fmla="*/ 330862 h 4999978"/>
              <a:gd name="connsiteX117" fmla="*/ 9136185 w 12192000"/>
              <a:gd name="connsiteY117" fmla="*/ 334078 h 4999978"/>
              <a:gd name="connsiteX118" fmla="*/ 9194801 w 12192000"/>
              <a:gd name="connsiteY118" fmla="*/ 339149 h 4999978"/>
              <a:gd name="connsiteX119" fmla="*/ 9239316 w 12192000"/>
              <a:gd name="connsiteY119" fmla="*/ 355558 h 4999978"/>
              <a:gd name="connsiteX120" fmla="*/ 9288052 w 12192000"/>
              <a:gd name="connsiteY120" fmla="*/ 354796 h 4999978"/>
              <a:gd name="connsiteX121" fmla="*/ 9298465 w 12192000"/>
              <a:gd name="connsiteY121" fmla="*/ 338296 h 4999978"/>
              <a:gd name="connsiteX122" fmla="*/ 9350892 w 12192000"/>
              <a:gd name="connsiteY122" fmla="*/ 342778 h 4999978"/>
              <a:gd name="connsiteX123" fmla="*/ 9430522 w 12192000"/>
              <a:gd name="connsiteY123" fmla="*/ 351368 h 4999978"/>
              <a:gd name="connsiteX124" fmla="*/ 9476215 w 12192000"/>
              <a:gd name="connsiteY124" fmla="*/ 352107 h 4999978"/>
              <a:gd name="connsiteX125" fmla="*/ 9601276 w 12192000"/>
              <a:gd name="connsiteY125" fmla="*/ 358704 h 4999978"/>
              <a:gd name="connsiteX126" fmla="*/ 9771664 w 12192000"/>
              <a:gd name="connsiteY126" fmla="*/ 375074 h 4999978"/>
              <a:gd name="connsiteX127" fmla="*/ 9905153 w 12192000"/>
              <a:gd name="connsiteY127" fmla="*/ 400650 h 4999978"/>
              <a:gd name="connsiteX128" fmla="*/ 9922553 w 12192000"/>
              <a:gd name="connsiteY128" fmla="*/ 404569 h 4999978"/>
              <a:gd name="connsiteX129" fmla="*/ 10044658 w 12192000"/>
              <a:gd name="connsiteY129" fmla="*/ 418077 h 4999978"/>
              <a:gd name="connsiteX130" fmla="*/ 10184585 w 12192000"/>
              <a:gd name="connsiteY130" fmla="*/ 407138 h 4999978"/>
              <a:gd name="connsiteX131" fmla="*/ 10366435 w 12192000"/>
              <a:gd name="connsiteY131" fmla="*/ 462428 h 4999978"/>
              <a:gd name="connsiteX132" fmla="*/ 10688220 w 12192000"/>
              <a:gd name="connsiteY132" fmla="*/ 542258 h 4999978"/>
              <a:gd name="connsiteX133" fmla="*/ 11026690 w 12192000"/>
              <a:gd name="connsiteY133" fmla="*/ 550681 h 4999978"/>
              <a:gd name="connsiteX134" fmla="*/ 11113779 w 12192000"/>
              <a:gd name="connsiteY134" fmla="*/ 533868 h 4999978"/>
              <a:gd name="connsiteX135" fmla="*/ 11369556 w 12192000"/>
              <a:gd name="connsiteY135" fmla="*/ 491719 h 4999978"/>
              <a:gd name="connsiteX136" fmla="*/ 11623342 w 12192000"/>
              <a:gd name="connsiteY136" fmla="*/ 388428 h 4999978"/>
              <a:gd name="connsiteX137" fmla="*/ 11786511 w 12192000"/>
              <a:gd name="connsiteY137" fmla="*/ 358390 h 4999978"/>
              <a:gd name="connsiteX138" fmla="*/ 11862577 w 12192000"/>
              <a:gd name="connsiteY138" fmla="*/ 330549 h 4999978"/>
              <a:gd name="connsiteX139" fmla="*/ 11916612 w 12192000"/>
              <a:gd name="connsiteY139" fmla="*/ 323810 h 4999978"/>
              <a:gd name="connsiteX140" fmla="*/ 11948830 w 12192000"/>
              <a:gd name="connsiteY140" fmla="*/ 318062 h 4999978"/>
              <a:gd name="connsiteX141" fmla="*/ 12001583 w 12192000"/>
              <a:gd name="connsiteY141" fmla="*/ 279643 h 4999978"/>
              <a:gd name="connsiteX142" fmla="*/ 12174977 w 12192000"/>
              <a:gd name="connsiteY142" fmla="*/ 264652 h 4999978"/>
              <a:gd name="connsiteX143" fmla="*/ 12192000 w 12192000"/>
              <a:gd name="connsiteY143" fmla="*/ 256549 h 4999978"/>
              <a:gd name="connsiteX144" fmla="*/ 12192000 w 12192000"/>
              <a:gd name="connsiteY144" fmla="*/ 4999978 h 4999978"/>
              <a:gd name="connsiteX145" fmla="*/ 0 w 12192000"/>
              <a:gd name="connsiteY145" fmla="*/ 4999978 h 4999978"/>
              <a:gd name="connsiteX146" fmla="*/ 0 w 12192000"/>
              <a:gd name="connsiteY146" fmla="*/ 617449 h 4999978"/>
              <a:gd name="connsiteX147" fmla="*/ 11075 w 12192000"/>
              <a:gd name="connsiteY147" fmla="*/ 615178 h 4999978"/>
              <a:gd name="connsiteX148" fmla="*/ 44061 w 12192000"/>
              <a:gd name="connsiteY148" fmla="*/ 608596 h 4999978"/>
              <a:gd name="connsiteX149" fmla="*/ 136694 w 12192000"/>
              <a:gd name="connsiteY149" fmla="*/ 556415 h 4999978"/>
              <a:gd name="connsiteX150" fmla="*/ 170342 w 12192000"/>
              <a:gd name="connsiteY150" fmla="*/ 551077 h 4999978"/>
              <a:gd name="connsiteX151" fmla="*/ 168955 w 12192000"/>
              <a:gd name="connsiteY151" fmla="*/ 542164 h 4999978"/>
              <a:gd name="connsiteX152" fmla="*/ 181474 w 12192000"/>
              <a:gd name="connsiteY152" fmla="*/ 541281 h 4999978"/>
              <a:gd name="connsiteX153" fmla="*/ 209440 w 12192000"/>
              <a:gd name="connsiteY153" fmla="*/ 540561 h 4999978"/>
              <a:gd name="connsiteX154" fmla="*/ 293152 w 12192000"/>
              <a:gd name="connsiteY154" fmla="*/ 536576 h 4999978"/>
              <a:gd name="connsiteX155" fmla="*/ 315693 w 12192000"/>
              <a:gd name="connsiteY155" fmla="*/ 519030 h 4999978"/>
              <a:gd name="connsiteX156" fmla="*/ 337305 w 12192000"/>
              <a:gd name="connsiteY156" fmla="*/ 518372 h 4999978"/>
              <a:gd name="connsiteX157" fmla="*/ 462252 w 12192000"/>
              <a:gd name="connsiteY157" fmla="*/ 493151 h 4999978"/>
              <a:gd name="connsiteX158" fmla="*/ 479457 w 12192000"/>
              <a:gd name="connsiteY158" fmla="*/ 491123 h 4999978"/>
              <a:gd name="connsiteX159" fmla="*/ 488653 w 12192000"/>
              <a:gd name="connsiteY159" fmla="*/ 483257 h 4999978"/>
              <a:gd name="connsiteX160" fmla="*/ 522053 w 12192000"/>
              <a:gd name="connsiteY160" fmla="*/ 481125 h 4999978"/>
              <a:gd name="connsiteX161" fmla="*/ 523520 w 12192000"/>
              <a:gd name="connsiteY161" fmla="*/ 476713 h 4999978"/>
              <a:gd name="connsiteX162" fmla="*/ 632714 w 12192000"/>
              <a:gd name="connsiteY162" fmla="*/ 437101 h 4999978"/>
              <a:gd name="connsiteX163" fmla="*/ 651426 w 12192000"/>
              <a:gd name="connsiteY163" fmla="*/ 430544 h 4999978"/>
              <a:gd name="connsiteX164" fmla="*/ 667724 w 12192000"/>
              <a:gd name="connsiteY164" fmla="*/ 432138 h 4999978"/>
              <a:gd name="connsiteX165" fmla="*/ 757679 w 12192000"/>
              <a:gd name="connsiteY165" fmla="*/ 425145 h 4999978"/>
              <a:gd name="connsiteX166" fmla="*/ 779159 w 12192000"/>
              <a:gd name="connsiteY166" fmla="*/ 428059 h 4999978"/>
              <a:gd name="connsiteX167" fmla="*/ 788293 w 12192000"/>
              <a:gd name="connsiteY167" fmla="*/ 434863 h 4999978"/>
              <a:gd name="connsiteX168" fmla="*/ 822923 w 12192000"/>
              <a:gd name="connsiteY168" fmla="*/ 421074 h 4999978"/>
              <a:gd name="connsiteX169" fmla="*/ 876559 w 12192000"/>
              <a:gd name="connsiteY169" fmla="*/ 411088 h 4999978"/>
              <a:gd name="connsiteX170" fmla="*/ 902011 w 12192000"/>
              <a:gd name="connsiteY170" fmla="*/ 404118 h 4999978"/>
              <a:gd name="connsiteX171" fmla="*/ 922715 w 12192000"/>
              <a:gd name="connsiteY171" fmla="*/ 407699 h 4999978"/>
              <a:gd name="connsiteX172" fmla="*/ 1040139 w 12192000"/>
              <a:gd name="connsiteY172" fmla="*/ 406590 h 4999978"/>
              <a:gd name="connsiteX173" fmla="*/ 1067251 w 12192000"/>
              <a:gd name="connsiteY173" fmla="*/ 412384 h 4999978"/>
              <a:gd name="connsiteX174" fmla="*/ 1080272 w 12192000"/>
              <a:gd name="connsiteY174" fmla="*/ 424669 h 4999978"/>
              <a:gd name="connsiteX175" fmla="*/ 1090219 w 12192000"/>
              <a:gd name="connsiteY175" fmla="*/ 420026 h 4999978"/>
              <a:gd name="connsiteX176" fmla="*/ 1161226 w 12192000"/>
              <a:gd name="connsiteY176" fmla="*/ 418304 h 4999978"/>
              <a:gd name="connsiteX177" fmla="*/ 1207525 w 12192000"/>
              <a:gd name="connsiteY177" fmla="*/ 416039 h 4999978"/>
              <a:gd name="connsiteX178" fmla="*/ 1295331 w 12192000"/>
              <a:gd name="connsiteY178" fmla="*/ 402182 h 4999978"/>
              <a:gd name="connsiteX179" fmla="*/ 1347118 w 12192000"/>
              <a:gd name="connsiteY179" fmla="*/ 399704 h 4999978"/>
              <a:gd name="connsiteX180" fmla="*/ 1378108 w 12192000"/>
              <a:gd name="connsiteY180" fmla="*/ 398410 h 4999978"/>
              <a:gd name="connsiteX181" fmla="*/ 1459192 w 12192000"/>
              <a:gd name="connsiteY181" fmla="*/ 380919 h 4999978"/>
              <a:gd name="connsiteX182" fmla="*/ 1590120 w 12192000"/>
              <a:gd name="connsiteY182" fmla="*/ 317608 h 4999978"/>
              <a:gd name="connsiteX183" fmla="*/ 1631417 w 12192000"/>
              <a:gd name="connsiteY183" fmla="*/ 308227 h 4999978"/>
              <a:gd name="connsiteX184" fmla="*/ 1638727 w 12192000"/>
              <a:gd name="connsiteY184" fmla="*/ 311610 h 4999978"/>
              <a:gd name="connsiteX185" fmla="*/ 1844438 w 12192000"/>
              <a:gd name="connsiteY185" fmla="*/ 271304 h 4999978"/>
              <a:gd name="connsiteX186" fmla="*/ 1881324 w 12192000"/>
              <a:gd name="connsiteY186" fmla="*/ 268497 h 4999978"/>
              <a:gd name="connsiteX187" fmla="*/ 1908999 w 12192000"/>
              <a:gd name="connsiteY187" fmla="*/ 269338 h 4999978"/>
              <a:gd name="connsiteX188" fmla="*/ 1974956 w 12192000"/>
              <a:gd name="connsiteY188" fmla="*/ 255958 h 4999978"/>
              <a:gd name="connsiteX189" fmla="*/ 2082409 w 12192000"/>
              <a:gd name="connsiteY189" fmla="*/ 227290 h 4999978"/>
              <a:gd name="connsiteX190" fmla="*/ 2105639 w 12192000"/>
              <a:gd name="connsiteY190" fmla="*/ 222648 h 4999978"/>
              <a:gd name="connsiteX191" fmla="*/ 2126992 w 12192000"/>
              <a:gd name="connsiteY191" fmla="*/ 224468 h 4999978"/>
              <a:gd name="connsiteX192" fmla="*/ 2133154 w 12192000"/>
              <a:gd name="connsiteY192" fmla="*/ 229952 h 4999978"/>
              <a:gd name="connsiteX193" fmla="*/ 2146154 w 12192000"/>
              <a:gd name="connsiteY193" fmla="*/ 228332 h 4999978"/>
              <a:gd name="connsiteX194" fmla="*/ 2149901 w 12192000"/>
              <a:gd name="connsiteY194" fmla="*/ 229116 h 4999978"/>
              <a:gd name="connsiteX195" fmla="*/ 2171100 w 12192000"/>
              <a:gd name="connsiteY195" fmla="*/ 232389 h 4999978"/>
              <a:gd name="connsiteX196" fmla="*/ 2209148 w 12192000"/>
              <a:gd name="connsiteY196" fmla="*/ 209225 h 4999978"/>
              <a:gd name="connsiteX197" fmla="*/ 2261889 w 12192000"/>
              <a:gd name="connsiteY197" fmla="*/ 205532 h 4999978"/>
              <a:gd name="connsiteX198" fmla="*/ 2452315 w 12192000"/>
              <a:gd name="connsiteY198" fmla="*/ 152899 h 4999978"/>
              <a:gd name="connsiteX199" fmla="*/ 2495330 w 12192000"/>
              <a:gd name="connsiteY199" fmla="*/ 142101 h 4999978"/>
              <a:gd name="connsiteX200" fmla="*/ 2665623 w 12192000"/>
              <a:gd name="connsiteY200" fmla="*/ 96394 h 4999978"/>
              <a:gd name="connsiteX201" fmla="*/ 2763332 w 12192000"/>
              <a:gd name="connsiteY201" fmla="*/ 74831 h 4999978"/>
              <a:gd name="connsiteX202" fmla="*/ 2843870 w 12192000"/>
              <a:gd name="connsiteY202" fmla="*/ 47507 h 4999978"/>
              <a:gd name="connsiteX203" fmla="*/ 2862745 w 12192000"/>
              <a:gd name="connsiteY203" fmla="*/ 43242 h 4999978"/>
              <a:gd name="connsiteX204" fmla="*/ 2864596 w 12192000"/>
              <a:gd name="connsiteY204" fmla="*/ 39218 h 4999978"/>
              <a:gd name="connsiteX205" fmla="*/ 2875381 w 12192000"/>
              <a:gd name="connsiteY205" fmla="*/ 35003 h 4999978"/>
              <a:gd name="connsiteX206" fmla="*/ 2895139 w 12192000"/>
              <a:gd name="connsiteY206" fmla="*/ 24186 h 4999978"/>
              <a:gd name="connsiteX207" fmla="*/ 2932205 w 12192000"/>
              <a:gd name="connsiteY207" fmla="*/ 11873 h 4999978"/>
              <a:gd name="connsiteX208" fmla="*/ 2933310 w 12192000"/>
              <a:gd name="connsiteY208" fmla="*/ 12816 h 4999978"/>
              <a:gd name="connsiteX209" fmla="*/ 2945218 w 12192000"/>
              <a:gd name="connsiteY209" fmla="*/ 14141 h 4999978"/>
              <a:gd name="connsiteX210" fmla="*/ 2966465 w 12192000"/>
              <a:gd name="connsiteY210" fmla="*/ 14117 h 4999978"/>
              <a:gd name="connsiteX211" fmla="*/ 3016048 w 12192000"/>
              <a:gd name="connsiteY211" fmla="*/ 12381 h 4999978"/>
              <a:gd name="connsiteX212" fmla="*/ 3057077 w 12192000"/>
              <a:gd name="connsiteY212" fmla="*/ 14845 h 4999978"/>
              <a:gd name="connsiteX213" fmla="*/ 3148105 w 12192000"/>
              <a:gd name="connsiteY213" fmla="*/ 30648 h 4999978"/>
              <a:gd name="connsiteX214" fmla="*/ 3251671 w 12192000"/>
              <a:gd name="connsiteY214" fmla="*/ 31575 h 4999978"/>
              <a:gd name="connsiteX215" fmla="*/ 3351400 w 12192000"/>
              <a:gd name="connsiteY215" fmla="*/ 32687 h 4999978"/>
              <a:gd name="connsiteX216" fmla="*/ 3387481 w 12192000"/>
              <a:gd name="connsiteY216" fmla="*/ 31443 h 4999978"/>
              <a:gd name="connsiteX217" fmla="*/ 3451923 w 12192000"/>
              <a:gd name="connsiteY217" fmla="*/ 36482 h 4999978"/>
              <a:gd name="connsiteX218" fmla="*/ 3481520 w 12192000"/>
              <a:gd name="connsiteY218" fmla="*/ 43287 h 4999978"/>
              <a:gd name="connsiteX219" fmla="*/ 3482804 w 12192000"/>
              <a:gd name="connsiteY219" fmla="*/ 42812 h 4999978"/>
              <a:gd name="connsiteX220" fmla="*/ 3485495 w 12192000"/>
              <a:gd name="connsiteY220" fmla="*/ 45921 h 4999978"/>
              <a:gd name="connsiteX221" fmla="*/ 3490972 w 12192000"/>
              <a:gd name="connsiteY221" fmla="*/ 47286 h 4999978"/>
              <a:gd name="connsiteX222" fmla="*/ 3505835 w 12192000"/>
              <a:gd name="connsiteY222" fmla="*/ 46077 h 4999978"/>
              <a:gd name="connsiteX223" fmla="*/ 3511410 w 12192000"/>
              <a:gd name="connsiteY223" fmla="*/ 44808 h 4999978"/>
              <a:gd name="connsiteX224" fmla="*/ 3519598 w 12192000"/>
              <a:gd name="connsiteY224" fmla="*/ 44683 h 4999978"/>
              <a:gd name="connsiteX225" fmla="*/ 3519807 w 12192000"/>
              <a:gd name="connsiteY225" fmla="*/ 44938 h 4999978"/>
              <a:gd name="connsiteX226" fmla="*/ 3527466 w 12192000"/>
              <a:gd name="connsiteY226" fmla="*/ 44316 h 4999978"/>
              <a:gd name="connsiteX227" fmla="*/ 3564889 w 12192000"/>
              <a:gd name="connsiteY227" fmla="*/ 57394 h 4999978"/>
              <a:gd name="connsiteX228" fmla="*/ 3614922 w 12192000"/>
              <a:gd name="connsiteY228" fmla="*/ 61804 h 4999978"/>
              <a:gd name="connsiteX229" fmla="*/ 3635506 w 12192000"/>
              <a:gd name="connsiteY229" fmla="*/ 65718 h 4999978"/>
              <a:gd name="connsiteX230" fmla="*/ 3646525 w 12192000"/>
              <a:gd name="connsiteY230" fmla="*/ 69193 h 4999978"/>
              <a:gd name="connsiteX231" fmla="*/ 3647224 w 12192000"/>
              <a:gd name="connsiteY231" fmla="*/ 70303 h 4999978"/>
              <a:gd name="connsiteX232" fmla="*/ 3683100 w 12192000"/>
              <a:gd name="connsiteY232" fmla="*/ 64109 h 4999978"/>
              <a:gd name="connsiteX233" fmla="*/ 3687901 w 12192000"/>
              <a:gd name="connsiteY233" fmla="*/ 65372 h 4999978"/>
              <a:gd name="connsiteX234" fmla="*/ 3711234 w 12192000"/>
              <a:gd name="connsiteY234" fmla="*/ 58665 h 4999978"/>
              <a:gd name="connsiteX235" fmla="*/ 3723318 w 12192000"/>
              <a:gd name="connsiteY235" fmla="*/ 56625 h 4999978"/>
              <a:gd name="connsiteX236" fmla="*/ 3726677 w 12192000"/>
              <a:gd name="connsiteY236" fmla="*/ 53112 h 4999978"/>
              <a:gd name="connsiteX237" fmla="*/ 3744535 w 12192000"/>
              <a:gd name="connsiteY237" fmla="*/ 51590 h 4999978"/>
              <a:gd name="connsiteX238" fmla="*/ 3746608 w 12192000"/>
              <a:gd name="connsiteY238" fmla="*/ 52522 h 4999978"/>
              <a:gd name="connsiteX239" fmla="*/ 3761262 w 12192000"/>
              <a:gd name="connsiteY239" fmla="*/ 47147 h 4999978"/>
              <a:gd name="connsiteX240" fmla="*/ 3803931 w 12192000"/>
              <a:gd name="connsiteY240" fmla="*/ 49309 h 4999978"/>
              <a:gd name="connsiteX241" fmla="*/ 3925626 w 12192000"/>
              <a:gd name="connsiteY241" fmla="*/ 40301 h 4999978"/>
              <a:gd name="connsiteX242" fmla="*/ 4033324 w 12192000"/>
              <a:gd name="connsiteY242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83267 w 12192000"/>
              <a:gd name="connsiteY41" fmla="*/ 199617 h 4999978"/>
              <a:gd name="connsiteX42" fmla="*/ 5492371 w 12192000"/>
              <a:gd name="connsiteY42" fmla="*/ 230923 h 4999978"/>
              <a:gd name="connsiteX43" fmla="*/ 5640913 w 12192000"/>
              <a:gd name="connsiteY43" fmla="*/ 239810 h 4999978"/>
              <a:gd name="connsiteX44" fmla="*/ 5877770 w 12192000"/>
              <a:gd name="connsiteY44" fmla="*/ 283747 h 4999978"/>
              <a:gd name="connsiteX45" fmla="*/ 5989615 w 12192000"/>
              <a:gd name="connsiteY45" fmla="*/ 306445 h 4999978"/>
              <a:gd name="connsiteX46" fmla="*/ 5996857 w 12192000"/>
              <a:gd name="connsiteY46" fmla="*/ 310331 h 4999978"/>
              <a:gd name="connsiteX47" fmla="*/ 6037387 w 12192000"/>
              <a:gd name="connsiteY47" fmla="*/ 299308 h 4999978"/>
              <a:gd name="connsiteX48" fmla="*/ 6113074 w 12192000"/>
              <a:gd name="connsiteY48" fmla="*/ 312627 h 4999978"/>
              <a:gd name="connsiteX49" fmla="*/ 6280929 w 12192000"/>
              <a:gd name="connsiteY49" fmla="*/ 337226 h 4999978"/>
              <a:gd name="connsiteX50" fmla="*/ 6298665 w 12192000"/>
              <a:gd name="connsiteY50" fmla="*/ 329713 h 4999978"/>
              <a:gd name="connsiteX51" fmla="*/ 6317326 w 12192000"/>
              <a:gd name="connsiteY51" fmla="*/ 326576 h 4999978"/>
              <a:gd name="connsiteX52" fmla="*/ 6319212 w 12192000"/>
              <a:gd name="connsiteY52" fmla="*/ 327786 h 4999978"/>
              <a:gd name="connsiteX53" fmla="*/ 6339724 w 12192000"/>
              <a:gd name="connsiteY53" fmla="*/ 328880 h 4999978"/>
              <a:gd name="connsiteX54" fmla="*/ 6345010 w 12192000"/>
              <a:gd name="connsiteY54" fmla="*/ 325930 h 4999978"/>
              <a:gd name="connsiteX55" fmla="*/ 6359332 w 12192000"/>
              <a:gd name="connsiteY55" fmla="*/ 325681 h 4999978"/>
              <a:gd name="connsiteX56" fmla="*/ 6388220 w 12192000"/>
              <a:gd name="connsiteY56" fmla="*/ 322496 h 4999978"/>
              <a:gd name="connsiteX57" fmla="*/ 6392994 w 12192000"/>
              <a:gd name="connsiteY57" fmla="*/ 324426 h 4999978"/>
              <a:gd name="connsiteX58" fmla="*/ 6435581 w 12192000"/>
              <a:gd name="connsiteY58" fmla="*/ 323557 h 4999978"/>
              <a:gd name="connsiteX59" fmla="*/ 6435870 w 12192000"/>
              <a:gd name="connsiteY59" fmla="*/ 324745 h 4999978"/>
              <a:gd name="connsiteX60" fmla="*/ 6446571 w 12192000"/>
              <a:gd name="connsiteY60" fmla="*/ 329739 h 4999978"/>
              <a:gd name="connsiteX61" fmla="*/ 6467701 w 12192000"/>
              <a:gd name="connsiteY61" fmla="*/ 336547 h 4999978"/>
              <a:gd name="connsiteX62" fmla="*/ 6512727 w 12192000"/>
              <a:gd name="connsiteY62" fmla="*/ 367087 h 4999978"/>
              <a:gd name="connsiteX63" fmla="*/ 6557094 w 12192000"/>
              <a:gd name="connsiteY63" fmla="*/ 366314 h 4999978"/>
              <a:gd name="connsiteX64" fmla="*/ 6565879 w 12192000"/>
              <a:gd name="connsiteY64" fmla="*/ 366812 h 4999978"/>
              <a:gd name="connsiteX65" fmla="*/ 6565997 w 12192000"/>
              <a:gd name="connsiteY65" fmla="*/ 367092 h 4999978"/>
              <a:gd name="connsiteX66" fmla="*/ 6575147 w 12192000"/>
              <a:gd name="connsiteY66" fmla="*/ 368156 h 4999978"/>
              <a:gd name="connsiteX67" fmla="*/ 6581899 w 12192000"/>
              <a:gd name="connsiteY67" fmla="*/ 367720 h 4999978"/>
              <a:gd name="connsiteX68" fmla="*/ 6598943 w 12192000"/>
              <a:gd name="connsiteY68" fmla="*/ 368688 h 4999978"/>
              <a:gd name="connsiteX69" fmla="*/ 6604421 w 12192000"/>
              <a:gd name="connsiteY69" fmla="*/ 370815 h 4999978"/>
              <a:gd name="connsiteX70" fmla="*/ 6606035 w 12192000"/>
              <a:gd name="connsiteY70" fmla="*/ 374247 h 4999978"/>
              <a:gd name="connsiteX71" fmla="*/ 6607669 w 12192000"/>
              <a:gd name="connsiteY71" fmla="*/ 373968 h 4999978"/>
              <a:gd name="connsiteX72" fmla="*/ 6637532 w 12192000"/>
              <a:gd name="connsiteY72" fmla="*/ 384907 h 4999978"/>
              <a:gd name="connsiteX73" fmla="*/ 6706880 w 12192000"/>
              <a:gd name="connsiteY73" fmla="*/ 399163 h 4999978"/>
              <a:gd name="connsiteX74" fmla="*/ 6747500 w 12192000"/>
              <a:gd name="connsiteY74" fmla="*/ 403168 h 4999978"/>
              <a:gd name="connsiteX75" fmla="*/ 6857783 w 12192000"/>
              <a:gd name="connsiteY75" fmla="*/ 418687 h 4999978"/>
              <a:gd name="connsiteX76" fmla="*/ 6926954 w 12192000"/>
              <a:gd name="connsiteY76" fmla="*/ 416162 h 4999978"/>
              <a:gd name="connsiteX77" fmla="*/ 6990389 w 12192000"/>
              <a:gd name="connsiteY77" fmla="*/ 425060 h 4999978"/>
              <a:gd name="connsiteX78" fmla="*/ 7041715 w 12192000"/>
              <a:gd name="connsiteY78" fmla="*/ 465902 h 4999978"/>
              <a:gd name="connsiteX79" fmla="*/ 7048103 w 12192000"/>
              <a:gd name="connsiteY79" fmla="*/ 464392 h 4999978"/>
              <a:gd name="connsiteX80" fmla="*/ 7057490 w 12192000"/>
              <a:gd name="connsiteY80" fmla="*/ 463917 h 4999978"/>
              <a:gd name="connsiteX81" fmla="*/ 7057730 w 12192000"/>
              <a:gd name="connsiteY81" fmla="*/ 464165 h 4999978"/>
              <a:gd name="connsiteX82" fmla="*/ 7066511 w 12192000"/>
              <a:gd name="connsiteY82" fmla="*/ 463214 h 4999978"/>
              <a:gd name="connsiteX83" fmla="*/ 7109401 w 12192000"/>
              <a:gd name="connsiteY83" fmla="*/ 455268 h 4999978"/>
              <a:gd name="connsiteX84" fmla="*/ 7166830 w 12192000"/>
              <a:gd name="connsiteY84" fmla="*/ 477037 h 4999978"/>
              <a:gd name="connsiteX85" fmla="*/ 7190442 w 12192000"/>
              <a:gd name="connsiteY85" fmla="*/ 480090 h 4999978"/>
              <a:gd name="connsiteX86" fmla="*/ 7203083 w 12192000"/>
              <a:gd name="connsiteY86" fmla="*/ 483106 h 4999978"/>
              <a:gd name="connsiteX87" fmla="*/ 7203894 w 12192000"/>
              <a:gd name="connsiteY87" fmla="*/ 484190 h 4999978"/>
              <a:gd name="connsiteX88" fmla="*/ 7245004 w 12192000"/>
              <a:gd name="connsiteY88" fmla="*/ 476444 h 4999978"/>
              <a:gd name="connsiteX89" fmla="*/ 7250514 w 12192000"/>
              <a:gd name="connsiteY89" fmla="*/ 477506 h 4999978"/>
              <a:gd name="connsiteX90" fmla="*/ 7277246 w 12192000"/>
              <a:gd name="connsiteY90" fmla="*/ 469782 h 4999978"/>
              <a:gd name="connsiteX91" fmla="*/ 7291092 w 12192000"/>
              <a:gd name="connsiteY91" fmla="*/ 467217 h 4999978"/>
              <a:gd name="connsiteX92" fmla="*/ 7294933 w 12192000"/>
              <a:gd name="connsiteY92" fmla="*/ 463549 h 4999978"/>
              <a:gd name="connsiteX93" fmla="*/ 7315408 w 12192000"/>
              <a:gd name="connsiteY93" fmla="*/ 461260 h 4999978"/>
              <a:gd name="connsiteX94" fmla="*/ 7317786 w 12192000"/>
              <a:gd name="connsiteY94" fmla="*/ 462106 h 4999978"/>
              <a:gd name="connsiteX95" fmla="*/ 7334572 w 12192000"/>
              <a:gd name="connsiteY95" fmla="*/ 456088 h 4999978"/>
              <a:gd name="connsiteX96" fmla="*/ 7375190 w 12192000"/>
              <a:gd name="connsiteY96" fmla="*/ 449931 h 4999978"/>
              <a:gd name="connsiteX97" fmla="*/ 7522997 w 12192000"/>
              <a:gd name="connsiteY97" fmla="*/ 442209 h 4999978"/>
              <a:gd name="connsiteX98" fmla="*/ 7686985 w 12192000"/>
              <a:gd name="connsiteY98" fmla="*/ 419805 h 4999978"/>
              <a:gd name="connsiteX99" fmla="*/ 7854068 w 12192000"/>
              <a:gd name="connsiteY99" fmla="*/ 409774 h 4999978"/>
              <a:gd name="connsiteX100" fmla="*/ 8034165 w 12192000"/>
              <a:gd name="connsiteY100" fmla="*/ 391699 h 4999978"/>
              <a:gd name="connsiteX101" fmla="*/ 8094381 w 12192000"/>
              <a:gd name="connsiteY101" fmla="*/ 395718 h 4999978"/>
              <a:gd name="connsiteX102" fmla="*/ 8146898 w 12192000"/>
              <a:gd name="connsiteY102" fmla="*/ 378558 h 4999978"/>
              <a:gd name="connsiteX103" fmla="*/ 8168993 w 12192000"/>
              <a:gd name="connsiteY103" fmla="*/ 384830 h 4999978"/>
              <a:gd name="connsiteX104" fmla="*/ 8172809 w 12192000"/>
              <a:gd name="connsiteY104" fmla="*/ 386137 h 4999978"/>
              <a:gd name="connsiteX105" fmla="*/ 8187962 w 12192000"/>
              <a:gd name="connsiteY105" fmla="*/ 386433 h 4999978"/>
              <a:gd name="connsiteX106" fmla="*/ 8192382 w 12192000"/>
              <a:gd name="connsiteY106" fmla="*/ 392692 h 4999978"/>
              <a:gd name="connsiteX107" fmla="*/ 8375192 w 12192000"/>
              <a:gd name="connsiteY107" fmla="*/ 383879 h 4999978"/>
              <a:gd name="connsiteX108" fmla="*/ 8454377 w 12192000"/>
              <a:gd name="connsiteY108" fmla="*/ 380331 h 4999978"/>
              <a:gd name="connsiteX109" fmla="*/ 8484740 w 12192000"/>
              <a:gd name="connsiteY109" fmla="*/ 385159 h 4999978"/>
              <a:gd name="connsiteX110" fmla="*/ 8601673 w 12192000"/>
              <a:gd name="connsiteY110" fmla="*/ 397101 h 4999978"/>
              <a:gd name="connsiteX111" fmla="*/ 8701676 w 12192000"/>
              <a:gd name="connsiteY111" fmla="*/ 401351 h 4999978"/>
              <a:gd name="connsiteX112" fmla="*/ 8773288 w 12192000"/>
              <a:gd name="connsiteY112" fmla="*/ 378077 h 4999978"/>
              <a:gd name="connsiteX113" fmla="*/ 8779909 w 12192000"/>
              <a:gd name="connsiteY113" fmla="*/ 382446 h 4999978"/>
              <a:gd name="connsiteX114" fmla="*/ 8829932 w 12192000"/>
              <a:gd name="connsiteY114" fmla="*/ 379243 h 4999978"/>
              <a:gd name="connsiteX115" fmla="*/ 9003386 w 12192000"/>
              <a:gd name="connsiteY115" fmla="*/ 336242 h 4999978"/>
              <a:gd name="connsiteX116" fmla="*/ 9101185 w 12192000"/>
              <a:gd name="connsiteY116" fmla="*/ 330862 h 4999978"/>
              <a:gd name="connsiteX117" fmla="*/ 9136185 w 12192000"/>
              <a:gd name="connsiteY117" fmla="*/ 334078 h 4999978"/>
              <a:gd name="connsiteX118" fmla="*/ 9194801 w 12192000"/>
              <a:gd name="connsiteY118" fmla="*/ 339149 h 4999978"/>
              <a:gd name="connsiteX119" fmla="*/ 9239316 w 12192000"/>
              <a:gd name="connsiteY119" fmla="*/ 355558 h 4999978"/>
              <a:gd name="connsiteX120" fmla="*/ 9288052 w 12192000"/>
              <a:gd name="connsiteY120" fmla="*/ 354796 h 4999978"/>
              <a:gd name="connsiteX121" fmla="*/ 9298465 w 12192000"/>
              <a:gd name="connsiteY121" fmla="*/ 338296 h 4999978"/>
              <a:gd name="connsiteX122" fmla="*/ 9350892 w 12192000"/>
              <a:gd name="connsiteY122" fmla="*/ 342778 h 4999978"/>
              <a:gd name="connsiteX123" fmla="*/ 9430522 w 12192000"/>
              <a:gd name="connsiteY123" fmla="*/ 351368 h 4999978"/>
              <a:gd name="connsiteX124" fmla="*/ 9476215 w 12192000"/>
              <a:gd name="connsiteY124" fmla="*/ 352107 h 4999978"/>
              <a:gd name="connsiteX125" fmla="*/ 9601276 w 12192000"/>
              <a:gd name="connsiteY125" fmla="*/ 358704 h 4999978"/>
              <a:gd name="connsiteX126" fmla="*/ 9771664 w 12192000"/>
              <a:gd name="connsiteY126" fmla="*/ 375074 h 4999978"/>
              <a:gd name="connsiteX127" fmla="*/ 9905153 w 12192000"/>
              <a:gd name="connsiteY127" fmla="*/ 400650 h 4999978"/>
              <a:gd name="connsiteX128" fmla="*/ 9922553 w 12192000"/>
              <a:gd name="connsiteY128" fmla="*/ 404569 h 4999978"/>
              <a:gd name="connsiteX129" fmla="*/ 10044658 w 12192000"/>
              <a:gd name="connsiteY129" fmla="*/ 418077 h 4999978"/>
              <a:gd name="connsiteX130" fmla="*/ 10184585 w 12192000"/>
              <a:gd name="connsiteY130" fmla="*/ 407138 h 4999978"/>
              <a:gd name="connsiteX131" fmla="*/ 10366435 w 12192000"/>
              <a:gd name="connsiteY131" fmla="*/ 462428 h 4999978"/>
              <a:gd name="connsiteX132" fmla="*/ 10688220 w 12192000"/>
              <a:gd name="connsiteY132" fmla="*/ 542258 h 4999978"/>
              <a:gd name="connsiteX133" fmla="*/ 11026690 w 12192000"/>
              <a:gd name="connsiteY133" fmla="*/ 550681 h 4999978"/>
              <a:gd name="connsiteX134" fmla="*/ 11113779 w 12192000"/>
              <a:gd name="connsiteY134" fmla="*/ 533868 h 4999978"/>
              <a:gd name="connsiteX135" fmla="*/ 11369556 w 12192000"/>
              <a:gd name="connsiteY135" fmla="*/ 491719 h 4999978"/>
              <a:gd name="connsiteX136" fmla="*/ 11623342 w 12192000"/>
              <a:gd name="connsiteY136" fmla="*/ 388428 h 4999978"/>
              <a:gd name="connsiteX137" fmla="*/ 11786511 w 12192000"/>
              <a:gd name="connsiteY137" fmla="*/ 358390 h 4999978"/>
              <a:gd name="connsiteX138" fmla="*/ 11862577 w 12192000"/>
              <a:gd name="connsiteY138" fmla="*/ 330549 h 4999978"/>
              <a:gd name="connsiteX139" fmla="*/ 11916612 w 12192000"/>
              <a:gd name="connsiteY139" fmla="*/ 323810 h 4999978"/>
              <a:gd name="connsiteX140" fmla="*/ 11948830 w 12192000"/>
              <a:gd name="connsiteY140" fmla="*/ 318062 h 4999978"/>
              <a:gd name="connsiteX141" fmla="*/ 12001583 w 12192000"/>
              <a:gd name="connsiteY141" fmla="*/ 279643 h 4999978"/>
              <a:gd name="connsiteX142" fmla="*/ 12174977 w 12192000"/>
              <a:gd name="connsiteY142" fmla="*/ 264652 h 4999978"/>
              <a:gd name="connsiteX143" fmla="*/ 12192000 w 12192000"/>
              <a:gd name="connsiteY143" fmla="*/ 256549 h 4999978"/>
              <a:gd name="connsiteX144" fmla="*/ 12192000 w 12192000"/>
              <a:gd name="connsiteY144" fmla="*/ 4999978 h 4999978"/>
              <a:gd name="connsiteX145" fmla="*/ 0 w 12192000"/>
              <a:gd name="connsiteY145" fmla="*/ 4999978 h 4999978"/>
              <a:gd name="connsiteX146" fmla="*/ 0 w 12192000"/>
              <a:gd name="connsiteY146" fmla="*/ 617449 h 4999978"/>
              <a:gd name="connsiteX147" fmla="*/ 11075 w 12192000"/>
              <a:gd name="connsiteY147" fmla="*/ 615178 h 4999978"/>
              <a:gd name="connsiteX148" fmla="*/ 44061 w 12192000"/>
              <a:gd name="connsiteY148" fmla="*/ 608596 h 4999978"/>
              <a:gd name="connsiteX149" fmla="*/ 136694 w 12192000"/>
              <a:gd name="connsiteY149" fmla="*/ 556415 h 4999978"/>
              <a:gd name="connsiteX150" fmla="*/ 170342 w 12192000"/>
              <a:gd name="connsiteY150" fmla="*/ 551077 h 4999978"/>
              <a:gd name="connsiteX151" fmla="*/ 168955 w 12192000"/>
              <a:gd name="connsiteY151" fmla="*/ 542164 h 4999978"/>
              <a:gd name="connsiteX152" fmla="*/ 181474 w 12192000"/>
              <a:gd name="connsiteY152" fmla="*/ 541281 h 4999978"/>
              <a:gd name="connsiteX153" fmla="*/ 209440 w 12192000"/>
              <a:gd name="connsiteY153" fmla="*/ 540561 h 4999978"/>
              <a:gd name="connsiteX154" fmla="*/ 293152 w 12192000"/>
              <a:gd name="connsiteY154" fmla="*/ 536576 h 4999978"/>
              <a:gd name="connsiteX155" fmla="*/ 315693 w 12192000"/>
              <a:gd name="connsiteY155" fmla="*/ 519030 h 4999978"/>
              <a:gd name="connsiteX156" fmla="*/ 337305 w 12192000"/>
              <a:gd name="connsiteY156" fmla="*/ 518372 h 4999978"/>
              <a:gd name="connsiteX157" fmla="*/ 462252 w 12192000"/>
              <a:gd name="connsiteY157" fmla="*/ 493151 h 4999978"/>
              <a:gd name="connsiteX158" fmla="*/ 479457 w 12192000"/>
              <a:gd name="connsiteY158" fmla="*/ 491123 h 4999978"/>
              <a:gd name="connsiteX159" fmla="*/ 488653 w 12192000"/>
              <a:gd name="connsiteY159" fmla="*/ 483257 h 4999978"/>
              <a:gd name="connsiteX160" fmla="*/ 522053 w 12192000"/>
              <a:gd name="connsiteY160" fmla="*/ 481125 h 4999978"/>
              <a:gd name="connsiteX161" fmla="*/ 523520 w 12192000"/>
              <a:gd name="connsiteY161" fmla="*/ 476713 h 4999978"/>
              <a:gd name="connsiteX162" fmla="*/ 632714 w 12192000"/>
              <a:gd name="connsiteY162" fmla="*/ 437101 h 4999978"/>
              <a:gd name="connsiteX163" fmla="*/ 651426 w 12192000"/>
              <a:gd name="connsiteY163" fmla="*/ 430544 h 4999978"/>
              <a:gd name="connsiteX164" fmla="*/ 667724 w 12192000"/>
              <a:gd name="connsiteY164" fmla="*/ 432138 h 4999978"/>
              <a:gd name="connsiteX165" fmla="*/ 757679 w 12192000"/>
              <a:gd name="connsiteY165" fmla="*/ 425145 h 4999978"/>
              <a:gd name="connsiteX166" fmla="*/ 779159 w 12192000"/>
              <a:gd name="connsiteY166" fmla="*/ 428059 h 4999978"/>
              <a:gd name="connsiteX167" fmla="*/ 788293 w 12192000"/>
              <a:gd name="connsiteY167" fmla="*/ 434863 h 4999978"/>
              <a:gd name="connsiteX168" fmla="*/ 822923 w 12192000"/>
              <a:gd name="connsiteY168" fmla="*/ 421074 h 4999978"/>
              <a:gd name="connsiteX169" fmla="*/ 876559 w 12192000"/>
              <a:gd name="connsiteY169" fmla="*/ 411088 h 4999978"/>
              <a:gd name="connsiteX170" fmla="*/ 902011 w 12192000"/>
              <a:gd name="connsiteY170" fmla="*/ 404118 h 4999978"/>
              <a:gd name="connsiteX171" fmla="*/ 922715 w 12192000"/>
              <a:gd name="connsiteY171" fmla="*/ 407699 h 4999978"/>
              <a:gd name="connsiteX172" fmla="*/ 1040139 w 12192000"/>
              <a:gd name="connsiteY172" fmla="*/ 406590 h 4999978"/>
              <a:gd name="connsiteX173" fmla="*/ 1067251 w 12192000"/>
              <a:gd name="connsiteY173" fmla="*/ 412384 h 4999978"/>
              <a:gd name="connsiteX174" fmla="*/ 1080272 w 12192000"/>
              <a:gd name="connsiteY174" fmla="*/ 424669 h 4999978"/>
              <a:gd name="connsiteX175" fmla="*/ 1090219 w 12192000"/>
              <a:gd name="connsiteY175" fmla="*/ 420026 h 4999978"/>
              <a:gd name="connsiteX176" fmla="*/ 1161226 w 12192000"/>
              <a:gd name="connsiteY176" fmla="*/ 418304 h 4999978"/>
              <a:gd name="connsiteX177" fmla="*/ 1207525 w 12192000"/>
              <a:gd name="connsiteY177" fmla="*/ 416039 h 4999978"/>
              <a:gd name="connsiteX178" fmla="*/ 1295331 w 12192000"/>
              <a:gd name="connsiteY178" fmla="*/ 402182 h 4999978"/>
              <a:gd name="connsiteX179" fmla="*/ 1347118 w 12192000"/>
              <a:gd name="connsiteY179" fmla="*/ 399704 h 4999978"/>
              <a:gd name="connsiteX180" fmla="*/ 1378108 w 12192000"/>
              <a:gd name="connsiteY180" fmla="*/ 398410 h 4999978"/>
              <a:gd name="connsiteX181" fmla="*/ 1459192 w 12192000"/>
              <a:gd name="connsiteY181" fmla="*/ 380919 h 4999978"/>
              <a:gd name="connsiteX182" fmla="*/ 1590120 w 12192000"/>
              <a:gd name="connsiteY182" fmla="*/ 317608 h 4999978"/>
              <a:gd name="connsiteX183" fmla="*/ 1631417 w 12192000"/>
              <a:gd name="connsiteY183" fmla="*/ 308227 h 4999978"/>
              <a:gd name="connsiteX184" fmla="*/ 1638727 w 12192000"/>
              <a:gd name="connsiteY184" fmla="*/ 311610 h 4999978"/>
              <a:gd name="connsiteX185" fmla="*/ 1844438 w 12192000"/>
              <a:gd name="connsiteY185" fmla="*/ 271304 h 4999978"/>
              <a:gd name="connsiteX186" fmla="*/ 1881324 w 12192000"/>
              <a:gd name="connsiteY186" fmla="*/ 268497 h 4999978"/>
              <a:gd name="connsiteX187" fmla="*/ 1908999 w 12192000"/>
              <a:gd name="connsiteY187" fmla="*/ 269338 h 4999978"/>
              <a:gd name="connsiteX188" fmla="*/ 1974956 w 12192000"/>
              <a:gd name="connsiteY188" fmla="*/ 255958 h 4999978"/>
              <a:gd name="connsiteX189" fmla="*/ 2082409 w 12192000"/>
              <a:gd name="connsiteY189" fmla="*/ 227290 h 4999978"/>
              <a:gd name="connsiteX190" fmla="*/ 2105639 w 12192000"/>
              <a:gd name="connsiteY190" fmla="*/ 222648 h 4999978"/>
              <a:gd name="connsiteX191" fmla="*/ 2126992 w 12192000"/>
              <a:gd name="connsiteY191" fmla="*/ 224468 h 4999978"/>
              <a:gd name="connsiteX192" fmla="*/ 2133154 w 12192000"/>
              <a:gd name="connsiteY192" fmla="*/ 229952 h 4999978"/>
              <a:gd name="connsiteX193" fmla="*/ 2146154 w 12192000"/>
              <a:gd name="connsiteY193" fmla="*/ 228332 h 4999978"/>
              <a:gd name="connsiteX194" fmla="*/ 2149901 w 12192000"/>
              <a:gd name="connsiteY194" fmla="*/ 229116 h 4999978"/>
              <a:gd name="connsiteX195" fmla="*/ 2171100 w 12192000"/>
              <a:gd name="connsiteY195" fmla="*/ 232389 h 4999978"/>
              <a:gd name="connsiteX196" fmla="*/ 2209148 w 12192000"/>
              <a:gd name="connsiteY196" fmla="*/ 209225 h 4999978"/>
              <a:gd name="connsiteX197" fmla="*/ 2261889 w 12192000"/>
              <a:gd name="connsiteY197" fmla="*/ 205532 h 4999978"/>
              <a:gd name="connsiteX198" fmla="*/ 2452315 w 12192000"/>
              <a:gd name="connsiteY198" fmla="*/ 152899 h 4999978"/>
              <a:gd name="connsiteX199" fmla="*/ 2495330 w 12192000"/>
              <a:gd name="connsiteY199" fmla="*/ 142101 h 4999978"/>
              <a:gd name="connsiteX200" fmla="*/ 2665623 w 12192000"/>
              <a:gd name="connsiteY200" fmla="*/ 96394 h 4999978"/>
              <a:gd name="connsiteX201" fmla="*/ 2763332 w 12192000"/>
              <a:gd name="connsiteY201" fmla="*/ 74831 h 4999978"/>
              <a:gd name="connsiteX202" fmla="*/ 2843870 w 12192000"/>
              <a:gd name="connsiteY202" fmla="*/ 47507 h 4999978"/>
              <a:gd name="connsiteX203" fmla="*/ 2862745 w 12192000"/>
              <a:gd name="connsiteY203" fmla="*/ 43242 h 4999978"/>
              <a:gd name="connsiteX204" fmla="*/ 2864596 w 12192000"/>
              <a:gd name="connsiteY204" fmla="*/ 39218 h 4999978"/>
              <a:gd name="connsiteX205" fmla="*/ 2875381 w 12192000"/>
              <a:gd name="connsiteY205" fmla="*/ 35003 h 4999978"/>
              <a:gd name="connsiteX206" fmla="*/ 2895139 w 12192000"/>
              <a:gd name="connsiteY206" fmla="*/ 24186 h 4999978"/>
              <a:gd name="connsiteX207" fmla="*/ 2932205 w 12192000"/>
              <a:gd name="connsiteY207" fmla="*/ 11873 h 4999978"/>
              <a:gd name="connsiteX208" fmla="*/ 2933310 w 12192000"/>
              <a:gd name="connsiteY208" fmla="*/ 12816 h 4999978"/>
              <a:gd name="connsiteX209" fmla="*/ 2945218 w 12192000"/>
              <a:gd name="connsiteY209" fmla="*/ 14141 h 4999978"/>
              <a:gd name="connsiteX210" fmla="*/ 2966465 w 12192000"/>
              <a:gd name="connsiteY210" fmla="*/ 14117 h 4999978"/>
              <a:gd name="connsiteX211" fmla="*/ 3016048 w 12192000"/>
              <a:gd name="connsiteY211" fmla="*/ 12381 h 4999978"/>
              <a:gd name="connsiteX212" fmla="*/ 3057077 w 12192000"/>
              <a:gd name="connsiteY212" fmla="*/ 14845 h 4999978"/>
              <a:gd name="connsiteX213" fmla="*/ 3148105 w 12192000"/>
              <a:gd name="connsiteY213" fmla="*/ 30648 h 4999978"/>
              <a:gd name="connsiteX214" fmla="*/ 3251671 w 12192000"/>
              <a:gd name="connsiteY214" fmla="*/ 31575 h 4999978"/>
              <a:gd name="connsiteX215" fmla="*/ 3351400 w 12192000"/>
              <a:gd name="connsiteY215" fmla="*/ 32687 h 4999978"/>
              <a:gd name="connsiteX216" fmla="*/ 3387481 w 12192000"/>
              <a:gd name="connsiteY216" fmla="*/ 31443 h 4999978"/>
              <a:gd name="connsiteX217" fmla="*/ 3451923 w 12192000"/>
              <a:gd name="connsiteY217" fmla="*/ 36482 h 4999978"/>
              <a:gd name="connsiteX218" fmla="*/ 3481520 w 12192000"/>
              <a:gd name="connsiteY218" fmla="*/ 43287 h 4999978"/>
              <a:gd name="connsiteX219" fmla="*/ 3482804 w 12192000"/>
              <a:gd name="connsiteY219" fmla="*/ 42812 h 4999978"/>
              <a:gd name="connsiteX220" fmla="*/ 3485495 w 12192000"/>
              <a:gd name="connsiteY220" fmla="*/ 45921 h 4999978"/>
              <a:gd name="connsiteX221" fmla="*/ 3490972 w 12192000"/>
              <a:gd name="connsiteY221" fmla="*/ 47286 h 4999978"/>
              <a:gd name="connsiteX222" fmla="*/ 3505835 w 12192000"/>
              <a:gd name="connsiteY222" fmla="*/ 46077 h 4999978"/>
              <a:gd name="connsiteX223" fmla="*/ 3511410 w 12192000"/>
              <a:gd name="connsiteY223" fmla="*/ 44808 h 4999978"/>
              <a:gd name="connsiteX224" fmla="*/ 3519598 w 12192000"/>
              <a:gd name="connsiteY224" fmla="*/ 44683 h 4999978"/>
              <a:gd name="connsiteX225" fmla="*/ 3519807 w 12192000"/>
              <a:gd name="connsiteY225" fmla="*/ 44938 h 4999978"/>
              <a:gd name="connsiteX226" fmla="*/ 3527466 w 12192000"/>
              <a:gd name="connsiteY226" fmla="*/ 44316 h 4999978"/>
              <a:gd name="connsiteX227" fmla="*/ 3564889 w 12192000"/>
              <a:gd name="connsiteY227" fmla="*/ 57394 h 4999978"/>
              <a:gd name="connsiteX228" fmla="*/ 3614922 w 12192000"/>
              <a:gd name="connsiteY228" fmla="*/ 61804 h 4999978"/>
              <a:gd name="connsiteX229" fmla="*/ 3635506 w 12192000"/>
              <a:gd name="connsiteY229" fmla="*/ 65718 h 4999978"/>
              <a:gd name="connsiteX230" fmla="*/ 3646525 w 12192000"/>
              <a:gd name="connsiteY230" fmla="*/ 69193 h 4999978"/>
              <a:gd name="connsiteX231" fmla="*/ 3647224 w 12192000"/>
              <a:gd name="connsiteY231" fmla="*/ 70303 h 4999978"/>
              <a:gd name="connsiteX232" fmla="*/ 3683100 w 12192000"/>
              <a:gd name="connsiteY232" fmla="*/ 64109 h 4999978"/>
              <a:gd name="connsiteX233" fmla="*/ 3687901 w 12192000"/>
              <a:gd name="connsiteY233" fmla="*/ 65372 h 4999978"/>
              <a:gd name="connsiteX234" fmla="*/ 3711234 w 12192000"/>
              <a:gd name="connsiteY234" fmla="*/ 58665 h 4999978"/>
              <a:gd name="connsiteX235" fmla="*/ 3723318 w 12192000"/>
              <a:gd name="connsiteY235" fmla="*/ 56625 h 4999978"/>
              <a:gd name="connsiteX236" fmla="*/ 3726677 w 12192000"/>
              <a:gd name="connsiteY236" fmla="*/ 53112 h 4999978"/>
              <a:gd name="connsiteX237" fmla="*/ 3744535 w 12192000"/>
              <a:gd name="connsiteY237" fmla="*/ 51590 h 4999978"/>
              <a:gd name="connsiteX238" fmla="*/ 3746608 w 12192000"/>
              <a:gd name="connsiteY238" fmla="*/ 52522 h 4999978"/>
              <a:gd name="connsiteX239" fmla="*/ 3761262 w 12192000"/>
              <a:gd name="connsiteY239" fmla="*/ 47147 h 4999978"/>
              <a:gd name="connsiteX240" fmla="*/ 3803931 w 12192000"/>
              <a:gd name="connsiteY240" fmla="*/ 49309 h 4999978"/>
              <a:gd name="connsiteX241" fmla="*/ 3925626 w 12192000"/>
              <a:gd name="connsiteY241" fmla="*/ 40301 h 4999978"/>
              <a:gd name="connsiteX242" fmla="*/ 4033324 w 12192000"/>
              <a:gd name="connsiteY242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83267 w 12192000"/>
              <a:gd name="connsiteY41" fmla="*/ 199617 h 4999978"/>
              <a:gd name="connsiteX42" fmla="*/ 5492371 w 12192000"/>
              <a:gd name="connsiteY42" fmla="*/ 230923 h 4999978"/>
              <a:gd name="connsiteX43" fmla="*/ 5640913 w 12192000"/>
              <a:gd name="connsiteY43" fmla="*/ 239810 h 4999978"/>
              <a:gd name="connsiteX44" fmla="*/ 5877770 w 12192000"/>
              <a:gd name="connsiteY44" fmla="*/ 283747 h 4999978"/>
              <a:gd name="connsiteX45" fmla="*/ 5989615 w 12192000"/>
              <a:gd name="connsiteY45" fmla="*/ 306445 h 4999978"/>
              <a:gd name="connsiteX46" fmla="*/ 5996857 w 12192000"/>
              <a:gd name="connsiteY46" fmla="*/ 310331 h 4999978"/>
              <a:gd name="connsiteX47" fmla="*/ 6037387 w 12192000"/>
              <a:gd name="connsiteY47" fmla="*/ 299308 h 4999978"/>
              <a:gd name="connsiteX48" fmla="*/ 6113074 w 12192000"/>
              <a:gd name="connsiteY48" fmla="*/ 312627 h 4999978"/>
              <a:gd name="connsiteX49" fmla="*/ 6280929 w 12192000"/>
              <a:gd name="connsiteY49" fmla="*/ 337226 h 4999978"/>
              <a:gd name="connsiteX50" fmla="*/ 6298665 w 12192000"/>
              <a:gd name="connsiteY50" fmla="*/ 329713 h 4999978"/>
              <a:gd name="connsiteX51" fmla="*/ 6317326 w 12192000"/>
              <a:gd name="connsiteY51" fmla="*/ 326576 h 4999978"/>
              <a:gd name="connsiteX52" fmla="*/ 6319212 w 12192000"/>
              <a:gd name="connsiteY52" fmla="*/ 327786 h 4999978"/>
              <a:gd name="connsiteX53" fmla="*/ 6339724 w 12192000"/>
              <a:gd name="connsiteY53" fmla="*/ 328880 h 4999978"/>
              <a:gd name="connsiteX54" fmla="*/ 6345010 w 12192000"/>
              <a:gd name="connsiteY54" fmla="*/ 325930 h 4999978"/>
              <a:gd name="connsiteX55" fmla="*/ 6359332 w 12192000"/>
              <a:gd name="connsiteY55" fmla="*/ 325681 h 4999978"/>
              <a:gd name="connsiteX56" fmla="*/ 6388220 w 12192000"/>
              <a:gd name="connsiteY56" fmla="*/ 322496 h 4999978"/>
              <a:gd name="connsiteX57" fmla="*/ 6392994 w 12192000"/>
              <a:gd name="connsiteY57" fmla="*/ 324426 h 4999978"/>
              <a:gd name="connsiteX58" fmla="*/ 6435581 w 12192000"/>
              <a:gd name="connsiteY58" fmla="*/ 323557 h 4999978"/>
              <a:gd name="connsiteX59" fmla="*/ 6435870 w 12192000"/>
              <a:gd name="connsiteY59" fmla="*/ 324745 h 4999978"/>
              <a:gd name="connsiteX60" fmla="*/ 6446571 w 12192000"/>
              <a:gd name="connsiteY60" fmla="*/ 329739 h 4999978"/>
              <a:gd name="connsiteX61" fmla="*/ 6467701 w 12192000"/>
              <a:gd name="connsiteY61" fmla="*/ 336547 h 4999978"/>
              <a:gd name="connsiteX62" fmla="*/ 6512727 w 12192000"/>
              <a:gd name="connsiteY62" fmla="*/ 367087 h 4999978"/>
              <a:gd name="connsiteX63" fmla="*/ 6557094 w 12192000"/>
              <a:gd name="connsiteY63" fmla="*/ 366314 h 4999978"/>
              <a:gd name="connsiteX64" fmla="*/ 6565879 w 12192000"/>
              <a:gd name="connsiteY64" fmla="*/ 366812 h 4999978"/>
              <a:gd name="connsiteX65" fmla="*/ 6565997 w 12192000"/>
              <a:gd name="connsiteY65" fmla="*/ 367092 h 4999978"/>
              <a:gd name="connsiteX66" fmla="*/ 6575147 w 12192000"/>
              <a:gd name="connsiteY66" fmla="*/ 368156 h 4999978"/>
              <a:gd name="connsiteX67" fmla="*/ 6581899 w 12192000"/>
              <a:gd name="connsiteY67" fmla="*/ 367720 h 4999978"/>
              <a:gd name="connsiteX68" fmla="*/ 6598943 w 12192000"/>
              <a:gd name="connsiteY68" fmla="*/ 368688 h 4999978"/>
              <a:gd name="connsiteX69" fmla="*/ 6604421 w 12192000"/>
              <a:gd name="connsiteY69" fmla="*/ 370815 h 4999978"/>
              <a:gd name="connsiteX70" fmla="*/ 6606035 w 12192000"/>
              <a:gd name="connsiteY70" fmla="*/ 374247 h 4999978"/>
              <a:gd name="connsiteX71" fmla="*/ 6607669 w 12192000"/>
              <a:gd name="connsiteY71" fmla="*/ 373968 h 4999978"/>
              <a:gd name="connsiteX72" fmla="*/ 6637532 w 12192000"/>
              <a:gd name="connsiteY72" fmla="*/ 384907 h 4999978"/>
              <a:gd name="connsiteX73" fmla="*/ 6706880 w 12192000"/>
              <a:gd name="connsiteY73" fmla="*/ 399163 h 4999978"/>
              <a:gd name="connsiteX74" fmla="*/ 6747500 w 12192000"/>
              <a:gd name="connsiteY74" fmla="*/ 403168 h 4999978"/>
              <a:gd name="connsiteX75" fmla="*/ 6857783 w 12192000"/>
              <a:gd name="connsiteY75" fmla="*/ 418687 h 4999978"/>
              <a:gd name="connsiteX76" fmla="*/ 6926954 w 12192000"/>
              <a:gd name="connsiteY76" fmla="*/ 416162 h 4999978"/>
              <a:gd name="connsiteX77" fmla="*/ 6990389 w 12192000"/>
              <a:gd name="connsiteY77" fmla="*/ 425060 h 4999978"/>
              <a:gd name="connsiteX78" fmla="*/ 7041715 w 12192000"/>
              <a:gd name="connsiteY78" fmla="*/ 465902 h 4999978"/>
              <a:gd name="connsiteX79" fmla="*/ 7048103 w 12192000"/>
              <a:gd name="connsiteY79" fmla="*/ 464392 h 4999978"/>
              <a:gd name="connsiteX80" fmla="*/ 7057490 w 12192000"/>
              <a:gd name="connsiteY80" fmla="*/ 463917 h 4999978"/>
              <a:gd name="connsiteX81" fmla="*/ 7057730 w 12192000"/>
              <a:gd name="connsiteY81" fmla="*/ 464165 h 4999978"/>
              <a:gd name="connsiteX82" fmla="*/ 7066511 w 12192000"/>
              <a:gd name="connsiteY82" fmla="*/ 463214 h 4999978"/>
              <a:gd name="connsiteX83" fmla="*/ 7109401 w 12192000"/>
              <a:gd name="connsiteY83" fmla="*/ 455268 h 4999978"/>
              <a:gd name="connsiteX84" fmla="*/ 7166830 w 12192000"/>
              <a:gd name="connsiteY84" fmla="*/ 477037 h 4999978"/>
              <a:gd name="connsiteX85" fmla="*/ 7190442 w 12192000"/>
              <a:gd name="connsiteY85" fmla="*/ 480090 h 4999978"/>
              <a:gd name="connsiteX86" fmla="*/ 7203083 w 12192000"/>
              <a:gd name="connsiteY86" fmla="*/ 483106 h 4999978"/>
              <a:gd name="connsiteX87" fmla="*/ 7203894 w 12192000"/>
              <a:gd name="connsiteY87" fmla="*/ 484190 h 4999978"/>
              <a:gd name="connsiteX88" fmla="*/ 7245004 w 12192000"/>
              <a:gd name="connsiteY88" fmla="*/ 476444 h 4999978"/>
              <a:gd name="connsiteX89" fmla="*/ 7250514 w 12192000"/>
              <a:gd name="connsiteY89" fmla="*/ 477506 h 4999978"/>
              <a:gd name="connsiteX90" fmla="*/ 7277246 w 12192000"/>
              <a:gd name="connsiteY90" fmla="*/ 469782 h 4999978"/>
              <a:gd name="connsiteX91" fmla="*/ 7291092 w 12192000"/>
              <a:gd name="connsiteY91" fmla="*/ 467217 h 4999978"/>
              <a:gd name="connsiteX92" fmla="*/ 7294933 w 12192000"/>
              <a:gd name="connsiteY92" fmla="*/ 463549 h 4999978"/>
              <a:gd name="connsiteX93" fmla="*/ 7315408 w 12192000"/>
              <a:gd name="connsiteY93" fmla="*/ 461260 h 4999978"/>
              <a:gd name="connsiteX94" fmla="*/ 7317786 w 12192000"/>
              <a:gd name="connsiteY94" fmla="*/ 462106 h 4999978"/>
              <a:gd name="connsiteX95" fmla="*/ 7334572 w 12192000"/>
              <a:gd name="connsiteY95" fmla="*/ 456088 h 4999978"/>
              <a:gd name="connsiteX96" fmla="*/ 7375190 w 12192000"/>
              <a:gd name="connsiteY96" fmla="*/ 449931 h 4999978"/>
              <a:gd name="connsiteX97" fmla="*/ 7522997 w 12192000"/>
              <a:gd name="connsiteY97" fmla="*/ 442209 h 4999978"/>
              <a:gd name="connsiteX98" fmla="*/ 7686985 w 12192000"/>
              <a:gd name="connsiteY98" fmla="*/ 419805 h 4999978"/>
              <a:gd name="connsiteX99" fmla="*/ 7854068 w 12192000"/>
              <a:gd name="connsiteY99" fmla="*/ 409774 h 4999978"/>
              <a:gd name="connsiteX100" fmla="*/ 8034165 w 12192000"/>
              <a:gd name="connsiteY100" fmla="*/ 391699 h 4999978"/>
              <a:gd name="connsiteX101" fmla="*/ 8094381 w 12192000"/>
              <a:gd name="connsiteY101" fmla="*/ 395718 h 4999978"/>
              <a:gd name="connsiteX102" fmla="*/ 8146898 w 12192000"/>
              <a:gd name="connsiteY102" fmla="*/ 378558 h 4999978"/>
              <a:gd name="connsiteX103" fmla="*/ 8168993 w 12192000"/>
              <a:gd name="connsiteY103" fmla="*/ 384830 h 4999978"/>
              <a:gd name="connsiteX104" fmla="*/ 8172809 w 12192000"/>
              <a:gd name="connsiteY104" fmla="*/ 386137 h 4999978"/>
              <a:gd name="connsiteX105" fmla="*/ 8187962 w 12192000"/>
              <a:gd name="connsiteY105" fmla="*/ 386433 h 4999978"/>
              <a:gd name="connsiteX106" fmla="*/ 8192382 w 12192000"/>
              <a:gd name="connsiteY106" fmla="*/ 392692 h 4999978"/>
              <a:gd name="connsiteX107" fmla="*/ 8375192 w 12192000"/>
              <a:gd name="connsiteY107" fmla="*/ 383879 h 4999978"/>
              <a:gd name="connsiteX108" fmla="*/ 8454377 w 12192000"/>
              <a:gd name="connsiteY108" fmla="*/ 380331 h 4999978"/>
              <a:gd name="connsiteX109" fmla="*/ 8484740 w 12192000"/>
              <a:gd name="connsiteY109" fmla="*/ 385159 h 4999978"/>
              <a:gd name="connsiteX110" fmla="*/ 8601673 w 12192000"/>
              <a:gd name="connsiteY110" fmla="*/ 397101 h 4999978"/>
              <a:gd name="connsiteX111" fmla="*/ 8701676 w 12192000"/>
              <a:gd name="connsiteY111" fmla="*/ 401351 h 4999978"/>
              <a:gd name="connsiteX112" fmla="*/ 8773288 w 12192000"/>
              <a:gd name="connsiteY112" fmla="*/ 378077 h 4999978"/>
              <a:gd name="connsiteX113" fmla="*/ 8779909 w 12192000"/>
              <a:gd name="connsiteY113" fmla="*/ 382446 h 4999978"/>
              <a:gd name="connsiteX114" fmla="*/ 8829932 w 12192000"/>
              <a:gd name="connsiteY114" fmla="*/ 379243 h 4999978"/>
              <a:gd name="connsiteX115" fmla="*/ 9003386 w 12192000"/>
              <a:gd name="connsiteY115" fmla="*/ 336242 h 4999978"/>
              <a:gd name="connsiteX116" fmla="*/ 9101185 w 12192000"/>
              <a:gd name="connsiteY116" fmla="*/ 330862 h 4999978"/>
              <a:gd name="connsiteX117" fmla="*/ 9136185 w 12192000"/>
              <a:gd name="connsiteY117" fmla="*/ 334078 h 4999978"/>
              <a:gd name="connsiteX118" fmla="*/ 9194801 w 12192000"/>
              <a:gd name="connsiteY118" fmla="*/ 339149 h 4999978"/>
              <a:gd name="connsiteX119" fmla="*/ 9239316 w 12192000"/>
              <a:gd name="connsiteY119" fmla="*/ 355558 h 4999978"/>
              <a:gd name="connsiteX120" fmla="*/ 9288052 w 12192000"/>
              <a:gd name="connsiteY120" fmla="*/ 354796 h 4999978"/>
              <a:gd name="connsiteX121" fmla="*/ 9298465 w 12192000"/>
              <a:gd name="connsiteY121" fmla="*/ 338296 h 4999978"/>
              <a:gd name="connsiteX122" fmla="*/ 9350892 w 12192000"/>
              <a:gd name="connsiteY122" fmla="*/ 342778 h 4999978"/>
              <a:gd name="connsiteX123" fmla="*/ 9430522 w 12192000"/>
              <a:gd name="connsiteY123" fmla="*/ 351368 h 4999978"/>
              <a:gd name="connsiteX124" fmla="*/ 9476215 w 12192000"/>
              <a:gd name="connsiteY124" fmla="*/ 352107 h 4999978"/>
              <a:gd name="connsiteX125" fmla="*/ 9601276 w 12192000"/>
              <a:gd name="connsiteY125" fmla="*/ 358704 h 4999978"/>
              <a:gd name="connsiteX126" fmla="*/ 9771664 w 12192000"/>
              <a:gd name="connsiteY126" fmla="*/ 375074 h 4999978"/>
              <a:gd name="connsiteX127" fmla="*/ 9905153 w 12192000"/>
              <a:gd name="connsiteY127" fmla="*/ 400650 h 4999978"/>
              <a:gd name="connsiteX128" fmla="*/ 9922553 w 12192000"/>
              <a:gd name="connsiteY128" fmla="*/ 404569 h 4999978"/>
              <a:gd name="connsiteX129" fmla="*/ 10044658 w 12192000"/>
              <a:gd name="connsiteY129" fmla="*/ 418077 h 4999978"/>
              <a:gd name="connsiteX130" fmla="*/ 10184585 w 12192000"/>
              <a:gd name="connsiteY130" fmla="*/ 407138 h 4999978"/>
              <a:gd name="connsiteX131" fmla="*/ 10366435 w 12192000"/>
              <a:gd name="connsiteY131" fmla="*/ 462428 h 4999978"/>
              <a:gd name="connsiteX132" fmla="*/ 10688220 w 12192000"/>
              <a:gd name="connsiteY132" fmla="*/ 542258 h 4999978"/>
              <a:gd name="connsiteX133" fmla="*/ 11026690 w 12192000"/>
              <a:gd name="connsiteY133" fmla="*/ 550681 h 4999978"/>
              <a:gd name="connsiteX134" fmla="*/ 11113779 w 12192000"/>
              <a:gd name="connsiteY134" fmla="*/ 533868 h 4999978"/>
              <a:gd name="connsiteX135" fmla="*/ 11369556 w 12192000"/>
              <a:gd name="connsiteY135" fmla="*/ 491719 h 4999978"/>
              <a:gd name="connsiteX136" fmla="*/ 11623342 w 12192000"/>
              <a:gd name="connsiteY136" fmla="*/ 388428 h 4999978"/>
              <a:gd name="connsiteX137" fmla="*/ 11786511 w 12192000"/>
              <a:gd name="connsiteY137" fmla="*/ 358390 h 4999978"/>
              <a:gd name="connsiteX138" fmla="*/ 11862577 w 12192000"/>
              <a:gd name="connsiteY138" fmla="*/ 330549 h 4999978"/>
              <a:gd name="connsiteX139" fmla="*/ 11916612 w 12192000"/>
              <a:gd name="connsiteY139" fmla="*/ 323810 h 4999978"/>
              <a:gd name="connsiteX140" fmla="*/ 11948830 w 12192000"/>
              <a:gd name="connsiteY140" fmla="*/ 318062 h 4999978"/>
              <a:gd name="connsiteX141" fmla="*/ 12001583 w 12192000"/>
              <a:gd name="connsiteY141" fmla="*/ 279643 h 4999978"/>
              <a:gd name="connsiteX142" fmla="*/ 12174977 w 12192000"/>
              <a:gd name="connsiteY142" fmla="*/ 264652 h 4999978"/>
              <a:gd name="connsiteX143" fmla="*/ 12192000 w 12192000"/>
              <a:gd name="connsiteY143" fmla="*/ 256549 h 4999978"/>
              <a:gd name="connsiteX144" fmla="*/ 12192000 w 12192000"/>
              <a:gd name="connsiteY144" fmla="*/ 4999978 h 4999978"/>
              <a:gd name="connsiteX145" fmla="*/ 0 w 12192000"/>
              <a:gd name="connsiteY145" fmla="*/ 4999978 h 4999978"/>
              <a:gd name="connsiteX146" fmla="*/ 0 w 12192000"/>
              <a:gd name="connsiteY146" fmla="*/ 617449 h 4999978"/>
              <a:gd name="connsiteX147" fmla="*/ 11075 w 12192000"/>
              <a:gd name="connsiteY147" fmla="*/ 615178 h 4999978"/>
              <a:gd name="connsiteX148" fmla="*/ 44061 w 12192000"/>
              <a:gd name="connsiteY148" fmla="*/ 608596 h 4999978"/>
              <a:gd name="connsiteX149" fmla="*/ 136694 w 12192000"/>
              <a:gd name="connsiteY149" fmla="*/ 556415 h 4999978"/>
              <a:gd name="connsiteX150" fmla="*/ 170342 w 12192000"/>
              <a:gd name="connsiteY150" fmla="*/ 551077 h 4999978"/>
              <a:gd name="connsiteX151" fmla="*/ 168955 w 12192000"/>
              <a:gd name="connsiteY151" fmla="*/ 542164 h 4999978"/>
              <a:gd name="connsiteX152" fmla="*/ 181474 w 12192000"/>
              <a:gd name="connsiteY152" fmla="*/ 541281 h 4999978"/>
              <a:gd name="connsiteX153" fmla="*/ 209440 w 12192000"/>
              <a:gd name="connsiteY153" fmla="*/ 540561 h 4999978"/>
              <a:gd name="connsiteX154" fmla="*/ 293152 w 12192000"/>
              <a:gd name="connsiteY154" fmla="*/ 536576 h 4999978"/>
              <a:gd name="connsiteX155" fmla="*/ 315693 w 12192000"/>
              <a:gd name="connsiteY155" fmla="*/ 519030 h 4999978"/>
              <a:gd name="connsiteX156" fmla="*/ 337305 w 12192000"/>
              <a:gd name="connsiteY156" fmla="*/ 518372 h 4999978"/>
              <a:gd name="connsiteX157" fmla="*/ 462252 w 12192000"/>
              <a:gd name="connsiteY157" fmla="*/ 493151 h 4999978"/>
              <a:gd name="connsiteX158" fmla="*/ 479457 w 12192000"/>
              <a:gd name="connsiteY158" fmla="*/ 491123 h 4999978"/>
              <a:gd name="connsiteX159" fmla="*/ 488653 w 12192000"/>
              <a:gd name="connsiteY159" fmla="*/ 483257 h 4999978"/>
              <a:gd name="connsiteX160" fmla="*/ 522053 w 12192000"/>
              <a:gd name="connsiteY160" fmla="*/ 481125 h 4999978"/>
              <a:gd name="connsiteX161" fmla="*/ 523520 w 12192000"/>
              <a:gd name="connsiteY161" fmla="*/ 476713 h 4999978"/>
              <a:gd name="connsiteX162" fmla="*/ 632714 w 12192000"/>
              <a:gd name="connsiteY162" fmla="*/ 437101 h 4999978"/>
              <a:gd name="connsiteX163" fmla="*/ 651426 w 12192000"/>
              <a:gd name="connsiteY163" fmla="*/ 430544 h 4999978"/>
              <a:gd name="connsiteX164" fmla="*/ 667724 w 12192000"/>
              <a:gd name="connsiteY164" fmla="*/ 432138 h 4999978"/>
              <a:gd name="connsiteX165" fmla="*/ 757679 w 12192000"/>
              <a:gd name="connsiteY165" fmla="*/ 425145 h 4999978"/>
              <a:gd name="connsiteX166" fmla="*/ 779159 w 12192000"/>
              <a:gd name="connsiteY166" fmla="*/ 428059 h 4999978"/>
              <a:gd name="connsiteX167" fmla="*/ 788293 w 12192000"/>
              <a:gd name="connsiteY167" fmla="*/ 434863 h 4999978"/>
              <a:gd name="connsiteX168" fmla="*/ 822923 w 12192000"/>
              <a:gd name="connsiteY168" fmla="*/ 421074 h 4999978"/>
              <a:gd name="connsiteX169" fmla="*/ 876559 w 12192000"/>
              <a:gd name="connsiteY169" fmla="*/ 411088 h 4999978"/>
              <a:gd name="connsiteX170" fmla="*/ 902011 w 12192000"/>
              <a:gd name="connsiteY170" fmla="*/ 404118 h 4999978"/>
              <a:gd name="connsiteX171" fmla="*/ 922715 w 12192000"/>
              <a:gd name="connsiteY171" fmla="*/ 407699 h 4999978"/>
              <a:gd name="connsiteX172" fmla="*/ 1040139 w 12192000"/>
              <a:gd name="connsiteY172" fmla="*/ 406590 h 4999978"/>
              <a:gd name="connsiteX173" fmla="*/ 1067251 w 12192000"/>
              <a:gd name="connsiteY173" fmla="*/ 412384 h 4999978"/>
              <a:gd name="connsiteX174" fmla="*/ 1080272 w 12192000"/>
              <a:gd name="connsiteY174" fmla="*/ 424669 h 4999978"/>
              <a:gd name="connsiteX175" fmla="*/ 1090219 w 12192000"/>
              <a:gd name="connsiteY175" fmla="*/ 420026 h 4999978"/>
              <a:gd name="connsiteX176" fmla="*/ 1161226 w 12192000"/>
              <a:gd name="connsiteY176" fmla="*/ 418304 h 4999978"/>
              <a:gd name="connsiteX177" fmla="*/ 1207525 w 12192000"/>
              <a:gd name="connsiteY177" fmla="*/ 416039 h 4999978"/>
              <a:gd name="connsiteX178" fmla="*/ 1295331 w 12192000"/>
              <a:gd name="connsiteY178" fmla="*/ 402182 h 4999978"/>
              <a:gd name="connsiteX179" fmla="*/ 1347118 w 12192000"/>
              <a:gd name="connsiteY179" fmla="*/ 399704 h 4999978"/>
              <a:gd name="connsiteX180" fmla="*/ 1378108 w 12192000"/>
              <a:gd name="connsiteY180" fmla="*/ 398410 h 4999978"/>
              <a:gd name="connsiteX181" fmla="*/ 1459192 w 12192000"/>
              <a:gd name="connsiteY181" fmla="*/ 380919 h 4999978"/>
              <a:gd name="connsiteX182" fmla="*/ 1590120 w 12192000"/>
              <a:gd name="connsiteY182" fmla="*/ 317608 h 4999978"/>
              <a:gd name="connsiteX183" fmla="*/ 1631417 w 12192000"/>
              <a:gd name="connsiteY183" fmla="*/ 308227 h 4999978"/>
              <a:gd name="connsiteX184" fmla="*/ 1638727 w 12192000"/>
              <a:gd name="connsiteY184" fmla="*/ 311610 h 4999978"/>
              <a:gd name="connsiteX185" fmla="*/ 1844438 w 12192000"/>
              <a:gd name="connsiteY185" fmla="*/ 271304 h 4999978"/>
              <a:gd name="connsiteX186" fmla="*/ 1881324 w 12192000"/>
              <a:gd name="connsiteY186" fmla="*/ 268497 h 4999978"/>
              <a:gd name="connsiteX187" fmla="*/ 1908999 w 12192000"/>
              <a:gd name="connsiteY187" fmla="*/ 269338 h 4999978"/>
              <a:gd name="connsiteX188" fmla="*/ 1974956 w 12192000"/>
              <a:gd name="connsiteY188" fmla="*/ 255958 h 4999978"/>
              <a:gd name="connsiteX189" fmla="*/ 2082409 w 12192000"/>
              <a:gd name="connsiteY189" fmla="*/ 227290 h 4999978"/>
              <a:gd name="connsiteX190" fmla="*/ 2105639 w 12192000"/>
              <a:gd name="connsiteY190" fmla="*/ 222648 h 4999978"/>
              <a:gd name="connsiteX191" fmla="*/ 2126992 w 12192000"/>
              <a:gd name="connsiteY191" fmla="*/ 224468 h 4999978"/>
              <a:gd name="connsiteX192" fmla="*/ 2133154 w 12192000"/>
              <a:gd name="connsiteY192" fmla="*/ 229952 h 4999978"/>
              <a:gd name="connsiteX193" fmla="*/ 2146154 w 12192000"/>
              <a:gd name="connsiteY193" fmla="*/ 228332 h 4999978"/>
              <a:gd name="connsiteX194" fmla="*/ 2149901 w 12192000"/>
              <a:gd name="connsiteY194" fmla="*/ 229116 h 4999978"/>
              <a:gd name="connsiteX195" fmla="*/ 2171100 w 12192000"/>
              <a:gd name="connsiteY195" fmla="*/ 232389 h 4999978"/>
              <a:gd name="connsiteX196" fmla="*/ 2209148 w 12192000"/>
              <a:gd name="connsiteY196" fmla="*/ 209225 h 4999978"/>
              <a:gd name="connsiteX197" fmla="*/ 2261889 w 12192000"/>
              <a:gd name="connsiteY197" fmla="*/ 205532 h 4999978"/>
              <a:gd name="connsiteX198" fmla="*/ 2452315 w 12192000"/>
              <a:gd name="connsiteY198" fmla="*/ 152899 h 4999978"/>
              <a:gd name="connsiteX199" fmla="*/ 2495330 w 12192000"/>
              <a:gd name="connsiteY199" fmla="*/ 142101 h 4999978"/>
              <a:gd name="connsiteX200" fmla="*/ 2665623 w 12192000"/>
              <a:gd name="connsiteY200" fmla="*/ 96394 h 4999978"/>
              <a:gd name="connsiteX201" fmla="*/ 2763332 w 12192000"/>
              <a:gd name="connsiteY201" fmla="*/ 74831 h 4999978"/>
              <a:gd name="connsiteX202" fmla="*/ 2843870 w 12192000"/>
              <a:gd name="connsiteY202" fmla="*/ 47507 h 4999978"/>
              <a:gd name="connsiteX203" fmla="*/ 2862745 w 12192000"/>
              <a:gd name="connsiteY203" fmla="*/ 43242 h 4999978"/>
              <a:gd name="connsiteX204" fmla="*/ 2864596 w 12192000"/>
              <a:gd name="connsiteY204" fmla="*/ 39218 h 4999978"/>
              <a:gd name="connsiteX205" fmla="*/ 2875381 w 12192000"/>
              <a:gd name="connsiteY205" fmla="*/ 35003 h 4999978"/>
              <a:gd name="connsiteX206" fmla="*/ 2895139 w 12192000"/>
              <a:gd name="connsiteY206" fmla="*/ 24186 h 4999978"/>
              <a:gd name="connsiteX207" fmla="*/ 2932205 w 12192000"/>
              <a:gd name="connsiteY207" fmla="*/ 11873 h 4999978"/>
              <a:gd name="connsiteX208" fmla="*/ 2933310 w 12192000"/>
              <a:gd name="connsiteY208" fmla="*/ 12816 h 4999978"/>
              <a:gd name="connsiteX209" fmla="*/ 2945218 w 12192000"/>
              <a:gd name="connsiteY209" fmla="*/ 14141 h 4999978"/>
              <a:gd name="connsiteX210" fmla="*/ 3016048 w 12192000"/>
              <a:gd name="connsiteY210" fmla="*/ 12381 h 4999978"/>
              <a:gd name="connsiteX211" fmla="*/ 3057077 w 12192000"/>
              <a:gd name="connsiteY211" fmla="*/ 14845 h 4999978"/>
              <a:gd name="connsiteX212" fmla="*/ 3148105 w 12192000"/>
              <a:gd name="connsiteY212" fmla="*/ 30648 h 4999978"/>
              <a:gd name="connsiteX213" fmla="*/ 3251671 w 12192000"/>
              <a:gd name="connsiteY213" fmla="*/ 31575 h 4999978"/>
              <a:gd name="connsiteX214" fmla="*/ 3351400 w 12192000"/>
              <a:gd name="connsiteY214" fmla="*/ 32687 h 4999978"/>
              <a:gd name="connsiteX215" fmla="*/ 3387481 w 12192000"/>
              <a:gd name="connsiteY215" fmla="*/ 31443 h 4999978"/>
              <a:gd name="connsiteX216" fmla="*/ 3451923 w 12192000"/>
              <a:gd name="connsiteY216" fmla="*/ 36482 h 4999978"/>
              <a:gd name="connsiteX217" fmla="*/ 3481520 w 12192000"/>
              <a:gd name="connsiteY217" fmla="*/ 43287 h 4999978"/>
              <a:gd name="connsiteX218" fmla="*/ 3482804 w 12192000"/>
              <a:gd name="connsiteY218" fmla="*/ 42812 h 4999978"/>
              <a:gd name="connsiteX219" fmla="*/ 3485495 w 12192000"/>
              <a:gd name="connsiteY219" fmla="*/ 45921 h 4999978"/>
              <a:gd name="connsiteX220" fmla="*/ 3490972 w 12192000"/>
              <a:gd name="connsiteY220" fmla="*/ 47286 h 4999978"/>
              <a:gd name="connsiteX221" fmla="*/ 3505835 w 12192000"/>
              <a:gd name="connsiteY221" fmla="*/ 46077 h 4999978"/>
              <a:gd name="connsiteX222" fmla="*/ 3511410 w 12192000"/>
              <a:gd name="connsiteY222" fmla="*/ 44808 h 4999978"/>
              <a:gd name="connsiteX223" fmla="*/ 3519598 w 12192000"/>
              <a:gd name="connsiteY223" fmla="*/ 44683 h 4999978"/>
              <a:gd name="connsiteX224" fmla="*/ 3519807 w 12192000"/>
              <a:gd name="connsiteY224" fmla="*/ 44938 h 4999978"/>
              <a:gd name="connsiteX225" fmla="*/ 3527466 w 12192000"/>
              <a:gd name="connsiteY225" fmla="*/ 44316 h 4999978"/>
              <a:gd name="connsiteX226" fmla="*/ 3564889 w 12192000"/>
              <a:gd name="connsiteY226" fmla="*/ 57394 h 4999978"/>
              <a:gd name="connsiteX227" fmla="*/ 3614922 w 12192000"/>
              <a:gd name="connsiteY227" fmla="*/ 61804 h 4999978"/>
              <a:gd name="connsiteX228" fmla="*/ 3635506 w 12192000"/>
              <a:gd name="connsiteY228" fmla="*/ 65718 h 4999978"/>
              <a:gd name="connsiteX229" fmla="*/ 3646525 w 12192000"/>
              <a:gd name="connsiteY229" fmla="*/ 69193 h 4999978"/>
              <a:gd name="connsiteX230" fmla="*/ 3647224 w 12192000"/>
              <a:gd name="connsiteY230" fmla="*/ 70303 h 4999978"/>
              <a:gd name="connsiteX231" fmla="*/ 3683100 w 12192000"/>
              <a:gd name="connsiteY231" fmla="*/ 64109 h 4999978"/>
              <a:gd name="connsiteX232" fmla="*/ 3687901 w 12192000"/>
              <a:gd name="connsiteY232" fmla="*/ 65372 h 4999978"/>
              <a:gd name="connsiteX233" fmla="*/ 3711234 w 12192000"/>
              <a:gd name="connsiteY233" fmla="*/ 58665 h 4999978"/>
              <a:gd name="connsiteX234" fmla="*/ 3723318 w 12192000"/>
              <a:gd name="connsiteY234" fmla="*/ 56625 h 4999978"/>
              <a:gd name="connsiteX235" fmla="*/ 3726677 w 12192000"/>
              <a:gd name="connsiteY235" fmla="*/ 53112 h 4999978"/>
              <a:gd name="connsiteX236" fmla="*/ 3744535 w 12192000"/>
              <a:gd name="connsiteY236" fmla="*/ 51590 h 4999978"/>
              <a:gd name="connsiteX237" fmla="*/ 3746608 w 12192000"/>
              <a:gd name="connsiteY237" fmla="*/ 52522 h 4999978"/>
              <a:gd name="connsiteX238" fmla="*/ 3761262 w 12192000"/>
              <a:gd name="connsiteY238" fmla="*/ 47147 h 4999978"/>
              <a:gd name="connsiteX239" fmla="*/ 3803931 w 12192000"/>
              <a:gd name="connsiteY239" fmla="*/ 49309 h 4999978"/>
              <a:gd name="connsiteX240" fmla="*/ 3925626 w 12192000"/>
              <a:gd name="connsiteY240" fmla="*/ 40301 h 4999978"/>
              <a:gd name="connsiteX241" fmla="*/ 4033324 w 12192000"/>
              <a:gd name="connsiteY241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83267 w 12192000"/>
              <a:gd name="connsiteY41" fmla="*/ 199617 h 4999978"/>
              <a:gd name="connsiteX42" fmla="*/ 5492371 w 12192000"/>
              <a:gd name="connsiteY42" fmla="*/ 230923 h 4999978"/>
              <a:gd name="connsiteX43" fmla="*/ 5640913 w 12192000"/>
              <a:gd name="connsiteY43" fmla="*/ 239810 h 4999978"/>
              <a:gd name="connsiteX44" fmla="*/ 5877770 w 12192000"/>
              <a:gd name="connsiteY44" fmla="*/ 283747 h 4999978"/>
              <a:gd name="connsiteX45" fmla="*/ 5989615 w 12192000"/>
              <a:gd name="connsiteY45" fmla="*/ 306445 h 4999978"/>
              <a:gd name="connsiteX46" fmla="*/ 5996857 w 12192000"/>
              <a:gd name="connsiteY46" fmla="*/ 310331 h 4999978"/>
              <a:gd name="connsiteX47" fmla="*/ 6037387 w 12192000"/>
              <a:gd name="connsiteY47" fmla="*/ 299308 h 4999978"/>
              <a:gd name="connsiteX48" fmla="*/ 6113074 w 12192000"/>
              <a:gd name="connsiteY48" fmla="*/ 312627 h 4999978"/>
              <a:gd name="connsiteX49" fmla="*/ 6280929 w 12192000"/>
              <a:gd name="connsiteY49" fmla="*/ 337226 h 4999978"/>
              <a:gd name="connsiteX50" fmla="*/ 6298665 w 12192000"/>
              <a:gd name="connsiteY50" fmla="*/ 329713 h 4999978"/>
              <a:gd name="connsiteX51" fmla="*/ 6317326 w 12192000"/>
              <a:gd name="connsiteY51" fmla="*/ 326576 h 4999978"/>
              <a:gd name="connsiteX52" fmla="*/ 6319212 w 12192000"/>
              <a:gd name="connsiteY52" fmla="*/ 327786 h 4999978"/>
              <a:gd name="connsiteX53" fmla="*/ 6339724 w 12192000"/>
              <a:gd name="connsiteY53" fmla="*/ 328880 h 4999978"/>
              <a:gd name="connsiteX54" fmla="*/ 6345010 w 12192000"/>
              <a:gd name="connsiteY54" fmla="*/ 325930 h 4999978"/>
              <a:gd name="connsiteX55" fmla="*/ 6359332 w 12192000"/>
              <a:gd name="connsiteY55" fmla="*/ 325681 h 4999978"/>
              <a:gd name="connsiteX56" fmla="*/ 6388220 w 12192000"/>
              <a:gd name="connsiteY56" fmla="*/ 322496 h 4999978"/>
              <a:gd name="connsiteX57" fmla="*/ 6392994 w 12192000"/>
              <a:gd name="connsiteY57" fmla="*/ 324426 h 4999978"/>
              <a:gd name="connsiteX58" fmla="*/ 6435581 w 12192000"/>
              <a:gd name="connsiteY58" fmla="*/ 323557 h 4999978"/>
              <a:gd name="connsiteX59" fmla="*/ 6435870 w 12192000"/>
              <a:gd name="connsiteY59" fmla="*/ 324745 h 4999978"/>
              <a:gd name="connsiteX60" fmla="*/ 6446571 w 12192000"/>
              <a:gd name="connsiteY60" fmla="*/ 329739 h 4999978"/>
              <a:gd name="connsiteX61" fmla="*/ 6467701 w 12192000"/>
              <a:gd name="connsiteY61" fmla="*/ 336547 h 4999978"/>
              <a:gd name="connsiteX62" fmla="*/ 6512727 w 12192000"/>
              <a:gd name="connsiteY62" fmla="*/ 367087 h 4999978"/>
              <a:gd name="connsiteX63" fmla="*/ 6557094 w 12192000"/>
              <a:gd name="connsiteY63" fmla="*/ 366314 h 4999978"/>
              <a:gd name="connsiteX64" fmla="*/ 6565879 w 12192000"/>
              <a:gd name="connsiteY64" fmla="*/ 366812 h 4999978"/>
              <a:gd name="connsiteX65" fmla="*/ 6565997 w 12192000"/>
              <a:gd name="connsiteY65" fmla="*/ 367092 h 4999978"/>
              <a:gd name="connsiteX66" fmla="*/ 6575147 w 12192000"/>
              <a:gd name="connsiteY66" fmla="*/ 368156 h 4999978"/>
              <a:gd name="connsiteX67" fmla="*/ 6581899 w 12192000"/>
              <a:gd name="connsiteY67" fmla="*/ 367720 h 4999978"/>
              <a:gd name="connsiteX68" fmla="*/ 6598943 w 12192000"/>
              <a:gd name="connsiteY68" fmla="*/ 368688 h 4999978"/>
              <a:gd name="connsiteX69" fmla="*/ 6604421 w 12192000"/>
              <a:gd name="connsiteY69" fmla="*/ 370815 h 4999978"/>
              <a:gd name="connsiteX70" fmla="*/ 6606035 w 12192000"/>
              <a:gd name="connsiteY70" fmla="*/ 374247 h 4999978"/>
              <a:gd name="connsiteX71" fmla="*/ 6607669 w 12192000"/>
              <a:gd name="connsiteY71" fmla="*/ 373968 h 4999978"/>
              <a:gd name="connsiteX72" fmla="*/ 6637532 w 12192000"/>
              <a:gd name="connsiteY72" fmla="*/ 384907 h 4999978"/>
              <a:gd name="connsiteX73" fmla="*/ 6706880 w 12192000"/>
              <a:gd name="connsiteY73" fmla="*/ 399163 h 4999978"/>
              <a:gd name="connsiteX74" fmla="*/ 6747500 w 12192000"/>
              <a:gd name="connsiteY74" fmla="*/ 403168 h 4999978"/>
              <a:gd name="connsiteX75" fmla="*/ 6857783 w 12192000"/>
              <a:gd name="connsiteY75" fmla="*/ 418687 h 4999978"/>
              <a:gd name="connsiteX76" fmla="*/ 6926954 w 12192000"/>
              <a:gd name="connsiteY76" fmla="*/ 416162 h 4999978"/>
              <a:gd name="connsiteX77" fmla="*/ 6990389 w 12192000"/>
              <a:gd name="connsiteY77" fmla="*/ 425060 h 4999978"/>
              <a:gd name="connsiteX78" fmla="*/ 7041715 w 12192000"/>
              <a:gd name="connsiteY78" fmla="*/ 465902 h 4999978"/>
              <a:gd name="connsiteX79" fmla="*/ 7048103 w 12192000"/>
              <a:gd name="connsiteY79" fmla="*/ 464392 h 4999978"/>
              <a:gd name="connsiteX80" fmla="*/ 7057490 w 12192000"/>
              <a:gd name="connsiteY80" fmla="*/ 463917 h 4999978"/>
              <a:gd name="connsiteX81" fmla="*/ 7057730 w 12192000"/>
              <a:gd name="connsiteY81" fmla="*/ 464165 h 4999978"/>
              <a:gd name="connsiteX82" fmla="*/ 7066511 w 12192000"/>
              <a:gd name="connsiteY82" fmla="*/ 463214 h 4999978"/>
              <a:gd name="connsiteX83" fmla="*/ 7109401 w 12192000"/>
              <a:gd name="connsiteY83" fmla="*/ 455268 h 4999978"/>
              <a:gd name="connsiteX84" fmla="*/ 7166830 w 12192000"/>
              <a:gd name="connsiteY84" fmla="*/ 477037 h 4999978"/>
              <a:gd name="connsiteX85" fmla="*/ 7190442 w 12192000"/>
              <a:gd name="connsiteY85" fmla="*/ 480090 h 4999978"/>
              <a:gd name="connsiteX86" fmla="*/ 7203083 w 12192000"/>
              <a:gd name="connsiteY86" fmla="*/ 483106 h 4999978"/>
              <a:gd name="connsiteX87" fmla="*/ 7203894 w 12192000"/>
              <a:gd name="connsiteY87" fmla="*/ 484190 h 4999978"/>
              <a:gd name="connsiteX88" fmla="*/ 7245004 w 12192000"/>
              <a:gd name="connsiteY88" fmla="*/ 476444 h 4999978"/>
              <a:gd name="connsiteX89" fmla="*/ 7250514 w 12192000"/>
              <a:gd name="connsiteY89" fmla="*/ 477506 h 4999978"/>
              <a:gd name="connsiteX90" fmla="*/ 7277246 w 12192000"/>
              <a:gd name="connsiteY90" fmla="*/ 469782 h 4999978"/>
              <a:gd name="connsiteX91" fmla="*/ 7291092 w 12192000"/>
              <a:gd name="connsiteY91" fmla="*/ 467217 h 4999978"/>
              <a:gd name="connsiteX92" fmla="*/ 7294933 w 12192000"/>
              <a:gd name="connsiteY92" fmla="*/ 463549 h 4999978"/>
              <a:gd name="connsiteX93" fmla="*/ 7315408 w 12192000"/>
              <a:gd name="connsiteY93" fmla="*/ 461260 h 4999978"/>
              <a:gd name="connsiteX94" fmla="*/ 7317786 w 12192000"/>
              <a:gd name="connsiteY94" fmla="*/ 462106 h 4999978"/>
              <a:gd name="connsiteX95" fmla="*/ 7334572 w 12192000"/>
              <a:gd name="connsiteY95" fmla="*/ 456088 h 4999978"/>
              <a:gd name="connsiteX96" fmla="*/ 7375190 w 12192000"/>
              <a:gd name="connsiteY96" fmla="*/ 449931 h 4999978"/>
              <a:gd name="connsiteX97" fmla="*/ 7522997 w 12192000"/>
              <a:gd name="connsiteY97" fmla="*/ 442209 h 4999978"/>
              <a:gd name="connsiteX98" fmla="*/ 7686985 w 12192000"/>
              <a:gd name="connsiteY98" fmla="*/ 419805 h 4999978"/>
              <a:gd name="connsiteX99" fmla="*/ 7854068 w 12192000"/>
              <a:gd name="connsiteY99" fmla="*/ 409774 h 4999978"/>
              <a:gd name="connsiteX100" fmla="*/ 8034165 w 12192000"/>
              <a:gd name="connsiteY100" fmla="*/ 391699 h 4999978"/>
              <a:gd name="connsiteX101" fmla="*/ 8094381 w 12192000"/>
              <a:gd name="connsiteY101" fmla="*/ 395718 h 4999978"/>
              <a:gd name="connsiteX102" fmla="*/ 8146898 w 12192000"/>
              <a:gd name="connsiteY102" fmla="*/ 378558 h 4999978"/>
              <a:gd name="connsiteX103" fmla="*/ 8168993 w 12192000"/>
              <a:gd name="connsiteY103" fmla="*/ 384830 h 4999978"/>
              <a:gd name="connsiteX104" fmla="*/ 8172809 w 12192000"/>
              <a:gd name="connsiteY104" fmla="*/ 386137 h 4999978"/>
              <a:gd name="connsiteX105" fmla="*/ 8187962 w 12192000"/>
              <a:gd name="connsiteY105" fmla="*/ 386433 h 4999978"/>
              <a:gd name="connsiteX106" fmla="*/ 8192382 w 12192000"/>
              <a:gd name="connsiteY106" fmla="*/ 392692 h 4999978"/>
              <a:gd name="connsiteX107" fmla="*/ 8375192 w 12192000"/>
              <a:gd name="connsiteY107" fmla="*/ 383879 h 4999978"/>
              <a:gd name="connsiteX108" fmla="*/ 8454377 w 12192000"/>
              <a:gd name="connsiteY108" fmla="*/ 380331 h 4999978"/>
              <a:gd name="connsiteX109" fmla="*/ 8484740 w 12192000"/>
              <a:gd name="connsiteY109" fmla="*/ 385159 h 4999978"/>
              <a:gd name="connsiteX110" fmla="*/ 8601673 w 12192000"/>
              <a:gd name="connsiteY110" fmla="*/ 397101 h 4999978"/>
              <a:gd name="connsiteX111" fmla="*/ 8701676 w 12192000"/>
              <a:gd name="connsiteY111" fmla="*/ 401351 h 4999978"/>
              <a:gd name="connsiteX112" fmla="*/ 8773288 w 12192000"/>
              <a:gd name="connsiteY112" fmla="*/ 378077 h 4999978"/>
              <a:gd name="connsiteX113" fmla="*/ 8779909 w 12192000"/>
              <a:gd name="connsiteY113" fmla="*/ 382446 h 4999978"/>
              <a:gd name="connsiteX114" fmla="*/ 8829932 w 12192000"/>
              <a:gd name="connsiteY114" fmla="*/ 379243 h 4999978"/>
              <a:gd name="connsiteX115" fmla="*/ 9003386 w 12192000"/>
              <a:gd name="connsiteY115" fmla="*/ 336242 h 4999978"/>
              <a:gd name="connsiteX116" fmla="*/ 9101185 w 12192000"/>
              <a:gd name="connsiteY116" fmla="*/ 330862 h 4999978"/>
              <a:gd name="connsiteX117" fmla="*/ 9136185 w 12192000"/>
              <a:gd name="connsiteY117" fmla="*/ 334078 h 4999978"/>
              <a:gd name="connsiteX118" fmla="*/ 9194801 w 12192000"/>
              <a:gd name="connsiteY118" fmla="*/ 339149 h 4999978"/>
              <a:gd name="connsiteX119" fmla="*/ 9239316 w 12192000"/>
              <a:gd name="connsiteY119" fmla="*/ 355558 h 4999978"/>
              <a:gd name="connsiteX120" fmla="*/ 9288052 w 12192000"/>
              <a:gd name="connsiteY120" fmla="*/ 354796 h 4999978"/>
              <a:gd name="connsiteX121" fmla="*/ 9298465 w 12192000"/>
              <a:gd name="connsiteY121" fmla="*/ 338296 h 4999978"/>
              <a:gd name="connsiteX122" fmla="*/ 9350892 w 12192000"/>
              <a:gd name="connsiteY122" fmla="*/ 342778 h 4999978"/>
              <a:gd name="connsiteX123" fmla="*/ 9430522 w 12192000"/>
              <a:gd name="connsiteY123" fmla="*/ 351368 h 4999978"/>
              <a:gd name="connsiteX124" fmla="*/ 9476215 w 12192000"/>
              <a:gd name="connsiteY124" fmla="*/ 352107 h 4999978"/>
              <a:gd name="connsiteX125" fmla="*/ 9601276 w 12192000"/>
              <a:gd name="connsiteY125" fmla="*/ 358704 h 4999978"/>
              <a:gd name="connsiteX126" fmla="*/ 9771664 w 12192000"/>
              <a:gd name="connsiteY126" fmla="*/ 375074 h 4999978"/>
              <a:gd name="connsiteX127" fmla="*/ 9905153 w 12192000"/>
              <a:gd name="connsiteY127" fmla="*/ 400650 h 4999978"/>
              <a:gd name="connsiteX128" fmla="*/ 9922553 w 12192000"/>
              <a:gd name="connsiteY128" fmla="*/ 404569 h 4999978"/>
              <a:gd name="connsiteX129" fmla="*/ 10044658 w 12192000"/>
              <a:gd name="connsiteY129" fmla="*/ 418077 h 4999978"/>
              <a:gd name="connsiteX130" fmla="*/ 10184585 w 12192000"/>
              <a:gd name="connsiteY130" fmla="*/ 407138 h 4999978"/>
              <a:gd name="connsiteX131" fmla="*/ 10366435 w 12192000"/>
              <a:gd name="connsiteY131" fmla="*/ 462428 h 4999978"/>
              <a:gd name="connsiteX132" fmla="*/ 10688220 w 12192000"/>
              <a:gd name="connsiteY132" fmla="*/ 542258 h 4999978"/>
              <a:gd name="connsiteX133" fmla="*/ 11026690 w 12192000"/>
              <a:gd name="connsiteY133" fmla="*/ 550681 h 4999978"/>
              <a:gd name="connsiteX134" fmla="*/ 11113779 w 12192000"/>
              <a:gd name="connsiteY134" fmla="*/ 533868 h 4999978"/>
              <a:gd name="connsiteX135" fmla="*/ 11369556 w 12192000"/>
              <a:gd name="connsiteY135" fmla="*/ 491719 h 4999978"/>
              <a:gd name="connsiteX136" fmla="*/ 11623342 w 12192000"/>
              <a:gd name="connsiteY136" fmla="*/ 388428 h 4999978"/>
              <a:gd name="connsiteX137" fmla="*/ 11786511 w 12192000"/>
              <a:gd name="connsiteY137" fmla="*/ 358390 h 4999978"/>
              <a:gd name="connsiteX138" fmla="*/ 11862577 w 12192000"/>
              <a:gd name="connsiteY138" fmla="*/ 330549 h 4999978"/>
              <a:gd name="connsiteX139" fmla="*/ 11916612 w 12192000"/>
              <a:gd name="connsiteY139" fmla="*/ 323810 h 4999978"/>
              <a:gd name="connsiteX140" fmla="*/ 11948830 w 12192000"/>
              <a:gd name="connsiteY140" fmla="*/ 318062 h 4999978"/>
              <a:gd name="connsiteX141" fmla="*/ 12001583 w 12192000"/>
              <a:gd name="connsiteY141" fmla="*/ 279643 h 4999978"/>
              <a:gd name="connsiteX142" fmla="*/ 12174977 w 12192000"/>
              <a:gd name="connsiteY142" fmla="*/ 264652 h 4999978"/>
              <a:gd name="connsiteX143" fmla="*/ 12192000 w 12192000"/>
              <a:gd name="connsiteY143" fmla="*/ 256549 h 4999978"/>
              <a:gd name="connsiteX144" fmla="*/ 12192000 w 12192000"/>
              <a:gd name="connsiteY144" fmla="*/ 4999978 h 4999978"/>
              <a:gd name="connsiteX145" fmla="*/ 0 w 12192000"/>
              <a:gd name="connsiteY145" fmla="*/ 4999978 h 4999978"/>
              <a:gd name="connsiteX146" fmla="*/ 0 w 12192000"/>
              <a:gd name="connsiteY146" fmla="*/ 617449 h 4999978"/>
              <a:gd name="connsiteX147" fmla="*/ 11075 w 12192000"/>
              <a:gd name="connsiteY147" fmla="*/ 615178 h 4999978"/>
              <a:gd name="connsiteX148" fmla="*/ 44061 w 12192000"/>
              <a:gd name="connsiteY148" fmla="*/ 608596 h 4999978"/>
              <a:gd name="connsiteX149" fmla="*/ 136694 w 12192000"/>
              <a:gd name="connsiteY149" fmla="*/ 556415 h 4999978"/>
              <a:gd name="connsiteX150" fmla="*/ 170342 w 12192000"/>
              <a:gd name="connsiteY150" fmla="*/ 551077 h 4999978"/>
              <a:gd name="connsiteX151" fmla="*/ 168955 w 12192000"/>
              <a:gd name="connsiteY151" fmla="*/ 542164 h 4999978"/>
              <a:gd name="connsiteX152" fmla="*/ 181474 w 12192000"/>
              <a:gd name="connsiteY152" fmla="*/ 541281 h 4999978"/>
              <a:gd name="connsiteX153" fmla="*/ 209440 w 12192000"/>
              <a:gd name="connsiteY153" fmla="*/ 540561 h 4999978"/>
              <a:gd name="connsiteX154" fmla="*/ 293152 w 12192000"/>
              <a:gd name="connsiteY154" fmla="*/ 536576 h 4999978"/>
              <a:gd name="connsiteX155" fmla="*/ 315693 w 12192000"/>
              <a:gd name="connsiteY155" fmla="*/ 519030 h 4999978"/>
              <a:gd name="connsiteX156" fmla="*/ 337305 w 12192000"/>
              <a:gd name="connsiteY156" fmla="*/ 518372 h 4999978"/>
              <a:gd name="connsiteX157" fmla="*/ 462252 w 12192000"/>
              <a:gd name="connsiteY157" fmla="*/ 493151 h 4999978"/>
              <a:gd name="connsiteX158" fmla="*/ 479457 w 12192000"/>
              <a:gd name="connsiteY158" fmla="*/ 491123 h 4999978"/>
              <a:gd name="connsiteX159" fmla="*/ 488653 w 12192000"/>
              <a:gd name="connsiteY159" fmla="*/ 483257 h 4999978"/>
              <a:gd name="connsiteX160" fmla="*/ 522053 w 12192000"/>
              <a:gd name="connsiteY160" fmla="*/ 481125 h 4999978"/>
              <a:gd name="connsiteX161" fmla="*/ 523520 w 12192000"/>
              <a:gd name="connsiteY161" fmla="*/ 476713 h 4999978"/>
              <a:gd name="connsiteX162" fmla="*/ 632714 w 12192000"/>
              <a:gd name="connsiteY162" fmla="*/ 437101 h 4999978"/>
              <a:gd name="connsiteX163" fmla="*/ 651426 w 12192000"/>
              <a:gd name="connsiteY163" fmla="*/ 430544 h 4999978"/>
              <a:gd name="connsiteX164" fmla="*/ 667724 w 12192000"/>
              <a:gd name="connsiteY164" fmla="*/ 432138 h 4999978"/>
              <a:gd name="connsiteX165" fmla="*/ 757679 w 12192000"/>
              <a:gd name="connsiteY165" fmla="*/ 425145 h 4999978"/>
              <a:gd name="connsiteX166" fmla="*/ 779159 w 12192000"/>
              <a:gd name="connsiteY166" fmla="*/ 428059 h 4999978"/>
              <a:gd name="connsiteX167" fmla="*/ 788293 w 12192000"/>
              <a:gd name="connsiteY167" fmla="*/ 434863 h 4999978"/>
              <a:gd name="connsiteX168" fmla="*/ 822923 w 12192000"/>
              <a:gd name="connsiteY168" fmla="*/ 421074 h 4999978"/>
              <a:gd name="connsiteX169" fmla="*/ 876559 w 12192000"/>
              <a:gd name="connsiteY169" fmla="*/ 411088 h 4999978"/>
              <a:gd name="connsiteX170" fmla="*/ 902011 w 12192000"/>
              <a:gd name="connsiteY170" fmla="*/ 404118 h 4999978"/>
              <a:gd name="connsiteX171" fmla="*/ 922715 w 12192000"/>
              <a:gd name="connsiteY171" fmla="*/ 407699 h 4999978"/>
              <a:gd name="connsiteX172" fmla="*/ 1040139 w 12192000"/>
              <a:gd name="connsiteY172" fmla="*/ 406590 h 4999978"/>
              <a:gd name="connsiteX173" fmla="*/ 1067251 w 12192000"/>
              <a:gd name="connsiteY173" fmla="*/ 412384 h 4999978"/>
              <a:gd name="connsiteX174" fmla="*/ 1080272 w 12192000"/>
              <a:gd name="connsiteY174" fmla="*/ 424669 h 4999978"/>
              <a:gd name="connsiteX175" fmla="*/ 1090219 w 12192000"/>
              <a:gd name="connsiteY175" fmla="*/ 420026 h 4999978"/>
              <a:gd name="connsiteX176" fmla="*/ 1161226 w 12192000"/>
              <a:gd name="connsiteY176" fmla="*/ 418304 h 4999978"/>
              <a:gd name="connsiteX177" fmla="*/ 1207525 w 12192000"/>
              <a:gd name="connsiteY177" fmla="*/ 416039 h 4999978"/>
              <a:gd name="connsiteX178" fmla="*/ 1295331 w 12192000"/>
              <a:gd name="connsiteY178" fmla="*/ 402182 h 4999978"/>
              <a:gd name="connsiteX179" fmla="*/ 1347118 w 12192000"/>
              <a:gd name="connsiteY179" fmla="*/ 399704 h 4999978"/>
              <a:gd name="connsiteX180" fmla="*/ 1378108 w 12192000"/>
              <a:gd name="connsiteY180" fmla="*/ 398410 h 4999978"/>
              <a:gd name="connsiteX181" fmla="*/ 1459192 w 12192000"/>
              <a:gd name="connsiteY181" fmla="*/ 380919 h 4999978"/>
              <a:gd name="connsiteX182" fmla="*/ 1590120 w 12192000"/>
              <a:gd name="connsiteY182" fmla="*/ 317608 h 4999978"/>
              <a:gd name="connsiteX183" fmla="*/ 1631417 w 12192000"/>
              <a:gd name="connsiteY183" fmla="*/ 308227 h 4999978"/>
              <a:gd name="connsiteX184" fmla="*/ 1638727 w 12192000"/>
              <a:gd name="connsiteY184" fmla="*/ 311610 h 4999978"/>
              <a:gd name="connsiteX185" fmla="*/ 1844438 w 12192000"/>
              <a:gd name="connsiteY185" fmla="*/ 271304 h 4999978"/>
              <a:gd name="connsiteX186" fmla="*/ 1881324 w 12192000"/>
              <a:gd name="connsiteY186" fmla="*/ 268497 h 4999978"/>
              <a:gd name="connsiteX187" fmla="*/ 1908999 w 12192000"/>
              <a:gd name="connsiteY187" fmla="*/ 269338 h 4999978"/>
              <a:gd name="connsiteX188" fmla="*/ 1974956 w 12192000"/>
              <a:gd name="connsiteY188" fmla="*/ 255958 h 4999978"/>
              <a:gd name="connsiteX189" fmla="*/ 2082409 w 12192000"/>
              <a:gd name="connsiteY189" fmla="*/ 227290 h 4999978"/>
              <a:gd name="connsiteX190" fmla="*/ 2105639 w 12192000"/>
              <a:gd name="connsiteY190" fmla="*/ 222648 h 4999978"/>
              <a:gd name="connsiteX191" fmla="*/ 2126992 w 12192000"/>
              <a:gd name="connsiteY191" fmla="*/ 224468 h 4999978"/>
              <a:gd name="connsiteX192" fmla="*/ 2133154 w 12192000"/>
              <a:gd name="connsiteY192" fmla="*/ 229952 h 4999978"/>
              <a:gd name="connsiteX193" fmla="*/ 2146154 w 12192000"/>
              <a:gd name="connsiteY193" fmla="*/ 228332 h 4999978"/>
              <a:gd name="connsiteX194" fmla="*/ 2149901 w 12192000"/>
              <a:gd name="connsiteY194" fmla="*/ 229116 h 4999978"/>
              <a:gd name="connsiteX195" fmla="*/ 2171100 w 12192000"/>
              <a:gd name="connsiteY195" fmla="*/ 232389 h 4999978"/>
              <a:gd name="connsiteX196" fmla="*/ 2209148 w 12192000"/>
              <a:gd name="connsiteY196" fmla="*/ 209225 h 4999978"/>
              <a:gd name="connsiteX197" fmla="*/ 2261889 w 12192000"/>
              <a:gd name="connsiteY197" fmla="*/ 205532 h 4999978"/>
              <a:gd name="connsiteX198" fmla="*/ 2452315 w 12192000"/>
              <a:gd name="connsiteY198" fmla="*/ 152899 h 4999978"/>
              <a:gd name="connsiteX199" fmla="*/ 2495330 w 12192000"/>
              <a:gd name="connsiteY199" fmla="*/ 142101 h 4999978"/>
              <a:gd name="connsiteX200" fmla="*/ 2665623 w 12192000"/>
              <a:gd name="connsiteY200" fmla="*/ 96394 h 4999978"/>
              <a:gd name="connsiteX201" fmla="*/ 2763332 w 12192000"/>
              <a:gd name="connsiteY201" fmla="*/ 74831 h 4999978"/>
              <a:gd name="connsiteX202" fmla="*/ 2843870 w 12192000"/>
              <a:gd name="connsiteY202" fmla="*/ 47507 h 4999978"/>
              <a:gd name="connsiteX203" fmla="*/ 2862745 w 12192000"/>
              <a:gd name="connsiteY203" fmla="*/ 43242 h 4999978"/>
              <a:gd name="connsiteX204" fmla="*/ 2864596 w 12192000"/>
              <a:gd name="connsiteY204" fmla="*/ 39218 h 4999978"/>
              <a:gd name="connsiteX205" fmla="*/ 2875381 w 12192000"/>
              <a:gd name="connsiteY205" fmla="*/ 35003 h 4999978"/>
              <a:gd name="connsiteX206" fmla="*/ 2895139 w 12192000"/>
              <a:gd name="connsiteY206" fmla="*/ 24186 h 4999978"/>
              <a:gd name="connsiteX207" fmla="*/ 2932205 w 12192000"/>
              <a:gd name="connsiteY207" fmla="*/ 11873 h 4999978"/>
              <a:gd name="connsiteX208" fmla="*/ 2933310 w 12192000"/>
              <a:gd name="connsiteY208" fmla="*/ 12816 h 4999978"/>
              <a:gd name="connsiteX209" fmla="*/ 2945218 w 12192000"/>
              <a:gd name="connsiteY209" fmla="*/ 14141 h 4999978"/>
              <a:gd name="connsiteX210" fmla="*/ 3016048 w 12192000"/>
              <a:gd name="connsiteY210" fmla="*/ 12381 h 4999978"/>
              <a:gd name="connsiteX211" fmla="*/ 3057077 w 12192000"/>
              <a:gd name="connsiteY211" fmla="*/ 14845 h 4999978"/>
              <a:gd name="connsiteX212" fmla="*/ 3148105 w 12192000"/>
              <a:gd name="connsiteY212" fmla="*/ 30648 h 4999978"/>
              <a:gd name="connsiteX213" fmla="*/ 3251671 w 12192000"/>
              <a:gd name="connsiteY213" fmla="*/ 31575 h 4999978"/>
              <a:gd name="connsiteX214" fmla="*/ 3351400 w 12192000"/>
              <a:gd name="connsiteY214" fmla="*/ 32687 h 4999978"/>
              <a:gd name="connsiteX215" fmla="*/ 3387481 w 12192000"/>
              <a:gd name="connsiteY215" fmla="*/ 31443 h 4999978"/>
              <a:gd name="connsiteX216" fmla="*/ 3451923 w 12192000"/>
              <a:gd name="connsiteY216" fmla="*/ 36482 h 4999978"/>
              <a:gd name="connsiteX217" fmla="*/ 3481520 w 12192000"/>
              <a:gd name="connsiteY217" fmla="*/ 43287 h 4999978"/>
              <a:gd name="connsiteX218" fmla="*/ 3482804 w 12192000"/>
              <a:gd name="connsiteY218" fmla="*/ 42812 h 4999978"/>
              <a:gd name="connsiteX219" fmla="*/ 3485495 w 12192000"/>
              <a:gd name="connsiteY219" fmla="*/ 45921 h 4999978"/>
              <a:gd name="connsiteX220" fmla="*/ 3490972 w 12192000"/>
              <a:gd name="connsiteY220" fmla="*/ 47286 h 4999978"/>
              <a:gd name="connsiteX221" fmla="*/ 3505835 w 12192000"/>
              <a:gd name="connsiteY221" fmla="*/ 46077 h 4999978"/>
              <a:gd name="connsiteX222" fmla="*/ 3511410 w 12192000"/>
              <a:gd name="connsiteY222" fmla="*/ 44808 h 4999978"/>
              <a:gd name="connsiteX223" fmla="*/ 3519598 w 12192000"/>
              <a:gd name="connsiteY223" fmla="*/ 44683 h 4999978"/>
              <a:gd name="connsiteX224" fmla="*/ 3519807 w 12192000"/>
              <a:gd name="connsiteY224" fmla="*/ 44938 h 4999978"/>
              <a:gd name="connsiteX225" fmla="*/ 3527466 w 12192000"/>
              <a:gd name="connsiteY225" fmla="*/ 44316 h 4999978"/>
              <a:gd name="connsiteX226" fmla="*/ 3564889 w 12192000"/>
              <a:gd name="connsiteY226" fmla="*/ 57394 h 4999978"/>
              <a:gd name="connsiteX227" fmla="*/ 3614922 w 12192000"/>
              <a:gd name="connsiteY227" fmla="*/ 61804 h 4999978"/>
              <a:gd name="connsiteX228" fmla="*/ 3635506 w 12192000"/>
              <a:gd name="connsiteY228" fmla="*/ 65718 h 4999978"/>
              <a:gd name="connsiteX229" fmla="*/ 3646525 w 12192000"/>
              <a:gd name="connsiteY229" fmla="*/ 69193 h 4999978"/>
              <a:gd name="connsiteX230" fmla="*/ 3647224 w 12192000"/>
              <a:gd name="connsiteY230" fmla="*/ 70303 h 4999978"/>
              <a:gd name="connsiteX231" fmla="*/ 3683100 w 12192000"/>
              <a:gd name="connsiteY231" fmla="*/ 64109 h 4999978"/>
              <a:gd name="connsiteX232" fmla="*/ 3687901 w 12192000"/>
              <a:gd name="connsiteY232" fmla="*/ 65372 h 4999978"/>
              <a:gd name="connsiteX233" fmla="*/ 3711234 w 12192000"/>
              <a:gd name="connsiteY233" fmla="*/ 58665 h 4999978"/>
              <a:gd name="connsiteX234" fmla="*/ 3723318 w 12192000"/>
              <a:gd name="connsiteY234" fmla="*/ 56625 h 4999978"/>
              <a:gd name="connsiteX235" fmla="*/ 3726677 w 12192000"/>
              <a:gd name="connsiteY235" fmla="*/ 53112 h 4999978"/>
              <a:gd name="connsiteX236" fmla="*/ 3744535 w 12192000"/>
              <a:gd name="connsiteY236" fmla="*/ 51590 h 4999978"/>
              <a:gd name="connsiteX237" fmla="*/ 3746608 w 12192000"/>
              <a:gd name="connsiteY237" fmla="*/ 52522 h 4999978"/>
              <a:gd name="connsiteX238" fmla="*/ 3761262 w 12192000"/>
              <a:gd name="connsiteY238" fmla="*/ 47147 h 4999978"/>
              <a:gd name="connsiteX239" fmla="*/ 3803931 w 12192000"/>
              <a:gd name="connsiteY239" fmla="*/ 49309 h 4999978"/>
              <a:gd name="connsiteX240" fmla="*/ 3925626 w 12192000"/>
              <a:gd name="connsiteY240" fmla="*/ 40301 h 4999978"/>
              <a:gd name="connsiteX241" fmla="*/ 4033324 w 12192000"/>
              <a:gd name="connsiteY241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83267 w 12192000"/>
              <a:gd name="connsiteY41" fmla="*/ 199617 h 4999978"/>
              <a:gd name="connsiteX42" fmla="*/ 5492371 w 12192000"/>
              <a:gd name="connsiteY42" fmla="*/ 230923 h 4999978"/>
              <a:gd name="connsiteX43" fmla="*/ 5640913 w 12192000"/>
              <a:gd name="connsiteY43" fmla="*/ 239810 h 4999978"/>
              <a:gd name="connsiteX44" fmla="*/ 5877770 w 12192000"/>
              <a:gd name="connsiteY44" fmla="*/ 283747 h 4999978"/>
              <a:gd name="connsiteX45" fmla="*/ 5989615 w 12192000"/>
              <a:gd name="connsiteY45" fmla="*/ 306445 h 4999978"/>
              <a:gd name="connsiteX46" fmla="*/ 5996857 w 12192000"/>
              <a:gd name="connsiteY46" fmla="*/ 310331 h 4999978"/>
              <a:gd name="connsiteX47" fmla="*/ 6037387 w 12192000"/>
              <a:gd name="connsiteY47" fmla="*/ 299308 h 4999978"/>
              <a:gd name="connsiteX48" fmla="*/ 6113074 w 12192000"/>
              <a:gd name="connsiteY48" fmla="*/ 312627 h 4999978"/>
              <a:gd name="connsiteX49" fmla="*/ 6280929 w 12192000"/>
              <a:gd name="connsiteY49" fmla="*/ 337226 h 4999978"/>
              <a:gd name="connsiteX50" fmla="*/ 6298665 w 12192000"/>
              <a:gd name="connsiteY50" fmla="*/ 329713 h 4999978"/>
              <a:gd name="connsiteX51" fmla="*/ 6317326 w 12192000"/>
              <a:gd name="connsiteY51" fmla="*/ 326576 h 4999978"/>
              <a:gd name="connsiteX52" fmla="*/ 6319212 w 12192000"/>
              <a:gd name="connsiteY52" fmla="*/ 327786 h 4999978"/>
              <a:gd name="connsiteX53" fmla="*/ 6339724 w 12192000"/>
              <a:gd name="connsiteY53" fmla="*/ 328880 h 4999978"/>
              <a:gd name="connsiteX54" fmla="*/ 6345010 w 12192000"/>
              <a:gd name="connsiteY54" fmla="*/ 325930 h 4999978"/>
              <a:gd name="connsiteX55" fmla="*/ 6359332 w 12192000"/>
              <a:gd name="connsiteY55" fmla="*/ 325681 h 4999978"/>
              <a:gd name="connsiteX56" fmla="*/ 6388220 w 12192000"/>
              <a:gd name="connsiteY56" fmla="*/ 322496 h 4999978"/>
              <a:gd name="connsiteX57" fmla="*/ 6392994 w 12192000"/>
              <a:gd name="connsiteY57" fmla="*/ 324426 h 4999978"/>
              <a:gd name="connsiteX58" fmla="*/ 6435581 w 12192000"/>
              <a:gd name="connsiteY58" fmla="*/ 323557 h 4999978"/>
              <a:gd name="connsiteX59" fmla="*/ 6435870 w 12192000"/>
              <a:gd name="connsiteY59" fmla="*/ 324745 h 4999978"/>
              <a:gd name="connsiteX60" fmla="*/ 6446571 w 12192000"/>
              <a:gd name="connsiteY60" fmla="*/ 329739 h 4999978"/>
              <a:gd name="connsiteX61" fmla="*/ 6467701 w 12192000"/>
              <a:gd name="connsiteY61" fmla="*/ 336547 h 4999978"/>
              <a:gd name="connsiteX62" fmla="*/ 6512727 w 12192000"/>
              <a:gd name="connsiteY62" fmla="*/ 367087 h 4999978"/>
              <a:gd name="connsiteX63" fmla="*/ 6557094 w 12192000"/>
              <a:gd name="connsiteY63" fmla="*/ 366314 h 4999978"/>
              <a:gd name="connsiteX64" fmla="*/ 6565879 w 12192000"/>
              <a:gd name="connsiteY64" fmla="*/ 366812 h 4999978"/>
              <a:gd name="connsiteX65" fmla="*/ 6565997 w 12192000"/>
              <a:gd name="connsiteY65" fmla="*/ 367092 h 4999978"/>
              <a:gd name="connsiteX66" fmla="*/ 6575147 w 12192000"/>
              <a:gd name="connsiteY66" fmla="*/ 368156 h 4999978"/>
              <a:gd name="connsiteX67" fmla="*/ 6581899 w 12192000"/>
              <a:gd name="connsiteY67" fmla="*/ 367720 h 4999978"/>
              <a:gd name="connsiteX68" fmla="*/ 6598943 w 12192000"/>
              <a:gd name="connsiteY68" fmla="*/ 368688 h 4999978"/>
              <a:gd name="connsiteX69" fmla="*/ 6604421 w 12192000"/>
              <a:gd name="connsiteY69" fmla="*/ 370815 h 4999978"/>
              <a:gd name="connsiteX70" fmla="*/ 6606035 w 12192000"/>
              <a:gd name="connsiteY70" fmla="*/ 374247 h 4999978"/>
              <a:gd name="connsiteX71" fmla="*/ 6607669 w 12192000"/>
              <a:gd name="connsiteY71" fmla="*/ 373968 h 4999978"/>
              <a:gd name="connsiteX72" fmla="*/ 6637532 w 12192000"/>
              <a:gd name="connsiteY72" fmla="*/ 384907 h 4999978"/>
              <a:gd name="connsiteX73" fmla="*/ 6706880 w 12192000"/>
              <a:gd name="connsiteY73" fmla="*/ 399163 h 4999978"/>
              <a:gd name="connsiteX74" fmla="*/ 6747500 w 12192000"/>
              <a:gd name="connsiteY74" fmla="*/ 403168 h 4999978"/>
              <a:gd name="connsiteX75" fmla="*/ 6857783 w 12192000"/>
              <a:gd name="connsiteY75" fmla="*/ 418687 h 4999978"/>
              <a:gd name="connsiteX76" fmla="*/ 6926954 w 12192000"/>
              <a:gd name="connsiteY76" fmla="*/ 416162 h 4999978"/>
              <a:gd name="connsiteX77" fmla="*/ 6990389 w 12192000"/>
              <a:gd name="connsiteY77" fmla="*/ 425060 h 4999978"/>
              <a:gd name="connsiteX78" fmla="*/ 7041715 w 12192000"/>
              <a:gd name="connsiteY78" fmla="*/ 465902 h 4999978"/>
              <a:gd name="connsiteX79" fmla="*/ 7048103 w 12192000"/>
              <a:gd name="connsiteY79" fmla="*/ 464392 h 4999978"/>
              <a:gd name="connsiteX80" fmla="*/ 7057490 w 12192000"/>
              <a:gd name="connsiteY80" fmla="*/ 463917 h 4999978"/>
              <a:gd name="connsiteX81" fmla="*/ 7057730 w 12192000"/>
              <a:gd name="connsiteY81" fmla="*/ 464165 h 4999978"/>
              <a:gd name="connsiteX82" fmla="*/ 7066511 w 12192000"/>
              <a:gd name="connsiteY82" fmla="*/ 463214 h 4999978"/>
              <a:gd name="connsiteX83" fmla="*/ 7109401 w 12192000"/>
              <a:gd name="connsiteY83" fmla="*/ 455268 h 4999978"/>
              <a:gd name="connsiteX84" fmla="*/ 7166830 w 12192000"/>
              <a:gd name="connsiteY84" fmla="*/ 477037 h 4999978"/>
              <a:gd name="connsiteX85" fmla="*/ 7190442 w 12192000"/>
              <a:gd name="connsiteY85" fmla="*/ 480090 h 4999978"/>
              <a:gd name="connsiteX86" fmla="*/ 7203083 w 12192000"/>
              <a:gd name="connsiteY86" fmla="*/ 483106 h 4999978"/>
              <a:gd name="connsiteX87" fmla="*/ 7203894 w 12192000"/>
              <a:gd name="connsiteY87" fmla="*/ 484190 h 4999978"/>
              <a:gd name="connsiteX88" fmla="*/ 7245004 w 12192000"/>
              <a:gd name="connsiteY88" fmla="*/ 476444 h 4999978"/>
              <a:gd name="connsiteX89" fmla="*/ 7250514 w 12192000"/>
              <a:gd name="connsiteY89" fmla="*/ 477506 h 4999978"/>
              <a:gd name="connsiteX90" fmla="*/ 7277246 w 12192000"/>
              <a:gd name="connsiteY90" fmla="*/ 469782 h 4999978"/>
              <a:gd name="connsiteX91" fmla="*/ 7291092 w 12192000"/>
              <a:gd name="connsiteY91" fmla="*/ 467217 h 4999978"/>
              <a:gd name="connsiteX92" fmla="*/ 7294933 w 12192000"/>
              <a:gd name="connsiteY92" fmla="*/ 463549 h 4999978"/>
              <a:gd name="connsiteX93" fmla="*/ 7315408 w 12192000"/>
              <a:gd name="connsiteY93" fmla="*/ 461260 h 4999978"/>
              <a:gd name="connsiteX94" fmla="*/ 7317786 w 12192000"/>
              <a:gd name="connsiteY94" fmla="*/ 462106 h 4999978"/>
              <a:gd name="connsiteX95" fmla="*/ 7334572 w 12192000"/>
              <a:gd name="connsiteY95" fmla="*/ 456088 h 4999978"/>
              <a:gd name="connsiteX96" fmla="*/ 7375190 w 12192000"/>
              <a:gd name="connsiteY96" fmla="*/ 449931 h 4999978"/>
              <a:gd name="connsiteX97" fmla="*/ 7522997 w 12192000"/>
              <a:gd name="connsiteY97" fmla="*/ 442209 h 4999978"/>
              <a:gd name="connsiteX98" fmla="*/ 7686985 w 12192000"/>
              <a:gd name="connsiteY98" fmla="*/ 419805 h 4999978"/>
              <a:gd name="connsiteX99" fmla="*/ 7854068 w 12192000"/>
              <a:gd name="connsiteY99" fmla="*/ 409774 h 4999978"/>
              <a:gd name="connsiteX100" fmla="*/ 8034165 w 12192000"/>
              <a:gd name="connsiteY100" fmla="*/ 391699 h 4999978"/>
              <a:gd name="connsiteX101" fmla="*/ 8094381 w 12192000"/>
              <a:gd name="connsiteY101" fmla="*/ 395718 h 4999978"/>
              <a:gd name="connsiteX102" fmla="*/ 8146898 w 12192000"/>
              <a:gd name="connsiteY102" fmla="*/ 378558 h 4999978"/>
              <a:gd name="connsiteX103" fmla="*/ 8168993 w 12192000"/>
              <a:gd name="connsiteY103" fmla="*/ 384830 h 4999978"/>
              <a:gd name="connsiteX104" fmla="*/ 8172809 w 12192000"/>
              <a:gd name="connsiteY104" fmla="*/ 386137 h 4999978"/>
              <a:gd name="connsiteX105" fmla="*/ 8187962 w 12192000"/>
              <a:gd name="connsiteY105" fmla="*/ 386433 h 4999978"/>
              <a:gd name="connsiteX106" fmla="*/ 8192382 w 12192000"/>
              <a:gd name="connsiteY106" fmla="*/ 392692 h 4999978"/>
              <a:gd name="connsiteX107" fmla="*/ 8375192 w 12192000"/>
              <a:gd name="connsiteY107" fmla="*/ 383879 h 4999978"/>
              <a:gd name="connsiteX108" fmla="*/ 8454377 w 12192000"/>
              <a:gd name="connsiteY108" fmla="*/ 380331 h 4999978"/>
              <a:gd name="connsiteX109" fmla="*/ 8484740 w 12192000"/>
              <a:gd name="connsiteY109" fmla="*/ 385159 h 4999978"/>
              <a:gd name="connsiteX110" fmla="*/ 8601673 w 12192000"/>
              <a:gd name="connsiteY110" fmla="*/ 397101 h 4999978"/>
              <a:gd name="connsiteX111" fmla="*/ 8701676 w 12192000"/>
              <a:gd name="connsiteY111" fmla="*/ 401351 h 4999978"/>
              <a:gd name="connsiteX112" fmla="*/ 8773288 w 12192000"/>
              <a:gd name="connsiteY112" fmla="*/ 378077 h 4999978"/>
              <a:gd name="connsiteX113" fmla="*/ 8779909 w 12192000"/>
              <a:gd name="connsiteY113" fmla="*/ 382446 h 4999978"/>
              <a:gd name="connsiteX114" fmla="*/ 8829932 w 12192000"/>
              <a:gd name="connsiteY114" fmla="*/ 379243 h 4999978"/>
              <a:gd name="connsiteX115" fmla="*/ 9003386 w 12192000"/>
              <a:gd name="connsiteY115" fmla="*/ 336242 h 4999978"/>
              <a:gd name="connsiteX116" fmla="*/ 9101185 w 12192000"/>
              <a:gd name="connsiteY116" fmla="*/ 330862 h 4999978"/>
              <a:gd name="connsiteX117" fmla="*/ 9136185 w 12192000"/>
              <a:gd name="connsiteY117" fmla="*/ 334078 h 4999978"/>
              <a:gd name="connsiteX118" fmla="*/ 9194801 w 12192000"/>
              <a:gd name="connsiteY118" fmla="*/ 339149 h 4999978"/>
              <a:gd name="connsiteX119" fmla="*/ 9239316 w 12192000"/>
              <a:gd name="connsiteY119" fmla="*/ 355558 h 4999978"/>
              <a:gd name="connsiteX120" fmla="*/ 9288052 w 12192000"/>
              <a:gd name="connsiteY120" fmla="*/ 354796 h 4999978"/>
              <a:gd name="connsiteX121" fmla="*/ 9298465 w 12192000"/>
              <a:gd name="connsiteY121" fmla="*/ 338296 h 4999978"/>
              <a:gd name="connsiteX122" fmla="*/ 9350892 w 12192000"/>
              <a:gd name="connsiteY122" fmla="*/ 342778 h 4999978"/>
              <a:gd name="connsiteX123" fmla="*/ 9430522 w 12192000"/>
              <a:gd name="connsiteY123" fmla="*/ 351368 h 4999978"/>
              <a:gd name="connsiteX124" fmla="*/ 9476215 w 12192000"/>
              <a:gd name="connsiteY124" fmla="*/ 352107 h 4999978"/>
              <a:gd name="connsiteX125" fmla="*/ 9601276 w 12192000"/>
              <a:gd name="connsiteY125" fmla="*/ 358704 h 4999978"/>
              <a:gd name="connsiteX126" fmla="*/ 9771664 w 12192000"/>
              <a:gd name="connsiteY126" fmla="*/ 375074 h 4999978"/>
              <a:gd name="connsiteX127" fmla="*/ 9905153 w 12192000"/>
              <a:gd name="connsiteY127" fmla="*/ 400650 h 4999978"/>
              <a:gd name="connsiteX128" fmla="*/ 9922553 w 12192000"/>
              <a:gd name="connsiteY128" fmla="*/ 404569 h 4999978"/>
              <a:gd name="connsiteX129" fmla="*/ 10044658 w 12192000"/>
              <a:gd name="connsiteY129" fmla="*/ 418077 h 4999978"/>
              <a:gd name="connsiteX130" fmla="*/ 10184585 w 12192000"/>
              <a:gd name="connsiteY130" fmla="*/ 407138 h 4999978"/>
              <a:gd name="connsiteX131" fmla="*/ 10366435 w 12192000"/>
              <a:gd name="connsiteY131" fmla="*/ 462428 h 4999978"/>
              <a:gd name="connsiteX132" fmla="*/ 10688220 w 12192000"/>
              <a:gd name="connsiteY132" fmla="*/ 542258 h 4999978"/>
              <a:gd name="connsiteX133" fmla="*/ 11026690 w 12192000"/>
              <a:gd name="connsiteY133" fmla="*/ 550681 h 4999978"/>
              <a:gd name="connsiteX134" fmla="*/ 11113779 w 12192000"/>
              <a:gd name="connsiteY134" fmla="*/ 533868 h 4999978"/>
              <a:gd name="connsiteX135" fmla="*/ 11369556 w 12192000"/>
              <a:gd name="connsiteY135" fmla="*/ 491719 h 4999978"/>
              <a:gd name="connsiteX136" fmla="*/ 11623342 w 12192000"/>
              <a:gd name="connsiteY136" fmla="*/ 388428 h 4999978"/>
              <a:gd name="connsiteX137" fmla="*/ 11786511 w 12192000"/>
              <a:gd name="connsiteY137" fmla="*/ 358390 h 4999978"/>
              <a:gd name="connsiteX138" fmla="*/ 11862577 w 12192000"/>
              <a:gd name="connsiteY138" fmla="*/ 330549 h 4999978"/>
              <a:gd name="connsiteX139" fmla="*/ 11916612 w 12192000"/>
              <a:gd name="connsiteY139" fmla="*/ 323810 h 4999978"/>
              <a:gd name="connsiteX140" fmla="*/ 11948830 w 12192000"/>
              <a:gd name="connsiteY140" fmla="*/ 318062 h 4999978"/>
              <a:gd name="connsiteX141" fmla="*/ 12001583 w 12192000"/>
              <a:gd name="connsiteY141" fmla="*/ 279643 h 4999978"/>
              <a:gd name="connsiteX142" fmla="*/ 12174977 w 12192000"/>
              <a:gd name="connsiteY142" fmla="*/ 264652 h 4999978"/>
              <a:gd name="connsiteX143" fmla="*/ 12192000 w 12192000"/>
              <a:gd name="connsiteY143" fmla="*/ 256549 h 4999978"/>
              <a:gd name="connsiteX144" fmla="*/ 12192000 w 12192000"/>
              <a:gd name="connsiteY144" fmla="*/ 4999978 h 4999978"/>
              <a:gd name="connsiteX145" fmla="*/ 0 w 12192000"/>
              <a:gd name="connsiteY145" fmla="*/ 4999978 h 4999978"/>
              <a:gd name="connsiteX146" fmla="*/ 0 w 12192000"/>
              <a:gd name="connsiteY146" fmla="*/ 617449 h 4999978"/>
              <a:gd name="connsiteX147" fmla="*/ 11075 w 12192000"/>
              <a:gd name="connsiteY147" fmla="*/ 615178 h 4999978"/>
              <a:gd name="connsiteX148" fmla="*/ 44061 w 12192000"/>
              <a:gd name="connsiteY148" fmla="*/ 608596 h 4999978"/>
              <a:gd name="connsiteX149" fmla="*/ 136694 w 12192000"/>
              <a:gd name="connsiteY149" fmla="*/ 556415 h 4999978"/>
              <a:gd name="connsiteX150" fmla="*/ 170342 w 12192000"/>
              <a:gd name="connsiteY150" fmla="*/ 551077 h 4999978"/>
              <a:gd name="connsiteX151" fmla="*/ 168955 w 12192000"/>
              <a:gd name="connsiteY151" fmla="*/ 542164 h 4999978"/>
              <a:gd name="connsiteX152" fmla="*/ 181474 w 12192000"/>
              <a:gd name="connsiteY152" fmla="*/ 541281 h 4999978"/>
              <a:gd name="connsiteX153" fmla="*/ 209440 w 12192000"/>
              <a:gd name="connsiteY153" fmla="*/ 540561 h 4999978"/>
              <a:gd name="connsiteX154" fmla="*/ 293152 w 12192000"/>
              <a:gd name="connsiteY154" fmla="*/ 536576 h 4999978"/>
              <a:gd name="connsiteX155" fmla="*/ 315693 w 12192000"/>
              <a:gd name="connsiteY155" fmla="*/ 519030 h 4999978"/>
              <a:gd name="connsiteX156" fmla="*/ 337305 w 12192000"/>
              <a:gd name="connsiteY156" fmla="*/ 518372 h 4999978"/>
              <a:gd name="connsiteX157" fmla="*/ 462252 w 12192000"/>
              <a:gd name="connsiteY157" fmla="*/ 493151 h 4999978"/>
              <a:gd name="connsiteX158" fmla="*/ 479457 w 12192000"/>
              <a:gd name="connsiteY158" fmla="*/ 491123 h 4999978"/>
              <a:gd name="connsiteX159" fmla="*/ 488653 w 12192000"/>
              <a:gd name="connsiteY159" fmla="*/ 483257 h 4999978"/>
              <a:gd name="connsiteX160" fmla="*/ 522053 w 12192000"/>
              <a:gd name="connsiteY160" fmla="*/ 481125 h 4999978"/>
              <a:gd name="connsiteX161" fmla="*/ 523520 w 12192000"/>
              <a:gd name="connsiteY161" fmla="*/ 476713 h 4999978"/>
              <a:gd name="connsiteX162" fmla="*/ 632714 w 12192000"/>
              <a:gd name="connsiteY162" fmla="*/ 437101 h 4999978"/>
              <a:gd name="connsiteX163" fmla="*/ 651426 w 12192000"/>
              <a:gd name="connsiteY163" fmla="*/ 430544 h 4999978"/>
              <a:gd name="connsiteX164" fmla="*/ 667724 w 12192000"/>
              <a:gd name="connsiteY164" fmla="*/ 432138 h 4999978"/>
              <a:gd name="connsiteX165" fmla="*/ 757679 w 12192000"/>
              <a:gd name="connsiteY165" fmla="*/ 425145 h 4999978"/>
              <a:gd name="connsiteX166" fmla="*/ 779159 w 12192000"/>
              <a:gd name="connsiteY166" fmla="*/ 428059 h 4999978"/>
              <a:gd name="connsiteX167" fmla="*/ 788293 w 12192000"/>
              <a:gd name="connsiteY167" fmla="*/ 434863 h 4999978"/>
              <a:gd name="connsiteX168" fmla="*/ 822923 w 12192000"/>
              <a:gd name="connsiteY168" fmla="*/ 421074 h 4999978"/>
              <a:gd name="connsiteX169" fmla="*/ 876559 w 12192000"/>
              <a:gd name="connsiteY169" fmla="*/ 411088 h 4999978"/>
              <a:gd name="connsiteX170" fmla="*/ 902011 w 12192000"/>
              <a:gd name="connsiteY170" fmla="*/ 404118 h 4999978"/>
              <a:gd name="connsiteX171" fmla="*/ 922715 w 12192000"/>
              <a:gd name="connsiteY171" fmla="*/ 407699 h 4999978"/>
              <a:gd name="connsiteX172" fmla="*/ 1040139 w 12192000"/>
              <a:gd name="connsiteY172" fmla="*/ 406590 h 4999978"/>
              <a:gd name="connsiteX173" fmla="*/ 1067251 w 12192000"/>
              <a:gd name="connsiteY173" fmla="*/ 412384 h 4999978"/>
              <a:gd name="connsiteX174" fmla="*/ 1080272 w 12192000"/>
              <a:gd name="connsiteY174" fmla="*/ 424669 h 4999978"/>
              <a:gd name="connsiteX175" fmla="*/ 1090219 w 12192000"/>
              <a:gd name="connsiteY175" fmla="*/ 420026 h 4999978"/>
              <a:gd name="connsiteX176" fmla="*/ 1161226 w 12192000"/>
              <a:gd name="connsiteY176" fmla="*/ 418304 h 4999978"/>
              <a:gd name="connsiteX177" fmla="*/ 1207525 w 12192000"/>
              <a:gd name="connsiteY177" fmla="*/ 416039 h 4999978"/>
              <a:gd name="connsiteX178" fmla="*/ 1295331 w 12192000"/>
              <a:gd name="connsiteY178" fmla="*/ 402182 h 4999978"/>
              <a:gd name="connsiteX179" fmla="*/ 1347118 w 12192000"/>
              <a:gd name="connsiteY179" fmla="*/ 399704 h 4999978"/>
              <a:gd name="connsiteX180" fmla="*/ 1378108 w 12192000"/>
              <a:gd name="connsiteY180" fmla="*/ 398410 h 4999978"/>
              <a:gd name="connsiteX181" fmla="*/ 1459192 w 12192000"/>
              <a:gd name="connsiteY181" fmla="*/ 380919 h 4999978"/>
              <a:gd name="connsiteX182" fmla="*/ 1590120 w 12192000"/>
              <a:gd name="connsiteY182" fmla="*/ 317608 h 4999978"/>
              <a:gd name="connsiteX183" fmla="*/ 1631417 w 12192000"/>
              <a:gd name="connsiteY183" fmla="*/ 308227 h 4999978"/>
              <a:gd name="connsiteX184" fmla="*/ 1695877 w 12192000"/>
              <a:gd name="connsiteY184" fmla="*/ 303848 h 4999978"/>
              <a:gd name="connsiteX185" fmla="*/ 1844438 w 12192000"/>
              <a:gd name="connsiteY185" fmla="*/ 271304 h 4999978"/>
              <a:gd name="connsiteX186" fmla="*/ 1881324 w 12192000"/>
              <a:gd name="connsiteY186" fmla="*/ 268497 h 4999978"/>
              <a:gd name="connsiteX187" fmla="*/ 1908999 w 12192000"/>
              <a:gd name="connsiteY187" fmla="*/ 269338 h 4999978"/>
              <a:gd name="connsiteX188" fmla="*/ 1974956 w 12192000"/>
              <a:gd name="connsiteY188" fmla="*/ 255958 h 4999978"/>
              <a:gd name="connsiteX189" fmla="*/ 2082409 w 12192000"/>
              <a:gd name="connsiteY189" fmla="*/ 227290 h 4999978"/>
              <a:gd name="connsiteX190" fmla="*/ 2105639 w 12192000"/>
              <a:gd name="connsiteY190" fmla="*/ 222648 h 4999978"/>
              <a:gd name="connsiteX191" fmla="*/ 2126992 w 12192000"/>
              <a:gd name="connsiteY191" fmla="*/ 224468 h 4999978"/>
              <a:gd name="connsiteX192" fmla="*/ 2133154 w 12192000"/>
              <a:gd name="connsiteY192" fmla="*/ 229952 h 4999978"/>
              <a:gd name="connsiteX193" fmla="*/ 2146154 w 12192000"/>
              <a:gd name="connsiteY193" fmla="*/ 228332 h 4999978"/>
              <a:gd name="connsiteX194" fmla="*/ 2149901 w 12192000"/>
              <a:gd name="connsiteY194" fmla="*/ 229116 h 4999978"/>
              <a:gd name="connsiteX195" fmla="*/ 2171100 w 12192000"/>
              <a:gd name="connsiteY195" fmla="*/ 232389 h 4999978"/>
              <a:gd name="connsiteX196" fmla="*/ 2209148 w 12192000"/>
              <a:gd name="connsiteY196" fmla="*/ 209225 h 4999978"/>
              <a:gd name="connsiteX197" fmla="*/ 2261889 w 12192000"/>
              <a:gd name="connsiteY197" fmla="*/ 205532 h 4999978"/>
              <a:gd name="connsiteX198" fmla="*/ 2452315 w 12192000"/>
              <a:gd name="connsiteY198" fmla="*/ 152899 h 4999978"/>
              <a:gd name="connsiteX199" fmla="*/ 2495330 w 12192000"/>
              <a:gd name="connsiteY199" fmla="*/ 142101 h 4999978"/>
              <a:gd name="connsiteX200" fmla="*/ 2665623 w 12192000"/>
              <a:gd name="connsiteY200" fmla="*/ 96394 h 4999978"/>
              <a:gd name="connsiteX201" fmla="*/ 2763332 w 12192000"/>
              <a:gd name="connsiteY201" fmla="*/ 74831 h 4999978"/>
              <a:gd name="connsiteX202" fmla="*/ 2843870 w 12192000"/>
              <a:gd name="connsiteY202" fmla="*/ 47507 h 4999978"/>
              <a:gd name="connsiteX203" fmla="*/ 2862745 w 12192000"/>
              <a:gd name="connsiteY203" fmla="*/ 43242 h 4999978"/>
              <a:gd name="connsiteX204" fmla="*/ 2864596 w 12192000"/>
              <a:gd name="connsiteY204" fmla="*/ 39218 h 4999978"/>
              <a:gd name="connsiteX205" fmla="*/ 2875381 w 12192000"/>
              <a:gd name="connsiteY205" fmla="*/ 35003 h 4999978"/>
              <a:gd name="connsiteX206" fmla="*/ 2895139 w 12192000"/>
              <a:gd name="connsiteY206" fmla="*/ 24186 h 4999978"/>
              <a:gd name="connsiteX207" fmla="*/ 2932205 w 12192000"/>
              <a:gd name="connsiteY207" fmla="*/ 11873 h 4999978"/>
              <a:gd name="connsiteX208" fmla="*/ 2933310 w 12192000"/>
              <a:gd name="connsiteY208" fmla="*/ 12816 h 4999978"/>
              <a:gd name="connsiteX209" fmla="*/ 2945218 w 12192000"/>
              <a:gd name="connsiteY209" fmla="*/ 14141 h 4999978"/>
              <a:gd name="connsiteX210" fmla="*/ 3016048 w 12192000"/>
              <a:gd name="connsiteY210" fmla="*/ 12381 h 4999978"/>
              <a:gd name="connsiteX211" fmla="*/ 3057077 w 12192000"/>
              <a:gd name="connsiteY211" fmla="*/ 14845 h 4999978"/>
              <a:gd name="connsiteX212" fmla="*/ 3148105 w 12192000"/>
              <a:gd name="connsiteY212" fmla="*/ 30648 h 4999978"/>
              <a:gd name="connsiteX213" fmla="*/ 3251671 w 12192000"/>
              <a:gd name="connsiteY213" fmla="*/ 31575 h 4999978"/>
              <a:gd name="connsiteX214" fmla="*/ 3351400 w 12192000"/>
              <a:gd name="connsiteY214" fmla="*/ 32687 h 4999978"/>
              <a:gd name="connsiteX215" fmla="*/ 3387481 w 12192000"/>
              <a:gd name="connsiteY215" fmla="*/ 31443 h 4999978"/>
              <a:gd name="connsiteX216" fmla="*/ 3451923 w 12192000"/>
              <a:gd name="connsiteY216" fmla="*/ 36482 h 4999978"/>
              <a:gd name="connsiteX217" fmla="*/ 3481520 w 12192000"/>
              <a:gd name="connsiteY217" fmla="*/ 43287 h 4999978"/>
              <a:gd name="connsiteX218" fmla="*/ 3482804 w 12192000"/>
              <a:gd name="connsiteY218" fmla="*/ 42812 h 4999978"/>
              <a:gd name="connsiteX219" fmla="*/ 3485495 w 12192000"/>
              <a:gd name="connsiteY219" fmla="*/ 45921 h 4999978"/>
              <a:gd name="connsiteX220" fmla="*/ 3490972 w 12192000"/>
              <a:gd name="connsiteY220" fmla="*/ 47286 h 4999978"/>
              <a:gd name="connsiteX221" fmla="*/ 3505835 w 12192000"/>
              <a:gd name="connsiteY221" fmla="*/ 46077 h 4999978"/>
              <a:gd name="connsiteX222" fmla="*/ 3511410 w 12192000"/>
              <a:gd name="connsiteY222" fmla="*/ 44808 h 4999978"/>
              <a:gd name="connsiteX223" fmla="*/ 3519598 w 12192000"/>
              <a:gd name="connsiteY223" fmla="*/ 44683 h 4999978"/>
              <a:gd name="connsiteX224" fmla="*/ 3519807 w 12192000"/>
              <a:gd name="connsiteY224" fmla="*/ 44938 h 4999978"/>
              <a:gd name="connsiteX225" fmla="*/ 3527466 w 12192000"/>
              <a:gd name="connsiteY225" fmla="*/ 44316 h 4999978"/>
              <a:gd name="connsiteX226" fmla="*/ 3564889 w 12192000"/>
              <a:gd name="connsiteY226" fmla="*/ 57394 h 4999978"/>
              <a:gd name="connsiteX227" fmla="*/ 3614922 w 12192000"/>
              <a:gd name="connsiteY227" fmla="*/ 61804 h 4999978"/>
              <a:gd name="connsiteX228" fmla="*/ 3635506 w 12192000"/>
              <a:gd name="connsiteY228" fmla="*/ 65718 h 4999978"/>
              <a:gd name="connsiteX229" fmla="*/ 3646525 w 12192000"/>
              <a:gd name="connsiteY229" fmla="*/ 69193 h 4999978"/>
              <a:gd name="connsiteX230" fmla="*/ 3647224 w 12192000"/>
              <a:gd name="connsiteY230" fmla="*/ 70303 h 4999978"/>
              <a:gd name="connsiteX231" fmla="*/ 3683100 w 12192000"/>
              <a:gd name="connsiteY231" fmla="*/ 64109 h 4999978"/>
              <a:gd name="connsiteX232" fmla="*/ 3687901 w 12192000"/>
              <a:gd name="connsiteY232" fmla="*/ 65372 h 4999978"/>
              <a:gd name="connsiteX233" fmla="*/ 3711234 w 12192000"/>
              <a:gd name="connsiteY233" fmla="*/ 58665 h 4999978"/>
              <a:gd name="connsiteX234" fmla="*/ 3723318 w 12192000"/>
              <a:gd name="connsiteY234" fmla="*/ 56625 h 4999978"/>
              <a:gd name="connsiteX235" fmla="*/ 3726677 w 12192000"/>
              <a:gd name="connsiteY235" fmla="*/ 53112 h 4999978"/>
              <a:gd name="connsiteX236" fmla="*/ 3744535 w 12192000"/>
              <a:gd name="connsiteY236" fmla="*/ 51590 h 4999978"/>
              <a:gd name="connsiteX237" fmla="*/ 3746608 w 12192000"/>
              <a:gd name="connsiteY237" fmla="*/ 52522 h 4999978"/>
              <a:gd name="connsiteX238" fmla="*/ 3761262 w 12192000"/>
              <a:gd name="connsiteY238" fmla="*/ 47147 h 4999978"/>
              <a:gd name="connsiteX239" fmla="*/ 3803931 w 12192000"/>
              <a:gd name="connsiteY239" fmla="*/ 49309 h 4999978"/>
              <a:gd name="connsiteX240" fmla="*/ 3925626 w 12192000"/>
              <a:gd name="connsiteY240" fmla="*/ 40301 h 4999978"/>
              <a:gd name="connsiteX241" fmla="*/ 4033324 w 12192000"/>
              <a:gd name="connsiteY241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83267 w 12192000"/>
              <a:gd name="connsiteY41" fmla="*/ 199617 h 4999978"/>
              <a:gd name="connsiteX42" fmla="*/ 5492371 w 12192000"/>
              <a:gd name="connsiteY42" fmla="*/ 230923 h 4999978"/>
              <a:gd name="connsiteX43" fmla="*/ 5640913 w 12192000"/>
              <a:gd name="connsiteY43" fmla="*/ 239810 h 4999978"/>
              <a:gd name="connsiteX44" fmla="*/ 5877770 w 12192000"/>
              <a:gd name="connsiteY44" fmla="*/ 283747 h 4999978"/>
              <a:gd name="connsiteX45" fmla="*/ 5989615 w 12192000"/>
              <a:gd name="connsiteY45" fmla="*/ 306445 h 4999978"/>
              <a:gd name="connsiteX46" fmla="*/ 5996857 w 12192000"/>
              <a:gd name="connsiteY46" fmla="*/ 310331 h 4999978"/>
              <a:gd name="connsiteX47" fmla="*/ 6037387 w 12192000"/>
              <a:gd name="connsiteY47" fmla="*/ 299308 h 4999978"/>
              <a:gd name="connsiteX48" fmla="*/ 6113074 w 12192000"/>
              <a:gd name="connsiteY48" fmla="*/ 312627 h 4999978"/>
              <a:gd name="connsiteX49" fmla="*/ 6280929 w 12192000"/>
              <a:gd name="connsiteY49" fmla="*/ 337226 h 4999978"/>
              <a:gd name="connsiteX50" fmla="*/ 6298665 w 12192000"/>
              <a:gd name="connsiteY50" fmla="*/ 329713 h 4999978"/>
              <a:gd name="connsiteX51" fmla="*/ 6317326 w 12192000"/>
              <a:gd name="connsiteY51" fmla="*/ 326576 h 4999978"/>
              <a:gd name="connsiteX52" fmla="*/ 6319212 w 12192000"/>
              <a:gd name="connsiteY52" fmla="*/ 327786 h 4999978"/>
              <a:gd name="connsiteX53" fmla="*/ 6339724 w 12192000"/>
              <a:gd name="connsiteY53" fmla="*/ 328880 h 4999978"/>
              <a:gd name="connsiteX54" fmla="*/ 6345010 w 12192000"/>
              <a:gd name="connsiteY54" fmla="*/ 325930 h 4999978"/>
              <a:gd name="connsiteX55" fmla="*/ 6359332 w 12192000"/>
              <a:gd name="connsiteY55" fmla="*/ 325681 h 4999978"/>
              <a:gd name="connsiteX56" fmla="*/ 6388220 w 12192000"/>
              <a:gd name="connsiteY56" fmla="*/ 322496 h 4999978"/>
              <a:gd name="connsiteX57" fmla="*/ 6392994 w 12192000"/>
              <a:gd name="connsiteY57" fmla="*/ 324426 h 4999978"/>
              <a:gd name="connsiteX58" fmla="*/ 6435581 w 12192000"/>
              <a:gd name="connsiteY58" fmla="*/ 323557 h 4999978"/>
              <a:gd name="connsiteX59" fmla="*/ 6435870 w 12192000"/>
              <a:gd name="connsiteY59" fmla="*/ 324745 h 4999978"/>
              <a:gd name="connsiteX60" fmla="*/ 6446571 w 12192000"/>
              <a:gd name="connsiteY60" fmla="*/ 329739 h 4999978"/>
              <a:gd name="connsiteX61" fmla="*/ 6467701 w 12192000"/>
              <a:gd name="connsiteY61" fmla="*/ 336547 h 4999978"/>
              <a:gd name="connsiteX62" fmla="*/ 6512727 w 12192000"/>
              <a:gd name="connsiteY62" fmla="*/ 367087 h 4999978"/>
              <a:gd name="connsiteX63" fmla="*/ 6557094 w 12192000"/>
              <a:gd name="connsiteY63" fmla="*/ 366314 h 4999978"/>
              <a:gd name="connsiteX64" fmla="*/ 6565879 w 12192000"/>
              <a:gd name="connsiteY64" fmla="*/ 366812 h 4999978"/>
              <a:gd name="connsiteX65" fmla="*/ 6565997 w 12192000"/>
              <a:gd name="connsiteY65" fmla="*/ 367092 h 4999978"/>
              <a:gd name="connsiteX66" fmla="*/ 6575147 w 12192000"/>
              <a:gd name="connsiteY66" fmla="*/ 368156 h 4999978"/>
              <a:gd name="connsiteX67" fmla="*/ 6581899 w 12192000"/>
              <a:gd name="connsiteY67" fmla="*/ 367720 h 4999978"/>
              <a:gd name="connsiteX68" fmla="*/ 6598943 w 12192000"/>
              <a:gd name="connsiteY68" fmla="*/ 368688 h 4999978"/>
              <a:gd name="connsiteX69" fmla="*/ 6604421 w 12192000"/>
              <a:gd name="connsiteY69" fmla="*/ 370815 h 4999978"/>
              <a:gd name="connsiteX70" fmla="*/ 6606035 w 12192000"/>
              <a:gd name="connsiteY70" fmla="*/ 374247 h 4999978"/>
              <a:gd name="connsiteX71" fmla="*/ 6607669 w 12192000"/>
              <a:gd name="connsiteY71" fmla="*/ 373968 h 4999978"/>
              <a:gd name="connsiteX72" fmla="*/ 6637532 w 12192000"/>
              <a:gd name="connsiteY72" fmla="*/ 384907 h 4999978"/>
              <a:gd name="connsiteX73" fmla="*/ 6706880 w 12192000"/>
              <a:gd name="connsiteY73" fmla="*/ 399163 h 4999978"/>
              <a:gd name="connsiteX74" fmla="*/ 6747500 w 12192000"/>
              <a:gd name="connsiteY74" fmla="*/ 403168 h 4999978"/>
              <a:gd name="connsiteX75" fmla="*/ 6857783 w 12192000"/>
              <a:gd name="connsiteY75" fmla="*/ 418687 h 4999978"/>
              <a:gd name="connsiteX76" fmla="*/ 6926954 w 12192000"/>
              <a:gd name="connsiteY76" fmla="*/ 416162 h 4999978"/>
              <a:gd name="connsiteX77" fmla="*/ 6990389 w 12192000"/>
              <a:gd name="connsiteY77" fmla="*/ 425060 h 4999978"/>
              <a:gd name="connsiteX78" fmla="*/ 7041715 w 12192000"/>
              <a:gd name="connsiteY78" fmla="*/ 465902 h 4999978"/>
              <a:gd name="connsiteX79" fmla="*/ 7048103 w 12192000"/>
              <a:gd name="connsiteY79" fmla="*/ 464392 h 4999978"/>
              <a:gd name="connsiteX80" fmla="*/ 7057490 w 12192000"/>
              <a:gd name="connsiteY80" fmla="*/ 463917 h 4999978"/>
              <a:gd name="connsiteX81" fmla="*/ 7057730 w 12192000"/>
              <a:gd name="connsiteY81" fmla="*/ 464165 h 4999978"/>
              <a:gd name="connsiteX82" fmla="*/ 7066511 w 12192000"/>
              <a:gd name="connsiteY82" fmla="*/ 463214 h 4999978"/>
              <a:gd name="connsiteX83" fmla="*/ 7109401 w 12192000"/>
              <a:gd name="connsiteY83" fmla="*/ 455268 h 4999978"/>
              <a:gd name="connsiteX84" fmla="*/ 7166830 w 12192000"/>
              <a:gd name="connsiteY84" fmla="*/ 477037 h 4999978"/>
              <a:gd name="connsiteX85" fmla="*/ 7190442 w 12192000"/>
              <a:gd name="connsiteY85" fmla="*/ 480090 h 4999978"/>
              <a:gd name="connsiteX86" fmla="*/ 7203083 w 12192000"/>
              <a:gd name="connsiteY86" fmla="*/ 483106 h 4999978"/>
              <a:gd name="connsiteX87" fmla="*/ 7203894 w 12192000"/>
              <a:gd name="connsiteY87" fmla="*/ 484190 h 4999978"/>
              <a:gd name="connsiteX88" fmla="*/ 7245004 w 12192000"/>
              <a:gd name="connsiteY88" fmla="*/ 476444 h 4999978"/>
              <a:gd name="connsiteX89" fmla="*/ 7250514 w 12192000"/>
              <a:gd name="connsiteY89" fmla="*/ 477506 h 4999978"/>
              <a:gd name="connsiteX90" fmla="*/ 7277246 w 12192000"/>
              <a:gd name="connsiteY90" fmla="*/ 469782 h 4999978"/>
              <a:gd name="connsiteX91" fmla="*/ 7291092 w 12192000"/>
              <a:gd name="connsiteY91" fmla="*/ 467217 h 4999978"/>
              <a:gd name="connsiteX92" fmla="*/ 7294933 w 12192000"/>
              <a:gd name="connsiteY92" fmla="*/ 463549 h 4999978"/>
              <a:gd name="connsiteX93" fmla="*/ 7315408 w 12192000"/>
              <a:gd name="connsiteY93" fmla="*/ 461260 h 4999978"/>
              <a:gd name="connsiteX94" fmla="*/ 7317786 w 12192000"/>
              <a:gd name="connsiteY94" fmla="*/ 462106 h 4999978"/>
              <a:gd name="connsiteX95" fmla="*/ 7334572 w 12192000"/>
              <a:gd name="connsiteY95" fmla="*/ 456088 h 4999978"/>
              <a:gd name="connsiteX96" fmla="*/ 7375190 w 12192000"/>
              <a:gd name="connsiteY96" fmla="*/ 449931 h 4999978"/>
              <a:gd name="connsiteX97" fmla="*/ 7522997 w 12192000"/>
              <a:gd name="connsiteY97" fmla="*/ 442209 h 4999978"/>
              <a:gd name="connsiteX98" fmla="*/ 7686985 w 12192000"/>
              <a:gd name="connsiteY98" fmla="*/ 419805 h 4999978"/>
              <a:gd name="connsiteX99" fmla="*/ 7854068 w 12192000"/>
              <a:gd name="connsiteY99" fmla="*/ 409774 h 4999978"/>
              <a:gd name="connsiteX100" fmla="*/ 8034165 w 12192000"/>
              <a:gd name="connsiteY100" fmla="*/ 391699 h 4999978"/>
              <a:gd name="connsiteX101" fmla="*/ 8094381 w 12192000"/>
              <a:gd name="connsiteY101" fmla="*/ 395718 h 4999978"/>
              <a:gd name="connsiteX102" fmla="*/ 8146898 w 12192000"/>
              <a:gd name="connsiteY102" fmla="*/ 378558 h 4999978"/>
              <a:gd name="connsiteX103" fmla="*/ 8168993 w 12192000"/>
              <a:gd name="connsiteY103" fmla="*/ 384830 h 4999978"/>
              <a:gd name="connsiteX104" fmla="*/ 8172809 w 12192000"/>
              <a:gd name="connsiteY104" fmla="*/ 386137 h 4999978"/>
              <a:gd name="connsiteX105" fmla="*/ 8187962 w 12192000"/>
              <a:gd name="connsiteY105" fmla="*/ 386433 h 4999978"/>
              <a:gd name="connsiteX106" fmla="*/ 8192382 w 12192000"/>
              <a:gd name="connsiteY106" fmla="*/ 392692 h 4999978"/>
              <a:gd name="connsiteX107" fmla="*/ 8375192 w 12192000"/>
              <a:gd name="connsiteY107" fmla="*/ 383879 h 4999978"/>
              <a:gd name="connsiteX108" fmla="*/ 8454377 w 12192000"/>
              <a:gd name="connsiteY108" fmla="*/ 380331 h 4999978"/>
              <a:gd name="connsiteX109" fmla="*/ 8484740 w 12192000"/>
              <a:gd name="connsiteY109" fmla="*/ 385159 h 4999978"/>
              <a:gd name="connsiteX110" fmla="*/ 8601673 w 12192000"/>
              <a:gd name="connsiteY110" fmla="*/ 397101 h 4999978"/>
              <a:gd name="connsiteX111" fmla="*/ 8701676 w 12192000"/>
              <a:gd name="connsiteY111" fmla="*/ 401351 h 4999978"/>
              <a:gd name="connsiteX112" fmla="*/ 8773288 w 12192000"/>
              <a:gd name="connsiteY112" fmla="*/ 378077 h 4999978"/>
              <a:gd name="connsiteX113" fmla="*/ 8779909 w 12192000"/>
              <a:gd name="connsiteY113" fmla="*/ 382446 h 4999978"/>
              <a:gd name="connsiteX114" fmla="*/ 8829932 w 12192000"/>
              <a:gd name="connsiteY114" fmla="*/ 379243 h 4999978"/>
              <a:gd name="connsiteX115" fmla="*/ 9003386 w 12192000"/>
              <a:gd name="connsiteY115" fmla="*/ 336242 h 4999978"/>
              <a:gd name="connsiteX116" fmla="*/ 9101185 w 12192000"/>
              <a:gd name="connsiteY116" fmla="*/ 330862 h 4999978"/>
              <a:gd name="connsiteX117" fmla="*/ 9136185 w 12192000"/>
              <a:gd name="connsiteY117" fmla="*/ 334078 h 4999978"/>
              <a:gd name="connsiteX118" fmla="*/ 9194801 w 12192000"/>
              <a:gd name="connsiteY118" fmla="*/ 339149 h 4999978"/>
              <a:gd name="connsiteX119" fmla="*/ 9239316 w 12192000"/>
              <a:gd name="connsiteY119" fmla="*/ 355558 h 4999978"/>
              <a:gd name="connsiteX120" fmla="*/ 9288052 w 12192000"/>
              <a:gd name="connsiteY120" fmla="*/ 354796 h 4999978"/>
              <a:gd name="connsiteX121" fmla="*/ 9298465 w 12192000"/>
              <a:gd name="connsiteY121" fmla="*/ 338296 h 4999978"/>
              <a:gd name="connsiteX122" fmla="*/ 9350892 w 12192000"/>
              <a:gd name="connsiteY122" fmla="*/ 342778 h 4999978"/>
              <a:gd name="connsiteX123" fmla="*/ 9430522 w 12192000"/>
              <a:gd name="connsiteY123" fmla="*/ 351368 h 4999978"/>
              <a:gd name="connsiteX124" fmla="*/ 9476215 w 12192000"/>
              <a:gd name="connsiteY124" fmla="*/ 352107 h 4999978"/>
              <a:gd name="connsiteX125" fmla="*/ 9601276 w 12192000"/>
              <a:gd name="connsiteY125" fmla="*/ 358704 h 4999978"/>
              <a:gd name="connsiteX126" fmla="*/ 9771664 w 12192000"/>
              <a:gd name="connsiteY126" fmla="*/ 375074 h 4999978"/>
              <a:gd name="connsiteX127" fmla="*/ 9905153 w 12192000"/>
              <a:gd name="connsiteY127" fmla="*/ 400650 h 4999978"/>
              <a:gd name="connsiteX128" fmla="*/ 9922553 w 12192000"/>
              <a:gd name="connsiteY128" fmla="*/ 404569 h 4999978"/>
              <a:gd name="connsiteX129" fmla="*/ 10044658 w 12192000"/>
              <a:gd name="connsiteY129" fmla="*/ 418077 h 4999978"/>
              <a:gd name="connsiteX130" fmla="*/ 10184585 w 12192000"/>
              <a:gd name="connsiteY130" fmla="*/ 407138 h 4999978"/>
              <a:gd name="connsiteX131" fmla="*/ 10366435 w 12192000"/>
              <a:gd name="connsiteY131" fmla="*/ 462428 h 4999978"/>
              <a:gd name="connsiteX132" fmla="*/ 10688220 w 12192000"/>
              <a:gd name="connsiteY132" fmla="*/ 542258 h 4999978"/>
              <a:gd name="connsiteX133" fmla="*/ 11026690 w 12192000"/>
              <a:gd name="connsiteY133" fmla="*/ 550681 h 4999978"/>
              <a:gd name="connsiteX134" fmla="*/ 11113779 w 12192000"/>
              <a:gd name="connsiteY134" fmla="*/ 533868 h 4999978"/>
              <a:gd name="connsiteX135" fmla="*/ 11369556 w 12192000"/>
              <a:gd name="connsiteY135" fmla="*/ 491719 h 4999978"/>
              <a:gd name="connsiteX136" fmla="*/ 11623342 w 12192000"/>
              <a:gd name="connsiteY136" fmla="*/ 388428 h 4999978"/>
              <a:gd name="connsiteX137" fmla="*/ 11786511 w 12192000"/>
              <a:gd name="connsiteY137" fmla="*/ 358390 h 4999978"/>
              <a:gd name="connsiteX138" fmla="*/ 11862577 w 12192000"/>
              <a:gd name="connsiteY138" fmla="*/ 330549 h 4999978"/>
              <a:gd name="connsiteX139" fmla="*/ 11916612 w 12192000"/>
              <a:gd name="connsiteY139" fmla="*/ 323810 h 4999978"/>
              <a:gd name="connsiteX140" fmla="*/ 11948830 w 12192000"/>
              <a:gd name="connsiteY140" fmla="*/ 318062 h 4999978"/>
              <a:gd name="connsiteX141" fmla="*/ 12001583 w 12192000"/>
              <a:gd name="connsiteY141" fmla="*/ 279643 h 4999978"/>
              <a:gd name="connsiteX142" fmla="*/ 12174977 w 12192000"/>
              <a:gd name="connsiteY142" fmla="*/ 264652 h 4999978"/>
              <a:gd name="connsiteX143" fmla="*/ 12192000 w 12192000"/>
              <a:gd name="connsiteY143" fmla="*/ 256549 h 4999978"/>
              <a:gd name="connsiteX144" fmla="*/ 12192000 w 12192000"/>
              <a:gd name="connsiteY144" fmla="*/ 4999978 h 4999978"/>
              <a:gd name="connsiteX145" fmla="*/ 0 w 12192000"/>
              <a:gd name="connsiteY145" fmla="*/ 4999978 h 4999978"/>
              <a:gd name="connsiteX146" fmla="*/ 0 w 12192000"/>
              <a:gd name="connsiteY146" fmla="*/ 617449 h 4999978"/>
              <a:gd name="connsiteX147" fmla="*/ 11075 w 12192000"/>
              <a:gd name="connsiteY147" fmla="*/ 615178 h 4999978"/>
              <a:gd name="connsiteX148" fmla="*/ 44061 w 12192000"/>
              <a:gd name="connsiteY148" fmla="*/ 608596 h 4999978"/>
              <a:gd name="connsiteX149" fmla="*/ 170342 w 12192000"/>
              <a:gd name="connsiteY149" fmla="*/ 551077 h 4999978"/>
              <a:gd name="connsiteX150" fmla="*/ 168955 w 12192000"/>
              <a:gd name="connsiteY150" fmla="*/ 542164 h 4999978"/>
              <a:gd name="connsiteX151" fmla="*/ 181474 w 12192000"/>
              <a:gd name="connsiteY151" fmla="*/ 541281 h 4999978"/>
              <a:gd name="connsiteX152" fmla="*/ 209440 w 12192000"/>
              <a:gd name="connsiteY152" fmla="*/ 540561 h 4999978"/>
              <a:gd name="connsiteX153" fmla="*/ 293152 w 12192000"/>
              <a:gd name="connsiteY153" fmla="*/ 536576 h 4999978"/>
              <a:gd name="connsiteX154" fmla="*/ 315693 w 12192000"/>
              <a:gd name="connsiteY154" fmla="*/ 519030 h 4999978"/>
              <a:gd name="connsiteX155" fmla="*/ 337305 w 12192000"/>
              <a:gd name="connsiteY155" fmla="*/ 518372 h 4999978"/>
              <a:gd name="connsiteX156" fmla="*/ 462252 w 12192000"/>
              <a:gd name="connsiteY156" fmla="*/ 493151 h 4999978"/>
              <a:gd name="connsiteX157" fmla="*/ 479457 w 12192000"/>
              <a:gd name="connsiteY157" fmla="*/ 491123 h 4999978"/>
              <a:gd name="connsiteX158" fmla="*/ 488653 w 12192000"/>
              <a:gd name="connsiteY158" fmla="*/ 483257 h 4999978"/>
              <a:gd name="connsiteX159" fmla="*/ 522053 w 12192000"/>
              <a:gd name="connsiteY159" fmla="*/ 481125 h 4999978"/>
              <a:gd name="connsiteX160" fmla="*/ 523520 w 12192000"/>
              <a:gd name="connsiteY160" fmla="*/ 476713 h 4999978"/>
              <a:gd name="connsiteX161" fmla="*/ 632714 w 12192000"/>
              <a:gd name="connsiteY161" fmla="*/ 437101 h 4999978"/>
              <a:gd name="connsiteX162" fmla="*/ 651426 w 12192000"/>
              <a:gd name="connsiteY162" fmla="*/ 430544 h 4999978"/>
              <a:gd name="connsiteX163" fmla="*/ 667724 w 12192000"/>
              <a:gd name="connsiteY163" fmla="*/ 432138 h 4999978"/>
              <a:gd name="connsiteX164" fmla="*/ 757679 w 12192000"/>
              <a:gd name="connsiteY164" fmla="*/ 425145 h 4999978"/>
              <a:gd name="connsiteX165" fmla="*/ 779159 w 12192000"/>
              <a:gd name="connsiteY165" fmla="*/ 428059 h 4999978"/>
              <a:gd name="connsiteX166" fmla="*/ 788293 w 12192000"/>
              <a:gd name="connsiteY166" fmla="*/ 434863 h 4999978"/>
              <a:gd name="connsiteX167" fmla="*/ 822923 w 12192000"/>
              <a:gd name="connsiteY167" fmla="*/ 421074 h 4999978"/>
              <a:gd name="connsiteX168" fmla="*/ 876559 w 12192000"/>
              <a:gd name="connsiteY168" fmla="*/ 411088 h 4999978"/>
              <a:gd name="connsiteX169" fmla="*/ 902011 w 12192000"/>
              <a:gd name="connsiteY169" fmla="*/ 404118 h 4999978"/>
              <a:gd name="connsiteX170" fmla="*/ 922715 w 12192000"/>
              <a:gd name="connsiteY170" fmla="*/ 407699 h 4999978"/>
              <a:gd name="connsiteX171" fmla="*/ 1040139 w 12192000"/>
              <a:gd name="connsiteY171" fmla="*/ 406590 h 4999978"/>
              <a:gd name="connsiteX172" fmla="*/ 1067251 w 12192000"/>
              <a:gd name="connsiteY172" fmla="*/ 412384 h 4999978"/>
              <a:gd name="connsiteX173" fmla="*/ 1080272 w 12192000"/>
              <a:gd name="connsiteY173" fmla="*/ 424669 h 4999978"/>
              <a:gd name="connsiteX174" fmla="*/ 1090219 w 12192000"/>
              <a:gd name="connsiteY174" fmla="*/ 420026 h 4999978"/>
              <a:gd name="connsiteX175" fmla="*/ 1161226 w 12192000"/>
              <a:gd name="connsiteY175" fmla="*/ 418304 h 4999978"/>
              <a:gd name="connsiteX176" fmla="*/ 1207525 w 12192000"/>
              <a:gd name="connsiteY176" fmla="*/ 416039 h 4999978"/>
              <a:gd name="connsiteX177" fmla="*/ 1295331 w 12192000"/>
              <a:gd name="connsiteY177" fmla="*/ 402182 h 4999978"/>
              <a:gd name="connsiteX178" fmla="*/ 1347118 w 12192000"/>
              <a:gd name="connsiteY178" fmla="*/ 399704 h 4999978"/>
              <a:gd name="connsiteX179" fmla="*/ 1378108 w 12192000"/>
              <a:gd name="connsiteY179" fmla="*/ 398410 h 4999978"/>
              <a:gd name="connsiteX180" fmla="*/ 1459192 w 12192000"/>
              <a:gd name="connsiteY180" fmla="*/ 380919 h 4999978"/>
              <a:gd name="connsiteX181" fmla="*/ 1590120 w 12192000"/>
              <a:gd name="connsiteY181" fmla="*/ 317608 h 4999978"/>
              <a:gd name="connsiteX182" fmla="*/ 1631417 w 12192000"/>
              <a:gd name="connsiteY182" fmla="*/ 308227 h 4999978"/>
              <a:gd name="connsiteX183" fmla="*/ 1695877 w 12192000"/>
              <a:gd name="connsiteY183" fmla="*/ 303848 h 4999978"/>
              <a:gd name="connsiteX184" fmla="*/ 1844438 w 12192000"/>
              <a:gd name="connsiteY184" fmla="*/ 271304 h 4999978"/>
              <a:gd name="connsiteX185" fmla="*/ 1881324 w 12192000"/>
              <a:gd name="connsiteY185" fmla="*/ 268497 h 4999978"/>
              <a:gd name="connsiteX186" fmla="*/ 1908999 w 12192000"/>
              <a:gd name="connsiteY186" fmla="*/ 269338 h 4999978"/>
              <a:gd name="connsiteX187" fmla="*/ 1974956 w 12192000"/>
              <a:gd name="connsiteY187" fmla="*/ 255958 h 4999978"/>
              <a:gd name="connsiteX188" fmla="*/ 2082409 w 12192000"/>
              <a:gd name="connsiteY188" fmla="*/ 227290 h 4999978"/>
              <a:gd name="connsiteX189" fmla="*/ 2105639 w 12192000"/>
              <a:gd name="connsiteY189" fmla="*/ 222648 h 4999978"/>
              <a:gd name="connsiteX190" fmla="*/ 2126992 w 12192000"/>
              <a:gd name="connsiteY190" fmla="*/ 224468 h 4999978"/>
              <a:gd name="connsiteX191" fmla="*/ 2133154 w 12192000"/>
              <a:gd name="connsiteY191" fmla="*/ 229952 h 4999978"/>
              <a:gd name="connsiteX192" fmla="*/ 2146154 w 12192000"/>
              <a:gd name="connsiteY192" fmla="*/ 228332 h 4999978"/>
              <a:gd name="connsiteX193" fmla="*/ 2149901 w 12192000"/>
              <a:gd name="connsiteY193" fmla="*/ 229116 h 4999978"/>
              <a:gd name="connsiteX194" fmla="*/ 2171100 w 12192000"/>
              <a:gd name="connsiteY194" fmla="*/ 232389 h 4999978"/>
              <a:gd name="connsiteX195" fmla="*/ 2209148 w 12192000"/>
              <a:gd name="connsiteY195" fmla="*/ 209225 h 4999978"/>
              <a:gd name="connsiteX196" fmla="*/ 2261889 w 12192000"/>
              <a:gd name="connsiteY196" fmla="*/ 205532 h 4999978"/>
              <a:gd name="connsiteX197" fmla="*/ 2452315 w 12192000"/>
              <a:gd name="connsiteY197" fmla="*/ 152899 h 4999978"/>
              <a:gd name="connsiteX198" fmla="*/ 2495330 w 12192000"/>
              <a:gd name="connsiteY198" fmla="*/ 142101 h 4999978"/>
              <a:gd name="connsiteX199" fmla="*/ 2665623 w 12192000"/>
              <a:gd name="connsiteY199" fmla="*/ 96394 h 4999978"/>
              <a:gd name="connsiteX200" fmla="*/ 2763332 w 12192000"/>
              <a:gd name="connsiteY200" fmla="*/ 74831 h 4999978"/>
              <a:gd name="connsiteX201" fmla="*/ 2843870 w 12192000"/>
              <a:gd name="connsiteY201" fmla="*/ 47507 h 4999978"/>
              <a:gd name="connsiteX202" fmla="*/ 2862745 w 12192000"/>
              <a:gd name="connsiteY202" fmla="*/ 43242 h 4999978"/>
              <a:gd name="connsiteX203" fmla="*/ 2864596 w 12192000"/>
              <a:gd name="connsiteY203" fmla="*/ 39218 h 4999978"/>
              <a:gd name="connsiteX204" fmla="*/ 2875381 w 12192000"/>
              <a:gd name="connsiteY204" fmla="*/ 35003 h 4999978"/>
              <a:gd name="connsiteX205" fmla="*/ 2895139 w 12192000"/>
              <a:gd name="connsiteY205" fmla="*/ 24186 h 4999978"/>
              <a:gd name="connsiteX206" fmla="*/ 2932205 w 12192000"/>
              <a:gd name="connsiteY206" fmla="*/ 11873 h 4999978"/>
              <a:gd name="connsiteX207" fmla="*/ 2933310 w 12192000"/>
              <a:gd name="connsiteY207" fmla="*/ 12816 h 4999978"/>
              <a:gd name="connsiteX208" fmla="*/ 2945218 w 12192000"/>
              <a:gd name="connsiteY208" fmla="*/ 14141 h 4999978"/>
              <a:gd name="connsiteX209" fmla="*/ 3016048 w 12192000"/>
              <a:gd name="connsiteY209" fmla="*/ 12381 h 4999978"/>
              <a:gd name="connsiteX210" fmla="*/ 3057077 w 12192000"/>
              <a:gd name="connsiteY210" fmla="*/ 14845 h 4999978"/>
              <a:gd name="connsiteX211" fmla="*/ 3148105 w 12192000"/>
              <a:gd name="connsiteY211" fmla="*/ 30648 h 4999978"/>
              <a:gd name="connsiteX212" fmla="*/ 3251671 w 12192000"/>
              <a:gd name="connsiteY212" fmla="*/ 31575 h 4999978"/>
              <a:gd name="connsiteX213" fmla="*/ 3351400 w 12192000"/>
              <a:gd name="connsiteY213" fmla="*/ 32687 h 4999978"/>
              <a:gd name="connsiteX214" fmla="*/ 3387481 w 12192000"/>
              <a:gd name="connsiteY214" fmla="*/ 31443 h 4999978"/>
              <a:gd name="connsiteX215" fmla="*/ 3451923 w 12192000"/>
              <a:gd name="connsiteY215" fmla="*/ 36482 h 4999978"/>
              <a:gd name="connsiteX216" fmla="*/ 3481520 w 12192000"/>
              <a:gd name="connsiteY216" fmla="*/ 43287 h 4999978"/>
              <a:gd name="connsiteX217" fmla="*/ 3482804 w 12192000"/>
              <a:gd name="connsiteY217" fmla="*/ 42812 h 4999978"/>
              <a:gd name="connsiteX218" fmla="*/ 3485495 w 12192000"/>
              <a:gd name="connsiteY218" fmla="*/ 45921 h 4999978"/>
              <a:gd name="connsiteX219" fmla="*/ 3490972 w 12192000"/>
              <a:gd name="connsiteY219" fmla="*/ 47286 h 4999978"/>
              <a:gd name="connsiteX220" fmla="*/ 3505835 w 12192000"/>
              <a:gd name="connsiteY220" fmla="*/ 46077 h 4999978"/>
              <a:gd name="connsiteX221" fmla="*/ 3511410 w 12192000"/>
              <a:gd name="connsiteY221" fmla="*/ 44808 h 4999978"/>
              <a:gd name="connsiteX222" fmla="*/ 3519598 w 12192000"/>
              <a:gd name="connsiteY222" fmla="*/ 44683 h 4999978"/>
              <a:gd name="connsiteX223" fmla="*/ 3519807 w 12192000"/>
              <a:gd name="connsiteY223" fmla="*/ 44938 h 4999978"/>
              <a:gd name="connsiteX224" fmla="*/ 3527466 w 12192000"/>
              <a:gd name="connsiteY224" fmla="*/ 44316 h 4999978"/>
              <a:gd name="connsiteX225" fmla="*/ 3564889 w 12192000"/>
              <a:gd name="connsiteY225" fmla="*/ 57394 h 4999978"/>
              <a:gd name="connsiteX226" fmla="*/ 3614922 w 12192000"/>
              <a:gd name="connsiteY226" fmla="*/ 61804 h 4999978"/>
              <a:gd name="connsiteX227" fmla="*/ 3635506 w 12192000"/>
              <a:gd name="connsiteY227" fmla="*/ 65718 h 4999978"/>
              <a:gd name="connsiteX228" fmla="*/ 3646525 w 12192000"/>
              <a:gd name="connsiteY228" fmla="*/ 69193 h 4999978"/>
              <a:gd name="connsiteX229" fmla="*/ 3647224 w 12192000"/>
              <a:gd name="connsiteY229" fmla="*/ 70303 h 4999978"/>
              <a:gd name="connsiteX230" fmla="*/ 3683100 w 12192000"/>
              <a:gd name="connsiteY230" fmla="*/ 64109 h 4999978"/>
              <a:gd name="connsiteX231" fmla="*/ 3687901 w 12192000"/>
              <a:gd name="connsiteY231" fmla="*/ 65372 h 4999978"/>
              <a:gd name="connsiteX232" fmla="*/ 3711234 w 12192000"/>
              <a:gd name="connsiteY232" fmla="*/ 58665 h 4999978"/>
              <a:gd name="connsiteX233" fmla="*/ 3723318 w 12192000"/>
              <a:gd name="connsiteY233" fmla="*/ 56625 h 4999978"/>
              <a:gd name="connsiteX234" fmla="*/ 3726677 w 12192000"/>
              <a:gd name="connsiteY234" fmla="*/ 53112 h 4999978"/>
              <a:gd name="connsiteX235" fmla="*/ 3744535 w 12192000"/>
              <a:gd name="connsiteY235" fmla="*/ 51590 h 4999978"/>
              <a:gd name="connsiteX236" fmla="*/ 3746608 w 12192000"/>
              <a:gd name="connsiteY236" fmla="*/ 52522 h 4999978"/>
              <a:gd name="connsiteX237" fmla="*/ 3761262 w 12192000"/>
              <a:gd name="connsiteY237" fmla="*/ 47147 h 4999978"/>
              <a:gd name="connsiteX238" fmla="*/ 3803931 w 12192000"/>
              <a:gd name="connsiteY238" fmla="*/ 49309 h 4999978"/>
              <a:gd name="connsiteX239" fmla="*/ 3925626 w 12192000"/>
              <a:gd name="connsiteY239" fmla="*/ 40301 h 4999978"/>
              <a:gd name="connsiteX240" fmla="*/ 4033324 w 12192000"/>
              <a:gd name="connsiteY240" fmla="*/ 26451 h 49999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</a:cxnLst>
            <a:rect l="l" t="t" r="r" b="b"/>
            <a:pathLst>
              <a:path w="12192000" h="4999978">
                <a:moveTo>
                  <a:pt x="4033324" y="26451"/>
                </a:moveTo>
                <a:cubicBezTo>
                  <a:pt x="4068852" y="20039"/>
                  <a:pt x="4120375" y="24864"/>
                  <a:pt x="4138795" y="28995"/>
                </a:cubicBezTo>
                <a:cubicBezTo>
                  <a:pt x="4157457" y="25447"/>
                  <a:pt x="4207517" y="4465"/>
                  <a:pt x="4197186" y="16311"/>
                </a:cubicBezTo>
                <a:cubicBezTo>
                  <a:pt x="4253598" y="-9657"/>
                  <a:pt x="4307498" y="21402"/>
                  <a:pt x="4371550" y="8916"/>
                </a:cubicBezTo>
                <a:cubicBezTo>
                  <a:pt x="4407078" y="35696"/>
                  <a:pt x="4387627" y="10675"/>
                  <a:pt x="4424056" y="15151"/>
                </a:cubicBezTo>
                <a:cubicBezTo>
                  <a:pt x="4413661" y="-9905"/>
                  <a:pt x="4468424" y="28513"/>
                  <a:pt x="4469897" y="0"/>
                </a:cubicBezTo>
                <a:cubicBezTo>
                  <a:pt x="4476479" y="1717"/>
                  <a:pt x="4482810" y="4280"/>
                  <a:pt x="4489151" y="7067"/>
                </a:cubicBezTo>
                <a:lnTo>
                  <a:pt x="4492479" y="8512"/>
                </a:lnTo>
                <a:lnTo>
                  <a:pt x="4505693" y="9366"/>
                </a:lnTo>
                <a:lnTo>
                  <a:pt x="4509529" y="15767"/>
                </a:lnTo>
                <a:lnTo>
                  <a:pt x="4529499" y="21469"/>
                </a:lnTo>
                <a:cubicBezTo>
                  <a:pt x="4536963" y="22651"/>
                  <a:pt x="4544973" y="22811"/>
                  <a:pt x="4553795" y="21323"/>
                </a:cubicBezTo>
                <a:cubicBezTo>
                  <a:pt x="4575351" y="9646"/>
                  <a:pt x="4609487" y="22868"/>
                  <a:pt x="4640118" y="21481"/>
                </a:cubicBezTo>
                <a:lnTo>
                  <a:pt x="4654127" y="17734"/>
                </a:lnTo>
                <a:lnTo>
                  <a:pt x="4700168" y="22735"/>
                </a:lnTo>
                <a:cubicBezTo>
                  <a:pt x="4713264" y="23630"/>
                  <a:pt x="4726846" y="23979"/>
                  <a:pt x="4741127" y="23309"/>
                </a:cubicBezTo>
                <a:lnTo>
                  <a:pt x="4767598" y="20054"/>
                </a:lnTo>
                <a:lnTo>
                  <a:pt x="4774592" y="22231"/>
                </a:lnTo>
                <a:cubicBezTo>
                  <a:pt x="4786697" y="21758"/>
                  <a:pt x="4802577" y="13360"/>
                  <a:pt x="4801328" y="23236"/>
                </a:cubicBezTo>
                <a:lnTo>
                  <a:pt x="4814870" y="19579"/>
                </a:lnTo>
                <a:lnTo>
                  <a:pt x="4828440" y="27197"/>
                </a:lnTo>
                <a:cubicBezTo>
                  <a:pt x="4829942" y="28997"/>
                  <a:pt x="4831084" y="30920"/>
                  <a:pt x="4831826" y="32900"/>
                </a:cubicBezTo>
                <a:lnTo>
                  <a:pt x="4850785" y="29972"/>
                </a:lnTo>
                <a:lnTo>
                  <a:pt x="4866468" y="35321"/>
                </a:lnTo>
                <a:lnTo>
                  <a:pt x="4879983" y="31397"/>
                </a:lnTo>
                <a:lnTo>
                  <a:pt x="4885635" y="32124"/>
                </a:lnTo>
                <a:lnTo>
                  <a:pt x="4899698" y="34658"/>
                </a:lnTo>
                <a:cubicBezTo>
                  <a:pt x="4906918" y="36481"/>
                  <a:pt x="4915001" y="38690"/>
                  <a:pt x="4923986" y="40414"/>
                </a:cubicBezTo>
                <a:lnTo>
                  <a:pt x="4931544" y="41140"/>
                </a:lnTo>
                <a:lnTo>
                  <a:pt x="4948135" y="50311"/>
                </a:lnTo>
                <a:cubicBezTo>
                  <a:pt x="4960212" y="57252"/>
                  <a:pt x="4969702" y="61906"/>
                  <a:pt x="4980068" y="57834"/>
                </a:cubicBezTo>
                <a:cubicBezTo>
                  <a:pt x="4998023" y="66760"/>
                  <a:pt x="5010918" y="92451"/>
                  <a:pt x="5036541" y="85075"/>
                </a:cubicBezTo>
                <a:cubicBezTo>
                  <a:pt x="5028940" y="96955"/>
                  <a:pt x="5065159" y="85981"/>
                  <a:pt x="5069678" y="97961"/>
                </a:cubicBezTo>
                <a:cubicBezTo>
                  <a:pt x="5071842" y="107637"/>
                  <a:pt x="5083332" y="106564"/>
                  <a:pt x="5092160" y="109985"/>
                </a:cubicBezTo>
                <a:cubicBezTo>
                  <a:pt x="5098585" y="119790"/>
                  <a:pt x="5142841" y="128053"/>
                  <a:pt x="5158166" y="126350"/>
                </a:cubicBezTo>
                <a:cubicBezTo>
                  <a:pt x="5201256" y="115702"/>
                  <a:pt x="5236783" y="155004"/>
                  <a:pt x="5271252" y="147520"/>
                </a:cubicBezTo>
                <a:cubicBezTo>
                  <a:pt x="5280328" y="148294"/>
                  <a:pt x="5287877" y="150405"/>
                  <a:pt x="5294438" y="153338"/>
                </a:cubicBezTo>
                <a:lnTo>
                  <a:pt x="5310840" y="163551"/>
                </a:lnTo>
                <a:cubicBezTo>
                  <a:pt x="5311084" y="165856"/>
                  <a:pt x="5311328" y="168159"/>
                  <a:pt x="5311570" y="170463"/>
                </a:cubicBezTo>
                <a:lnTo>
                  <a:pt x="5323756" y="174500"/>
                </a:lnTo>
                <a:lnTo>
                  <a:pt x="5326259" y="176662"/>
                </a:lnTo>
                <a:cubicBezTo>
                  <a:pt x="5331024" y="180816"/>
                  <a:pt x="5377788" y="196401"/>
                  <a:pt x="5383267" y="199617"/>
                </a:cubicBezTo>
                <a:cubicBezTo>
                  <a:pt x="5410952" y="208660"/>
                  <a:pt x="5442445" y="222284"/>
                  <a:pt x="5492371" y="230923"/>
                </a:cubicBezTo>
                <a:cubicBezTo>
                  <a:pt x="5559037" y="234969"/>
                  <a:pt x="5575360" y="250215"/>
                  <a:pt x="5640913" y="239810"/>
                </a:cubicBezTo>
                <a:lnTo>
                  <a:pt x="5877770" y="283747"/>
                </a:lnTo>
                <a:cubicBezTo>
                  <a:pt x="5915819" y="295609"/>
                  <a:pt x="5955621" y="294617"/>
                  <a:pt x="5989615" y="306445"/>
                </a:cubicBezTo>
                <a:lnTo>
                  <a:pt x="5996857" y="310331"/>
                </a:lnTo>
                <a:lnTo>
                  <a:pt x="6037387" y="299308"/>
                </a:lnTo>
                <a:cubicBezTo>
                  <a:pt x="6073044" y="293289"/>
                  <a:pt x="6106738" y="295248"/>
                  <a:pt x="6113074" y="312627"/>
                </a:cubicBezTo>
                <a:cubicBezTo>
                  <a:pt x="6172518" y="323086"/>
                  <a:pt x="6233561" y="310428"/>
                  <a:pt x="6280929" y="337226"/>
                </a:cubicBezTo>
                <a:cubicBezTo>
                  <a:pt x="6286383" y="333837"/>
                  <a:pt x="6292357" y="331425"/>
                  <a:pt x="6298665" y="329713"/>
                </a:cubicBezTo>
                <a:lnTo>
                  <a:pt x="6317326" y="326576"/>
                </a:lnTo>
                <a:lnTo>
                  <a:pt x="6319212" y="327786"/>
                </a:lnTo>
                <a:cubicBezTo>
                  <a:pt x="6328393" y="330680"/>
                  <a:pt x="6334701" y="330467"/>
                  <a:pt x="6339724" y="328880"/>
                </a:cubicBezTo>
                <a:lnTo>
                  <a:pt x="6345010" y="325930"/>
                </a:lnTo>
                <a:lnTo>
                  <a:pt x="6359332" y="325681"/>
                </a:lnTo>
                <a:lnTo>
                  <a:pt x="6388220" y="322496"/>
                </a:lnTo>
                <a:lnTo>
                  <a:pt x="6392994" y="324426"/>
                </a:lnTo>
                <a:lnTo>
                  <a:pt x="6435581" y="323557"/>
                </a:lnTo>
                <a:cubicBezTo>
                  <a:pt x="6435677" y="323952"/>
                  <a:pt x="6435772" y="324349"/>
                  <a:pt x="6435870" y="324745"/>
                </a:cubicBezTo>
                <a:cubicBezTo>
                  <a:pt x="6437488" y="327387"/>
                  <a:pt x="6440513" y="329298"/>
                  <a:pt x="6446571" y="329739"/>
                </a:cubicBezTo>
                <a:cubicBezTo>
                  <a:pt x="6432902" y="346634"/>
                  <a:pt x="6448636" y="336743"/>
                  <a:pt x="6467701" y="336547"/>
                </a:cubicBezTo>
                <a:cubicBezTo>
                  <a:pt x="6450726" y="362746"/>
                  <a:pt x="6507518" y="351573"/>
                  <a:pt x="6512727" y="367087"/>
                </a:cubicBezTo>
                <a:cubicBezTo>
                  <a:pt x="6527112" y="366352"/>
                  <a:pt x="6542020" y="366053"/>
                  <a:pt x="6557094" y="366314"/>
                </a:cubicBezTo>
                <a:lnTo>
                  <a:pt x="6565879" y="366812"/>
                </a:lnTo>
                <a:cubicBezTo>
                  <a:pt x="6565919" y="366905"/>
                  <a:pt x="6565958" y="366998"/>
                  <a:pt x="6565997" y="367092"/>
                </a:cubicBezTo>
                <a:cubicBezTo>
                  <a:pt x="6567779" y="367776"/>
                  <a:pt x="6570621" y="368158"/>
                  <a:pt x="6575147" y="368156"/>
                </a:cubicBezTo>
                <a:lnTo>
                  <a:pt x="6581899" y="367720"/>
                </a:lnTo>
                <a:lnTo>
                  <a:pt x="6598943" y="368688"/>
                </a:lnTo>
                <a:lnTo>
                  <a:pt x="6604421" y="370815"/>
                </a:lnTo>
                <a:lnTo>
                  <a:pt x="6606035" y="374247"/>
                </a:lnTo>
                <a:lnTo>
                  <a:pt x="6607669" y="373968"/>
                </a:lnTo>
                <a:cubicBezTo>
                  <a:pt x="6620475" y="368913"/>
                  <a:pt x="6625312" y="360789"/>
                  <a:pt x="6637532" y="384907"/>
                </a:cubicBezTo>
                <a:cubicBezTo>
                  <a:pt x="6666345" y="377219"/>
                  <a:pt x="6669861" y="391673"/>
                  <a:pt x="6706880" y="399163"/>
                </a:cubicBezTo>
                <a:cubicBezTo>
                  <a:pt x="6723837" y="391250"/>
                  <a:pt x="6736071" y="395293"/>
                  <a:pt x="6747500" y="403168"/>
                </a:cubicBezTo>
                <a:cubicBezTo>
                  <a:pt x="6784745" y="401441"/>
                  <a:pt x="6816872" y="413543"/>
                  <a:pt x="6857783" y="418687"/>
                </a:cubicBezTo>
                <a:cubicBezTo>
                  <a:pt x="6902932" y="429261"/>
                  <a:pt x="6899138" y="407985"/>
                  <a:pt x="6926954" y="416162"/>
                </a:cubicBezTo>
                <a:lnTo>
                  <a:pt x="6990389" y="425060"/>
                </a:lnTo>
                <a:lnTo>
                  <a:pt x="7041715" y="465902"/>
                </a:lnTo>
                <a:lnTo>
                  <a:pt x="7048103" y="464392"/>
                </a:lnTo>
                <a:cubicBezTo>
                  <a:pt x="7052510" y="463654"/>
                  <a:pt x="7055450" y="463555"/>
                  <a:pt x="7057490" y="463917"/>
                </a:cubicBezTo>
                <a:lnTo>
                  <a:pt x="7057730" y="464165"/>
                </a:lnTo>
                <a:lnTo>
                  <a:pt x="7066511" y="463214"/>
                </a:lnTo>
                <a:cubicBezTo>
                  <a:pt x="7081316" y="461011"/>
                  <a:pt x="7095708" y="458304"/>
                  <a:pt x="7109401" y="455268"/>
                </a:cubicBezTo>
                <a:cubicBezTo>
                  <a:pt x="7121361" y="469195"/>
                  <a:pt x="7171741" y="449331"/>
                  <a:pt x="7166830" y="477037"/>
                </a:cubicBezTo>
                <a:cubicBezTo>
                  <a:pt x="7185318" y="473753"/>
                  <a:pt x="7196261" y="461778"/>
                  <a:pt x="7190442" y="480090"/>
                </a:cubicBezTo>
                <a:cubicBezTo>
                  <a:pt x="7196540" y="479524"/>
                  <a:pt x="7200336" y="480853"/>
                  <a:pt x="7203083" y="483106"/>
                </a:cubicBezTo>
                <a:lnTo>
                  <a:pt x="7203894" y="484190"/>
                </a:lnTo>
                <a:lnTo>
                  <a:pt x="7245004" y="476444"/>
                </a:lnTo>
                <a:lnTo>
                  <a:pt x="7250514" y="477506"/>
                </a:lnTo>
                <a:lnTo>
                  <a:pt x="7277246" y="469782"/>
                </a:lnTo>
                <a:lnTo>
                  <a:pt x="7291092" y="467217"/>
                </a:lnTo>
                <a:lnTo>
                  <a:pt x="7294933" y="463549"/>
                </a:lnTo>
                <a:cubicBezTo>
                  <a:pt x="7299121" y="461223"/>
                  <a:pt x="7305176" y="459995"/>
                  <a:pt x="7315408" y="461260"/>
                </a:cubicBezTo>
                <a:lnTo>
                  <a:pt x="7317786" y="462106"/>
                </a:lnTo>
                <a:lnTo>
                  <a:pt x="7334572" y="456088"/>
                </a:lnTo>
                <a:cubicBezTo>
                  <a:pt x="7339959" y="453431"/>
                  <a:pt x="7371380" y="454045"/>
                  <a:pt x="7375190" y="449931"/>
                </a:cubicBezTo>
                <a:cubicBezTo>
                  <a:pt x="7433241" y="467756"/>
                  <a:pt x="7460434" y="441906"/>
                  <a:pt x="7522997" y="442209"/>
                </a:cubicBezTo>
                <a:cubicBezTo>
                  <a:pt x="7592791" y="433619"/>
                  <a:pt x="7640927" y="424233"/>
                  <a:pt x="7686985" y="419805"/>
                </a:cubicBezTo>
                <a:cubicBezTo>
                  <a:pt x="7708370" y="415450"/>
                  <a:pt x="7865878" y="397444"/>
                  <a:pt x="7854068" y="409774"/>
                </a:cubicBezTo>
                <a:cubicBezTo>
                  <a:pt x="7918669" y="381306"/>
                  <a:pt x="7960767" y="406961"/>
                  <a:pt x="8034165" y="391699"/>
                </a:cubicBezTo>
                <a:cubicBezTo>
                  <a:pt x="8074975" y="417062"/>
                  <a:pt x="8052607" y="392777"/>
                  <a:pt x="8094381" y="395718"/>
                </a:cubicBezTo>
                <a:cubicBezTo>
                  <a:pt x="8082391" y="371015"/>
                  <a:pt x="8145291" y="407237"/>
                  <a:pt x="8146898" y="378558"/>
                </a:cubicBezTo>
                <a:cubicBezTo>
                  <a:pt x="8154450" y="379999"/>
                  <a:pt x="8161714" y="382303"/>
                  <a:pt x="8168993" y="384830"/>
                </a:cubicBezTo>
                <a:lnTo>
                  <a:pt x="8172809" y="386137"/>
                </a:lnTo>
                <a:lnTo>
                  <a:pt x="8187962" y="386433"/>
                </a:lnTo>
                <a:lnTo>
                  <a:pt x="8192382" y="392692"/>
                </a:lnTo>
                <a:lnTo>
                  <a:pt x="8375192" y="383879"/>
                </a:lnTo>
                <a:cubicBezTo>
                  <a:pt x="8390681" y="377906"/>
                  <a:pt x="8442343" y="372994"/>
                  <a:pt x="8454377" y="380331"/>
                </a:cubicBezTo>
                <a:cubicBezTo>
                  <a:pt x="8465613" y="381011"/>
                  <a:pt x="8477337" y="376722"/>
                  <a:pt x="8484740" y="385159"/>
                </a:cubicBezTo>
                <a:cubicBezTo>
                  <a:pt x="8509291" y="387955"/>
                  <a:pt x="8565518" y="394403"/>
                  <a:pt x="8601673" y="397101"/>
                </a:cubicBezTo>
                <a:cubicBezTo>
                  <a:pt x="8619550" y="383563"/>
                  <a:pt x="8652058" y="403668"/>
                  <a:pt x="8701676" y="401351"/>
                </a:cubicBezTo>
                <a:cubicBezTo>
                  <a:pt x="8721163" y="385822"/>
                  <a:pt x="8735137" y="399974"/>
                  <a:pt x="8773288" y="378077"/>
                </a:cubicBezTo>
                <a:cubicBezTo>
                  <a:pt x="8775124" y="379719"/>
                  <a:pt x="8777353" y="381190"/>
                  <a:pt x="8779909" y="382446"/>
                </a:cubicBezTo>
                <a:cubicBezTo>
                  <a:pt x="8794759" y="389736"/>
                  <a:pt x="8817153" y="388302"/>
                  <a:pt x="8829932" y="379243"/>
                </a:cubicBezTo>
                <a:cubicBezTo>
                  <a:pt x="8891235" y="349118"/>
                  <a:pt x="8949370" y="345642"/>
                  <a:pt x="9003386" y="336242"/>
                </a:cubicBezTo>
                <a:cubicBezTo>
                  <a:pt x="9064740" y="328439"/>
                  <a:pt x="9026331" y="360774"/>
                  <a:pt x="9101185" y="330862"/>
                </a:cubicBezTo>
                <a:cubicBezTo>
                  <a:pt x="9110310" y="340386"/>
                  <a:pt x="9120116" y="340147"/>
                  <a:pt x="9136185" y="334078"/>
                </a:cubicBezTo>
                <a:cubicBezTo>
                  <a:pt x="9166057" y="331044"/>
                  <a:pt x="9165783" y="356709"/>
                  <a:pt x="9194801" y="339149"/>
                </a:cubicBezTo>
                <a:cubicBezTo>
                  <a:pt x="9190472" y="353244"/>
                  <a:pt x="9252023" y="340305"/>
                  <a:pt x="9239316" y="355558"/>
                </a:cubicBezTo>
                <a:cubicBezTo>
                  <a:pt x="9259813" y="366615"/>
                  <a:pt x="9267827" y="345361"/>
                  <a:pt x="9288052" y="354796"/>
                </a:cubicBezTo>
                <a:cubicBezTo>
                  <a:pt x="9310099" y="355735"/>
                  <a:pt x="9274359" y="341069"/>
                  <a:pt x="9298465" y="338296"/>
                </a:cubicBezTo>
                <a:cubicBezTo>
                  <a:pt x="9327883" y="337409"/>
                  <a:pt x="9325850" y="312292"/>
                  <a:pt x="9350892" y="342778"/>
                </a:cubicBezTo>
                <a:lnTo>
                  <a:pt x="9430522" y="351368"/>
                </a:lnTo>
                <a:cubicBezTo>
                  <a:pt x="9447485" y="342207"/>
                  <a:pt x="9461870" y="345232"/>
                  <a:pt x="9476215" y="352107"/>
                </a:cubicBezTo>
                <a:cubicBezTo>
                  <a:pt x="9516917" y="347451"/>
                  <a:pt x="9555019" y="356862"/>
                  <a:pt x="9601276" y="358704"/>
                </a:cubicBezTo>
                <a:cubicBezTo>
                  <a:pt x="9655597" y="365766"/>
                  <a:pt x="9721018" y="368083"/>
                  <a:pt x="9771664" y="375074"/>
                </a:cubicBezTo>
                <a:cubicBezTo>
                  <a:pt x="9837640" y="352742"/>
                  <a:pt x="9801669" y="411678"/>
                  <a:pt x="9905153" y="400650"/>
                </a:cubicBezTo>
                <a:cubicBezTo>
                  <a:pt x="9910811" y="397141"/>
                  <a:pt x="9923612" y="400020"/>
                  <a:pt x="9922553" y="404569"/>
                </a:cubicBezTo>
                <a:cubicBezTo>
                  <a:pt x="9945213" y="401977"/>
                  <a:pt x="10012509" y="424753"/>
                  <a:pt x="10044658" y="418077"/>
                </a:cubicBezTo>
                <a:cubicBezTo>
                  <a:pt x="10108994" y="428104"/>
                  <a:pt x="10138326" y="405380"/>
                  <a:pt x="10184585" y="407138"/>
                </a:cubicBezTo>
                <a:cubicBezTo>
                  <a:pt x="10238805" y="420027"/>
                  <a:pt x="10270973" y="432805"/>
                  <a:pt x="10366435" y="462428"/>
                </a:cubicBezTo>
                <a:lnTo>
                  <a:pt x="10688220" y="542258"/>
                </a:lnTo>
                <a:cubicBezTo>
                  <a:pt x="10812002" y="613331"/>
                  <a:pt x="10955764" y="552079"/>
                  <a:pt x="11026690" y="550681"/>
                </a:cubicBezTo>
                <a:cubicBezTo>
                  <a:pt x="11053150" y="522754"/>
                  <a:pt x="11079708" y="547720"/>
                  <a:pt x="11113779" y="533868"/>
                </a:cubicBezTo>
                <a:cubicBezTo>
                  <a:pt x="11191398" y="520022"/>
                  <a:pt x="11265999" y="483506"/>
                  <a:pt x="11369556" y="491719"/>
                </a:cubicBezTo>
                <a:cubicBezTo>
                  <a:pt x="11406977" y="409158"/>
                  <a:pt x="11530972" y="443199"/>
                  <a:pt x="11623342" y="388428"/>
                </a:cubicBezTo>
                <a:cubicBezTo>
                  <a:pt x="11678749" y="373322"/>
                  <a:pt x="11771467" y="402383"/>
                  <a:pt x="11786511" y="358390"/>
                </a:cubicBezTo>
                <a:cubicBezTo>
                  <a:pt x="11815065" y="381261"/>
                  <a:pt x="11834769" y="337251"/>
                  <a:pt x="11862577" y="330549"/>
                </a:cubicBezTo>
                <a:cubicBezTo>
                  <a:pt x="11886839" y="344437"/>
                  <a:pt x="11896496" y="329138"/>
                  <a:pt x="11916612" y="323810"/>
                </a:cubicBezTo>
                <a:cubicBezTo>
                  <a:pt x="11926953" y="332872"/>
                  <a:pt x="11944208" y="330491"/>
                  <a:pt x="11948830" y="318062"/>
                </a:cubicBezTo>
                <a:cubicBezTo>
                  <a:pt x="11937556" y="291763"/>
                  <a:pt x="11999127" y="298879"/>
                  <a:pt x="12001583" y="279643"/>
                </a:cubicBezTo>
                <a:cubicBezTo>
                  <a:pt x="12027437" y="273899"/>
                  <a:pt x="12120562" y="276714"/>
                  <a:pt x="12174977" y="264652"/>
                </a:cubicBezTo>
                <a:lnTo>
                  <a:pt x="12192000" y="256549"/>
                </a:lnTo>
                <a:lnTo>
                  <a:pt x="12192000" y="4999978"/>
                </a:lnTo>
                <a:lnTo>
                  <a:pt x="0" y="4999978"/>
                </a:lnTo>
                <a:lnTo>
                  <a:pt x="0" y="617449"/>
                </a:lnTo>
                <a:lnTo>
                  <a:pt x="11075" y="615178"/>
                </a:lnTo>
                <a:cubicBezTo>
                  <a:pt x="23002" y="613158"/>
                  <a:pt x="33255" y="611513"/>
                  <a:pt x="44061" y="608596"/>
                </a:cubicBezTo>
                <a:cubicBezTo>
                  <a:pt x="70605" y="597913"/>
                  <a:pt x="149526" y="562149"/>
                  <a:pt x="170342" y="551077"/>
                </a:cubicBezTo>
                <a:lnTo>
                  <a:pt x="168955" y="542164"/>
                </a:lnTo>
                <a:lnTo>
                  <a:pt x="181474" y="541281"/>
                </a:lnTo>
                <a:lnTo>
                  <a:pt x="209440" y="540561"/>
                </a:lnTo>
                <a:cubicBezTo>
                  <a:pt x="226869" y="538895"/>
                  <a:pt x="275442" y="540165"/>
                  <a:pt x="293152" y="536576"/>
                </a:cubicBezTo>
                <a:cubicBezTo>
                  <a:pt x="298104" y="526951"/>
                  <a:pt x="305921" y="521613"/>
                  <a:pt x="315693" y="519030"/>
                </a:cubicBezTo>
                <a:lnTo>
                  <a:pt x="337305" y="518372"/>
                </a:lnTo>
                <a:lnTo>
                  <a:pt x="462252" y="493151"/>
                </a:lnTo>
                <a:lnTo>
                  <a:pt x="479457" y="491123"/>
                </a:lnTo>
                <a:lnTo>
                  <a:pt x="488653" y="483257"/>
                </a:lnTo>
                <a:cubicBezTo>
                  <a:pt x="495751" y="481590"/>
                  <a:pt x="516240" y="482215"/>
                  <a:pt x="522053" y="481125"/>
                </a:cubicBezTo>
                <a:lnTo>
                  <a:pt x="523520" y="476713"/>
                </a:lnTo>
                <a:cubicBezTo>
                  <a:pt x="541965" y="469375"/>
                  <a:pt x="611396" y="444795"/>
                  <a:pt x="632714" y="437101"/>
                </a:cubicBezTo>
                <a:cubicBezTo>
                  <a:pt x="637120" y="443761"/>
                  <a:pt x="646523" y="432947"/>
                  <a:pt x="651426" y="430544"/>
                </a:cubicBezTo>
                <a:cubicBezTo>
                  <a:pt x="652273" y="435068"/>
                  <a:pt x="664268" y="436238"/>
                  <a:pt x="667724" y="432138"/>
                </a:cubicBezTo>
                <a:cubicBezTo>
                  <a:pt x="751466" y="408483"/>
                  <a:pt x="710176" y="454993"/>
                  <a:pt x="757679" y="425145"/>
                </a:cubicBezTo>
                <a:cubicBezTo>
                  <a:pt x="766141" y="423071"/>
                  <a:pt x="773060" y="424779"/>
                  <a:pt x="779159" y="428059"/>
                </a:cubicBezTo>
                <a:lnTo>
                  <a:pt x="788293" y="434863"/>
                </a:lnTo>
                <a:lnTo>
                  <a:pt x="822923" y="421074"/>
                </a:lnTo>
                <a:cubicBezTo>
                  <a:pt x="840014" y="416178"/>
                  <a:pt x="858036" y="412811"/>
                  <a:pt x="876559" y="411088"/>
                </a:cubicBezTo>
                <a:cubicBezTo>
                  <a:pt x="880889" y="420288"/>
                  <a:pt x="895209" y="406850"/>
                  <a:pt x="902011" y="404118"/>
                </a:cubicBezTo>
                <a:cubicBezTo>
                  <a:pt x="902191" y="410172"/>
                  <a:pt x="917419" y="412804"/>
                  <a:pt x="922715" y="407699"/>
                </a:cubicBezTo>
                <a:cubicBezTo>
                  <a:pt x="1035495" y="384016"/>
                  <a:pt x="972839" y="441733"/>
                  <a:pt x="1040139" y="406590"/>
                </a:cubicBezTo>
                <a:cubicBezTo>
                  <a:pt x="1051469" y="404617"/>
                  <a:pt x="1060048" y="407498"/>
                  <a:pt x="1067251" y="412384"/>
                </a:cubicBezTo>
                <a:lnTo>
                  <a:pt x="1080272" y="424669"/>
                </a:lnTo>
                <a:lnTo>
                  <a:pt x="1090219" y="420026"/>
                </a:lnTo>
                <a:cubicBezTo>
                  <a:pt x="1128054" y="418995"/>
                  <a:pt x="1139443" y="431622"/>
                  <a:pt x="1161226" y="418304"/>
                </a:cubicBezTo>
                <a:cubicBezTo>
                  <a:pt x="1194247" y="444579"/>
                  <a:pt x="1182853" y="420594"/>
                  <a:pt x="1207525" y="416039"/>
                </a:cubicBezTo>
                <a:cubicBezTo>
                  <a:pt x="1229876" y="413352"/>
                  <a:pt x="1272066" y="404905"/>
                  <a:pt x="1295331" y="402182"/>
                </a:cubicBezTo>
                <a:cubicBezTo>
                  <a:pt x="1313247" y="381583"/>
                  <a:pt x="1322885" y="406388"/>
                  <a:pt x="1347118" y="399704"/>
                </a:cubicBezTo>
                <a:cubicBezTo>
                  <a:pt x="1358442" y="391829"/>
                  <a:pt x="1366690" y="390365"/>
                  <a:pt x="1378108" y="398410"/>
                </a:cubicBezTo>
                <a:cubicBezTo>
                  <a:pt x="1430244" y="360127"/>
                  <a:pt x="1410029" y="396164"/>
                  <a:pt x="1459192" y="380919"/>
                </a:cubicBezTo>
                <a:cubicBezTo>
                  <a:pt x="1501499" y="365055"/>
                  <a:pt x="1549591" y="354392"/>
                  <a:pt x="1590120" y="317608"/>
                </a:cubicBezTo>
                <a:cubicBezTo>
                  <a:pt x="1597495" y="307260"/>
                  <a:pt x="1613791" y="310520"/>
                  <a:pt x="1631417" y="308227"/>
                </a:cubicBezTo>
                <a:cubicBezTo>
                  <a:pt x="1649043" y="305934"/>
                  <a:pt x="1693684" y="302496"/>
                  <a:pt x="1695877" y="303848"/>
                </a:cubicBezTo>
                <a:cubicBezTo>
                  <a:pt x="1731379" y="297695"/>
                  <a:pt x="1804005" y="278490"/>
                  <a:pt x="1844438" y="271304"/>
                </a:cubicBezTo>
                <a:cubicBezTo>
                  <a:pt x="1847960" y="284364"/>
                  <a:pt x="1868036" y="260323"/>
                  <a:pt x="1881324" y="268497"/>
                </a:cubicBezTo>
                <a:cubicBezTo>
                  <a:pt x="1890865" y="275707"/>
                  <a:pt x="1899182" y="270095"/>
                  <a:pt x="1908999" y="269338"/>
                </a:cubicBezTo>
                <a:cubicBezTo>
                  <a:pt x="1922050" y="274907"/>
                  <a:pt x="1964084" y="263670"/>
                  <a:pt x="1974956" y="255958"/>
                </a:cubicBezTo>
                <a:cubicBezTo>
                  <a:pt x="2000789" y="229373"/>
                  <a:pt x="2060915" y="247690"/>
                  <a:pt x="2082409" y="227290"/>
                </a:cubicBezTo>
                <a:cubicBezTo>
                  <a:pt x="2090286" y="224213"/>
                  <a:pt x="2098026" y="222886"/>
                  <a:pt x="2105639" y="222648"/>
                </a:cubicBezTo>
                <a:lnTo>
                  <a:pt x="2126992" y="224468"/>
                </a:lnTo>
                <a:lnTo>
                  <a:pt x="2133154" y="229952"/>
                </a:lnTo>
                <a:lnTo>
                  <a:pt x="2146154" y="228332"/>
                </a:lnTo>
                <a:lnTo>
                  <a:pt x="2149901" y="229116"/>
                </a:lnTo>
                <a:cubicBezTo>
                  <a:pt x="2157061" y="230638"/>
                  <a:pt x="2164126" y="231947"/>
                  <a:pt x="2171100" y="232389"/>
                </a:cubicBezTo>
                <a:cubicBezTo>
                  <a:pt x="2161432" y="204508"/>
                  <a:pt x="2228843" y="231560"/>
                  <a:pt x="2209148" y="209225"/>
                </a:cubicBezTo>
                <a:cubicBezTo>
                  <a:pt x="2245795" y="206809"/>
                  <a:pt x="2217435" y="186186"/>
                  <a:pt x="2261889" y="205532"/>
                </a:cubicBezTo>
                <a:cubicBezTo>
                  <a:pt x="2318421" y="181576"/>
                  <a:pt x="2408342" y="188495"/>
                  <a:pt x="2452315" y="152899"/>
                </a:cubicBezTo>
                <a:cubicBezTo>
                  <a:pt x="2447016" y="166284"/>
                  <a:pt x="2478824" y="148993"/>
                  <a:pt x="2495330" y="142101"/>
                </a:cubicBezTo>
                <a:cubicBezTo>
                  <a:pt x="2532786" y="132037"/>
                  <a:pt x="2609589" y="113461"/>
                  <a:pt x="2665623" y="96394"/>
                </a:cubicBezTo>
                <a:cubicBezTo>
                  <a:pt x="2717275" y="79361"/>
                  <a:pt x="2733624" y="82979"/>
                  <a:pt x="2763332" y="74831"/>
                </a:cubicBezTo>
                <a:lnTo>
                  <a:pt x="2843870" y="47507"/>
                </a:lnTo>
                <a:lnTo>
                  <a:pt x="2862745" y="43242"/>
                </a:lnTo>
                <a:lnTo>
                  <a:pt x="2864596" y="39218"/>
                </a:lnTo>
                <a:lnTo>
                  <a:pt x="2875381" y="35003"/>
                </a:lnTo>
                <a:lnTo>
                  <a:pt x="2895139" y="24186"/>
                </a:lnTo>
                <a:lnTo>
                  <a:pt x="2932205" y="11873"/>
                </a:lnTo>
                <a:lnTo>
                  <a:pt x="2933310" y="12816"/>
                </a:lnTo>
                <a:cubicBezTo>
                  <a:pt x="2936512" y="14646"/>
                  <a:pt x="2940256" y="15452"/>
                  <a:pt x="2945218" y="14141"/>
                </a:cubicBezTo>
                <a:cubicBezTo>
                  <a:pt x="2959008" y="14069"/>
                  <a:pt x="2997405" y="12264"/>
                  <a:pt x="3016048" y="12381"/>
                </a:cubicBezTo>
                <a:cubicBezTo>
                  <a:pt x="3026523" y="7728"/>
                  <a:pt x="3045337" y="18832"/>
                  <a:pt x="3057077" y="14845"/>
                </a:cubicBezTo>
                <a:lnTo>
                  <a:pt x="3148105" y="30648"/>
                </a:lnTo>
                <a:lnTo>
                  <a:pt x="3251671" y="31575"/>
                </a:lnTo>
                <a:cubicBezTo>
                  <a:pt x="3288430" y="31396"/>
                  <a:pt x="3320402" y="39036"/>
                  <a:pt x="3351400" y="32687"/>
                </a:cubicBezTo>
                <a:cubicBezTo>
                  <a:pt x="3364152" y="38848"/>
                  <a:pt x="3376107" y="41214"/>
                  <a:pt x="3387481" y="31443"/>
                </a:cubicBezTo>
                <a:cubicBezTo>
                  <a:pt x="3421834" y="34018"/>
                  <a:pt x="3430384" y="47525"/>
                  <a:pt x="3451923" y="36482"/>
                </a:cubicBezTo>
                <a:cubicBezTo>
                  <a:pt x="3471592" y="58226"/>
                  <a:pt x="3472580" y="49775"/>
                  <a:pt x="3481520" y="43287"/>
                </a:cubicBezTo>
                <a:lnTo>
                  <a:pt x="3482804" y="42812"/>
                </a:lnTo>
                <a:lnTo>
                  <a:pt x="3485495" y="45921"/>
                </a:lnTo>
                <a:lnTo>
                  <a:pt x="3490972" y="47286"/>
                </a:lnTo>
                <a:lnTo>
                  <a:pt x="3505835" y="46077"/>
                </a:lnTo>
                <a:lnTo>
                  <a:pt x="3511410" y="44808"/>
                </a:lnTo>
                <a:cubicBezTo>
                  <a:pt x="3515254" y="44237"/>
                  <a:pt x="3517816" y="44247"/>
                  <a:pt x="3519598" y="44683"/>
                </a:cubicBezTo>
                <a:lnTo>
                  <a:pt x="3519807" y="44938"/>
                </a:lnTo>
                <a:lnTo>
                  <a:pt x="3527466" y="44316"/>
                </a:lnTo>
                <a:cubicBezTo>
                  <a:pt x="3540383" y="42670"/>
                  <a:pt x="3552942" y="59912"/>
                  <a:pt x="3564889" y="57394"/>
                </a:cubicBezTo>
                <a:cubicBezTo>
                  <a:pt x="3575289" y="71711"/>
                  <a:pt x="3619274" y="34384"/>
                  <a:pt x="3614922" y="61804"/>
                </a:cubicBezTo>
                <a:cubicBezTo>
                  <a:pt x="3631051" y="59218"/>
                  <a:pt x="3640626" y="47694"/>
                  <a:pt x="3635506" y="65718"/>
                </a:cubicBezTo>
                <a:cubicBezTo>
                  <a:pt x="3640824" y="65382"/>
                  <a:pt x="3644132" y="66847"/>
                  <a:pt x="3646525" y="69193"/>
                </a:cubicBezTo>
                <a:lnTo>
                  <a:pt x="3647224" y="70303"/>
                </a:lnTo>
                <a:lnTo>
                  <a:pt x="3683100" y="64109"/>
                </a:lnTo>
                <a:lnTo>
                  <a:pt x="3687901" y="65372"/>
                </a:lnTo>
                <a:lnTo>
                  <a:pt x="3711234" y="58665"/>
                </a:lnTo>
                <a:lnTo>
                  <a:pt x="3723318" y="56625"/>
                </a:lnTo>
                <a:lnTo>
                  <a:pt x="3726677" y="53112"/>
                </a:lnTo>
                <a:cubicBezTo>
                  <a:pt x="3730335" y="50950"/>
                  <a:pt x="3735615" y="49952"/>
                  <a:pt x="3744535" y="51590"/>
                </a:cubicBezTo>
                <a:lnTo>
                  <a:pt x="3746608" y="52522"/>
                </a:lnTo>
                <a:lnTo>
                  <a:pt x="3761262" y="47147"/>
                </a:lnTo>
                <a:cubicBezTo>
                  <a:pt x="3765968" y="44701"/>
                  <a:pt x="3800597" y="53264"/>
                  <a:pt x="3803931" y="49309"/>
                </a:cubicBezTo>
                <a:cubicBezTo>
                  <a:pt x="3854516" y="69215"/>
                  <a:pt x="3871065" y="37682"/>
                  <a:pt x="3925626" y="40301"/>
                </a:cubicBezTo>
                <a:cubicBezTo>
                  <a:pt x="3949771" y="45090"/>
                  <a:pt x="3989883" y="30921"/>
                  <a:pt x="4033324" y="26451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2F472A63-87C7-2152-F508-8CDE5E341FD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00630298"/>
              </p:ext>
            </p:extLst>
          </p:nvPr>
        </p:nvGraphicFramePr>
        <p:xfrm>
          <a:off x="1050925" y="2173893"/>
          <a:ext cx="10029082" cy="35892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386692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9A36457-A5F4-4103-A443-02581C0918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A5CF486-D9E5-4A66-898A-F3D62B81B1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147" y="-5"/>
            <a:ext cx="12193149" cy="2200064"/>
          </a:xfrm>
          <a:custGeom>
            <a:avLst/>
            <a:gdLst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57107 w 12192001"/>
              <a:gd name="connsiteY22" fmla="*/ 792050 h 2344739"/>
              <a:gd name="connsiteX23" fmla="*/ 11810326 w 12192001"/>
              <a:gd name="connsiteY23" fmla="*/ 799074 h 2344739"/>
              <a:gd name="connsiteX24" fmla="*/ 11550277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57107 w 12192001"/>
              <a:gd name="connsiteY22" fmla="*/ 792050 h 2344739"/>
              <a:gd name="connsiteX23" fmla="*/ 11810326 w 12192001"/>
              <a:gd name="connsiteY23" fmla="*/ 799074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236" fmla="*/ 0 w 12192001"/>
              <a:gd name="connsiteY23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57107 w 12192001"/>
              <a:gd name="connsiteY22" fmla="*/ 792050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236" fmla="*/ 0 w 12192001"/>
              <a:gd name="connsiteY23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236" fmla="*/ 0 w 12192001"/>
              <a:gd name="connsiteY23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415912 w 12192001"/>
              <a:gd name="connsiteY26" fmla="*/ 1173869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415912 w 12192001"/>
              <a:gd name="connsiteY26" fmla="*/ 1173869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415912 w 12192001"/>
              <a:gd name="connsiteY26" fmla="*/ 1173869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522499 w 12192001"/>
              <a:gd name="connsiteY26" fmla="*/ 1207528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1207528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1207528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1207528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999965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37318 w 12192001"/>
              <a:gd name="connsiteY70" fmla="*/ 1920435 h 2344739"/>
              <a:gd name="connsiteX71" fmla="*/ 9113812 w 12192001"/>
              <a:gd name="connsiteY71" fmla="*/ 1919069 h 2344739"/>
              <a:gd name="connsiteX72" fmla="*/ 9053453 w 12192001"/>
              <a:gd name="connsiteY72" fmla="*/ 1910755 h 2344739"/>
              <a:gd name="connsiteX73" fmla="*/ 9005486 w 12192001"/>
              <a:gd name="connsiteY73" fmla="*/ 1914040 h 2344739"/>
              <a:gd name="connsiteX74" fmla="*/ 9005201 w 12192001"/>
              <a:gd name="connsiteY74" fmla="*/ 1913800 h 2344739"/>
              <a:gd name="connsiteX75" fmla="*/ 8996232 w 12192001"/>
              <a:gd name="connsiteY75" fmla="*/ 1915011 h 2344739"/>
              <a:gd name="connsiteX76" fmla="*/ 8990394 w 12192001"/>
              <a:gd name="connsiteY76" fmla="*/ 1917072 h 2344739"/>
              <a:gd name="connsiteX77" fmla="*/ 8974337 w 12192001"/>
              <a:gd name="connsiteY77" fmla="*/ 1920298 h 2344739"/>
              <a:gd name="connsiteX78" fmla="*/ 8968011 w 12192001"/>
              <a:gd name="connsiteY78" fmla="*/ 1919598 h 2344739"/>
              <a:gd name="connsiteX79" fmla="*/ 8963048 w 12192001"/>
              <a:gd name="connsiteY79" fmla="*/ 1917373 h 2344739"/>
              <a:gd name="connsiteX80" fmla="*/ 8928988 w 12192001"/>
              <a:gd name="connsiteY80" fmla="*/ 1914185 h 2344739"/>
              <a:gd name="connsiteX81" fmla="*/ 8752444 w 12192001"/>
              <a:gd name="connsiteY81" fmla="*/ 1933417 h 2344739"/>
              <a:gd name="connsiteX82" fmla="*/ 8707847 w 12192001"/>
              <a:gd name="connsiteY82" fmla="*/ 1935518 h 2344739"/>
              <a:gd name="connsiteX83" fmla="*/ 8596071 w 12192001"/>
              <a:gd name="connsiteY83" fmla="*/ 1944090 h 2344739"/>
              <a:gd name="connsiteX84" fmla="*/ 8525230 w 12192001"/>
              <a:gd name="connsiteY84" fmla="*/ 1929248 h 2344739"/>
              <a:gd name="connsiteX85" fmla="*/ 8510983 w 12192001"/>
              <a:gd name="connsiteY85" fmla="*/ 1935163 h 2344739"/>
              <a:gd name="connsiteX86" fmla="*/ 8506167 w 12192001"/>
              <a:gd name="connsiteY86" fmla="*/ 1938164 h 2344739"/>
              <a:gd name="connsiteX87" fmla="*/ 8497968 w 12192001"/>
              <a:gd name="connsiteY87" fmla="*/ 1940902 h 2344739"/>
              <a:gd name="connsiteX88" fmla="*/ 8497594 w 12192001"/>
              <a:gd name="connsiteY88" fmla="*/ 1940723 h 2344739"/>
              <a:gd name="connsiteX89" fmla="*/ 8490249 w 12192001"/>
              <a:gd name="connsiteY89" fmla="*/ 1943773 h 2344739"/>
              <a:gd name="connsiteX90" fmla="*/ 8367182 w 12192001"/>
              <a:gd name="connsiteY90" fmla="*/ 1957815 h 2344739"/>
              <a:gd name="connsiteX91" fmla="*/ 8353799 w 12192001"/>
              <a:gd name="connsiteY91" fmla="*/ 1958009 h 2344739"/>
              <a:gd name="connsiteX92" fmla="*/ 8352373 w 12192001"/>
              <a:gd name="connsiteY92" fmla="*/ 1957169 h 2344739"/>
              <a:gd name="connsiteX93" fmla="*/ 8320104 w 12192001"/>
              <a:gd name="connsiteY93" fmla="*/ 1974587 h 2344739"/>
              <a:gd name="connsiteX94" fmla="*/ 8314433 w 12192001"/>
              <a:gd name="connsiteY94" fmla="*/ 1974913 h 2344739"/>
              <a:gd name="connsiteX95" fmla="*/ 8295174 w 12192001"/>
              <a:gd name="connsiteY95" fmla="*/ 1988808 h 2344739"/>
              <a:gd name="connsiteX96" fmla="*/ 8284276 w 12192001"/>
              <a:gd name="connsiteY96" fmla="*/ 1994631 h 2344739"/>
              <a:gd name="connsiteX97" fmla="*/ 8283150 w 12192001"/>
              <a:gd name="connsiteY97" fmla="*/ 1999074 h 2344739"/>
              <a:gd name="connsiteX98" fmla="*/ 8266076 w 12192001"/>
              <a:gd name="connsiteY98" fmla="*/ 2006249 h 2344739"/>
              <a:gd name="connsiteX99" fmla="*/ 8263377 w 12192001"/>
              <a:gd name="connsiteY99" fmla="*/ 2006019 h 2344739"/>
              <a:gd name="connsiteX100" fmla="*/ 8252033 w 12192001"/>
              <a:gd name="connsiteY100" fmla="*/ 2015862 h 2344739"/>
              <a:gd name="connsiteX101" fmla="*/ 8245834 w 12192001"/>
              <a:gd name="connsiteY101" fmla="*/ 2028854 h 2344739"/>
              <a:gd name="connsiteX102" fmla="*/ 8090272 w 12192001"/>
              <a:gd name="connsiteY102" fmla="*/ 2075015 h 2344739"/>
              <a:gd name="connsiteX103" fmla="*/ 7905407 w 12192001"/>
              <a:gd name="connsiteY103" fmla="*/ 2116988 h 2344739"/>
              <a:gd name="connsiteX104" fmla="*/ 7718745 w 12192001"/>
              <a:gd name="connsiteY104" fmla="*/ 2142703 h 2344739"/>
              <a:gd name="connsiteX105" fmla="*/ 7614347 w 12192001"/>
              <a:gd name="connsiteY105" fmla="*/ 2139232 h 2344739"/>
              <a:gd name="connsiteX106" fmla="*/ 7527543 w 12192001"/>
              <a:gd name="connsiteY106" fmla="*/ 2145060 h 2344739"/>
              <a:gd name="connsiteX107" fmla="*/ 7519571 w 12192001"/>
              <a:gd name="connsiteY107" fmla="*/ 2147613 h 2344739"/>
              <a:gd name="connsiteX108" fmla="*/ 7507411 w 12192001"/>
              <a:gd name="connsiteY108" fmla="*/ 2148948 h 2344739"/>
              <a:gd name="connsiteX109" fmla="*/ 7507040 w 12192001"/>
              <a:gd name="connsiteY109" fmla="*/ 2148621 h 2344739"/>
              <a:gd name="connsiteX110" fmla="*/ 7495795 w 12192001"/>
              <a:gd name="connsiteY110" fmla="*/ 2150573 h 2344739"/>
              <a:gd name="connsiteX111" fmla="*/ 7405391 w 12192001"/>
              <a:gd name="connsiteY111" fmla="*/ 2142468 h 2344739"/>
              <a:gd name="connsiteX112" fmla="*/ 7312180 w 12192001"/>
              <a:gd name="connsiteY112" fmla="*/ 2132873 h 2344739"/>
              <a:gd name="connsiteX113" fmla="*/ 7310853 w 12192001"/>
              <a:gd name="connsiteY113" fmla="*/ 2131431 h 2344739"/>
              <a:gd name="connsiteX114" fmla="*/ 7218559 w 12192001"/>
              <a:gd name="connsiteY114" fmla="*/ 2156680 h 2344739"/>
              <a:gd name="connsiteX115" fmla="*/ 7201101 w 12192001"/>
              <a:gd name="connsiteY115" fmla="*/ 2161230 h 2344739"/>
              <a:gd name="connsiteX116" fmla="*/ 7197004 w 12192001"/>
              <a:gd name="connsiteY116" fmla="*/ 2166588 h 2344739"/>
              <a:gd name="connsiteX117" fmla="*/ 7170808 w 12192001"/>
              <a:gd name="connsiteY117" fmla="*/ 2171236 h 2344739"/>
              <a:gd name="connsiteX118" fmla="*/ 7096988 w 12192001"/>
              <a:gd name="connsiteY118" fmla="*/ 2183464 h 2344739"/>
              <a:gd name="connsiteX119" fmla="*/ 7018496 w 12192001"/>
              <a:gd name="connsiteY119" fmla="*/ 2183090 h 2344739"/>
              <a:gd name="connsiteX120" fmla="*/ 6904146 w 12192001"/>
              <a:gd name="connsiteY120" fmla="*/ 2212596 h 2344739"/>
              <a:gd name="connsiteX121" fmla="*/ 6708222 w 12192001"/>
              <a:gd name="connsiteY121" fmla="*/ 2240551 h 2344739"/>
              <a:gd name="connsiteX122" fmla="*/ 6549454 w 12192001"/>
              <a:gd name="connsiteY122" fmla="*/ 2269327 h 2344739"/>
              <a:gd name="connsiteX123" fmla="*/ 6317560 w 12192001"/>
              <a:gd name="connsiteY123" fmla="*/ 2316127 h 2344739"/>
              <a:gd name="connsiteX124" fmla="*/ 6168674 w 12192001"/>
              <a:gd name="connsiteY124" fmla="*/ 2318214 h 2344739"/>
              <a:gd name="connsiteX125" fmla="*/ 6073848 w 12192001"/>
              <a:gd name="connsiteY125" fmla="*/ 2338676 h 2344739"/>
              <a:gd name="connsiteX126" fmla="*/ 6068529 w 12192001"/>
              <a:gd name="connsiteY126" fmla="*/ 2337139 h 2344739"/>
              <a:gd name="connsiteX127" fmla="*/ 6048638 w 12192001"/>
              <a:gd name="connsiteY127" fmla="*/ 2337822 h 2344739"/>
              <a:gd name="connsiteX128" fmla="*/ 6041285 w 12192001"/>
              <a:gd name="connsiteY128" fmla="*/ 2329473 h 2344739"/>
              <a:gd name="connsiteX129" fmla="*/ 6010090 w 12192001"/>
              <a:gd name="connsiteY129" fmla="*/ 2324380 h 2344739"/>
              <a:gd name="connsiteX130" fmla="*/ 5957375 w 12192001"/>
              <a:gd name="connsiteY130" fmla="*/ 2328024 h 2344739"/>
              <a:gd name="connsiteX131" fmla="*/ 5758919 w 12192001"/>
              <a:gd name="connsiteY131" fmla="*/ 2343716 h 2344739"/>
              <a:gd name="connsiteX132" fmla="*/ 5626960 w 12192001"/>
              <a:gd name="connsiteY132" fmla="*/ 2344739 h 2344739"/>
              <a:gd name="connsiteX133" fmla="*/ 5470906 w 12192001"/>
              <a:gd name="connsiteY133" fmla="*/ 2330719 h 2344739"/>
              <a:gd name="connsiteX134" fmla="*/ 5432761 w 12192001"/>
              <a:gd name="connsiteY134" fmla="*/ 2319466 h 2344739"/>
              <a:gd name="connsiteX135" fmla="*/ 5381669 w 12192001"/>
              <a:gd name="connsiteY135" fmla="*/ 2301764 h 2344739"/>
              <a:gd name="connsiteX136" fmla="*/ 5261764 w 12192001"/>
              <a:gd name="connsiteY136" fmla="*/ 2281347 h 2344739"/>
              <a:gd name="connsiteX137" fmla="*/ 5222961 w 12192001"/>
              <a:gd name="connsiteY137" fmla="*/ 2270223 h 2344739"/>
              <a:gd name="connsiteX138" fmla="*/ 5174660 w 12192001"/>
              <a:gd name="connsiteY138" fmla="*/ 2267233 h 2344739"/>
              <a:gd name="connsiteX139" fmla="*/ 5156554 w 12192001"/>
              <a:gd name="connsiteY139" fmla="*/ 2260010 h 2344739"/>
              <a:gd name="connsiteX140" fmla="*/ 5142599 w 12192001"/>
              <a:gd name="connsiteY140" fmla="*/ 2256610 h 2344739"/>
              <a:gd name="connsiteX141" fmla="*/ 5139596 w 12192001"/>
              <a:gd name="connsiteY141" fmla="*/ 2254509 h 2344739"/>
              <a:gd name="connsiteX142" fmla="*/ 5121659 w 12192001"/>
              <a:gd name="connsiteY142" fmla="*/ 2243656 h 2344739"/>
              <a:gd name="connsiteX143" fmla="*/ 5065790 w 12192001"/>
              <a:gd name="connsiteY143" fmla="*/ 2250227 h 2344739"/>
              <a:gd name="connsiteX144" fmla="*/ 5011514 w 12192001"/>
              <a:gd name="connsiteY144" fmla="*/ 2233846 h 2344739"/>
              <a:gd name="connsiteX145" fmla="*/ 4840441 w 12192001"/>
              <a:gd name="connsiteY145" fmla="*/ 2209829 h 2344739"/>
              <a:gd name="connsiteX146" fmla="*/ 4762447 w 12192001"/>
              <a:gd name="connsiteY146" fmla="*/ 2182061 h 2344739"/>
              <a:gd name="connsiteX147" fmla="*/ 4723186 w 12192001"/>
              <a:gd name="connsiteY147" fmla="*/ 2173047 h 2344739"/>
              <a:gd name="connsiteX148" fmla="*/ 4721176 w 12192001"/>
              <a:gd name="connsiteY148" fmla="*/ 2172298 h 2344739"/>
              <a:gd name="connsiteX149" fmla="*/ 4722111 w 12192001"/>
              <a:gd name="connsiteY149" fmla="*/ 2172087 h 2344739"/>
              <a:gd name="connsiteX150" fmla="*/ 4717202 w 12192001"/>
              <a:gd name="connsiteY150" fmla="*/ 2170817 h 2344739"/>
              <a:gd name="connsiteX151" fmla="*/ 4721176 w 12192001"/>
              <a:gd name="connsiteY151" fmla="*/ 2172298 h 2344739"/>
              <a:gd name="connsiteX152" fmla="*/ 4715526 w 12192001"/>
              <a:gd name="connsiteY152" fmla="*/ 2173573 h 2344739"/>
              <a:gd name="connsiteX153" fmla="*/ 4515814 w 12192001"/>
              <a:gd name="connsiteY153" fmla="*/ 2163671 h 2344739"/>
              <a:gd name="connsiteX154" fmla="*/ 4428543 w 12192001"/>
              <a:gd name="connsiteY154" fmla="*/ 2153020 h 2344739"/>
              <a:gd name="connsiteX155" fmla="*/ 4362875 w 12192001"/>
              <a:gd name="connsiteY155" fmla="*/ 2151674 h 2344739"/>
              <a:gd name="connsiteX156" fmla="*/ 4316966 w 12192001"/>
              <a:gd name="connsiteY156" fmla="*/ 2158289 h 2344739"/>
              <a:gd name="connsiteX157" fmla="*/ 4315110 w 12192001"/>
              <a:gd name="connsiteY157" fmla="*/ 2156948 h 2344739"/>
              <a:gd name="connsiteX158" fmla="*/ 4295144 w 12192001"/>
              <a:gd name="connsiteY158" fmla="*/ 2155069 h 2344739"/>
              <a:gd name="connsiteX159" fmla="*/ 4290064 w 12192001"/>
              <a:gd name="connsiteY159" fmla="*/ 2157986 h 2344739"/>
              <a:gd name="connsiteX160" fmla="*/ 4276142 w 12192001"/>
              <a:gd name="connsiteY160" fmla="*/ 2157740 h 2344739"/>
              <a:gd name="connsiteX161" fmla="*/ 4248117 w 12192001"/>
              <a:gd name="connsiteY161" fmla="*/ 2160064 h 2344739"/>
              <a:gd name="connsiteX162" fmla="*/ 4202051 w 12192001"/>
              <a:gd name="connsiteY162" fmla="*/ 2157269 h 2344739"/>
              <a:gd name="connsiteX163" fmla="*/ 4201745 w 12192001"/>
              <a:gd name="connsiteY163" fmla="*/ 2156010 h 2344739"/>
              <a:gd name="connsiteX164" fmla="*/ 4191248 w 12192001"/>
              <a:gd name="connsiteY164" fmla="*/ 2150376 h 2344739"/>
              <a:gd name="connsiteX165" fmla="*/ 4142745 w 12192001"/>
              <a:gd name="connsiteY165" fmla="*/ 2134511 h 2344739"/>
              <a:gd name="connsiteX166" fmla="*/ 4083097 w 12192001"/>
              <a:gd name="connsiteY166" fmla="*/ 2107978 h 2344739"/>
              <a:gd name="connsiteX167" fmla="*/ 4074546 w 12192001"/>
              <a:gd name="connsiteY167" fmla="*/ 2107143 h 2344739"/>
              <a:gd name="connsiteX168" fmla="*/ 4074427 w 12192001"/>
              <a:gd name="connsiteY168" fmla="*/ 2106844 h 2344739"/>
              <a:gd name="connsiteX169" fmla="*/ 4065510 w 12192001"/>
              <a:gd name="connsiteY169" fmla="*/ 2105400 h 2344739"/>
              <a:gd name="connsiteX170" fmla="*/ 4058954 w 12192001"/>
              <a:gd name="connsiteY170" fmla="*/ 2105618 h 2344739"/>
              <a:gd name="connsiteX171" fmla="*/ 4042364 w 12192001"/>
              <a:gd name="connsiteY171" fmla="*/ 2103997 h 2344739"/>
              <a:gd name="connsiteX172" fmla="*/ 4036997 w 12192001"/>
              <a:gd name="connsiteY172" fmla="*/ 2101563 h 2344739"/>
              <a:gd name="connsiteX173" fmla="*/ 4035363 w 12192001"/>
              <a:gd name="connsiteY173" fmla="*/ 2097896 h 2344739"/>
              <a:gd name="connsiteX174" fmla="*/ 4033778 w 12192001"/>
              <a:gd name="connsiteY174" fmla="*/ 2098131 h 2344739"/>
              <a:gd name="connsiteX175" fmla="*/ 4004538 w 12192001"/>
              <a:gd name="connsiteY175" fmla="*/ 2085563 h 2344739"/>
              <a:gd name="connsiteX176" fmla="*/ 3936846 w 12192001"/>
              <a:gd name="connsiteY176" fmla="*/ 2068106 h 2344739"/>
              <a:gd name="connsiteX177" fmla="*/ 3897275 w 12192001"/>
              <a:gd name="connsiteY177" fmla="*/ 2062451 h 2344739"/>
              <a:gd name="connsiteX178" fmla="*/ 3789760 w 12192001"/>
              <a:gd name="connsiteY178" fmla="*/ 2042213 h 2344739"/>
              <a:gd name="connsiteX179" fmla="*/ 3682513 w 12192001"/>
              <a:gd name="connsiteY179" fmla="*/ 2018290 h 2344739"/>
              <a:gd name="connsiteX180" fmla="*/ 3610035 w 12192001"/>
              <a:gd name="connsiteY180" fmla="*/ 1986019 h 2344739"/>
              <a:gd name="connsiteX181" fmla="*/ 3603855 w 12192001"/>
              <a:gd name="connsiteY181" fmla="*/ 1987381 h 2344739"/>
              <a:gd name="connsiteX182" fmla="*/ 3594736 w 12192001"/>
              <a:gd name="connsiteY182" fmla="*/ 1987545 h 2344739"/>
              <a:gd name="connsiteX183" fmla="*/ 3594501 w 12192001"/>
              <a:gd name="connsiteY183" fmla="*/ 1987276 h 2344739"/>
              <a:gd name="connsiteX184" fmla="*/ 3585978 w 12192001"/>
              <a:gd name="connsiteY184" fmla="*/ 1987966 h 2344739"/>
              <a:gd name="connsiteX185" fmla="*/ 3536135 w 12192001"/>
              <a:gd name="connsiteY185" fmla="*/ 1978267 h 2344739"/>
              <a:gd name="connsiteX186" fmla="*/ 3473223 w 12192001"/>
              <a:gd name="connsiteY186" fmla="*/ 1974606 h 2344739"/>
              <a:gd name="connsiteX187" fmla="*/ 3400728 w 12192001"/>
              <a:gd name="connsiteY187" fmla="*/ 1962558 h 2344739"/>
              <a:gd name="connsiteX188" fmla="*/ 3363888 w 12192001"/>
              <a:gd name="connsiteY188" fmla="*/ 1979510 h 2344739"/>
              <a:gd name="connsiteX189" fmla="*/ 3344026 w 12192001"/>
              <a:gd name="connsiteY189" fmla="*/ 1981192 h 2344739"/>
              <a:gd name="connsiteX190" fmla="*/ 3341698 w 12192001"/>
              <a:gd name="connsiteY190" fmla="*/ 1980217 h 2344739"/>
              <a:gd name="connsiteX191" fmla="*/ 3262356 w 12192001"/>
              <a:gd name="connsiteY191" fmla="*/ 1986094 h 2344739"/>
              <a:gd name="connsiteX192" fmla="*/ 3142556 w 12192001"/>
              <a:gd name="connsiteY192" fmla="*/ 1993869 h 2344739"/>
              <a:gd name="connsiteX193" fmla="*/ 3030291 w 12192001"/>
              <a:gd name="connsiteY193" fmla="*/ 1996512 h 2344739"/>
              <a:gd name="connsiteX194" fmla="*/ 2781569 w 12192001"/>
              <a:gd name="connsiteY194" fmla="*/ 2018333 h 2344739"/>
              <a:gd name="connsiteX195" fmla="*/ 2646527 w 12192001"/>
              <a:gd name="connsiteY195" fmla="*/ 2028869 h 2344739"/>
              <a:gd name="connsiteX196" fmla="*/ 2568028 w 12192001"/>
              <a:gd name="connsiteY196" fmla="*/ 2002628 h 2344739"/>
              <a:gd name="connsiteX197" fmla="*/ 2443255 w 12192001"/>
              <a:gd name="connsiteY197" fmla="*/ 2016529 h 2344739"/>
              <a:gd name="connsiteX198" fmla="*/ 2315112 w 12192001"/>
              <a:gd name="connsiteY198" fmla="*/ 2024996 h 2344739"/>
              <a:gd name="connsiteX199" fmla="*/ 2208578 w 12192001"/>
              <a:gd name="connsiteY199" fmla="*/ 2019763 h 2344739"/>
              <a:gd name="connsiteX200" fmla="*/ 2094665 w 12192001"/>
              <a:gd name="connsiteY200" fmla="*/ 2003052 h 2344739"/>
              <a:gd name="connsiteX201" fmla="*/ 1997356 w 12192001"/>
              <a:gd name="connsiteY201" fmla="*/ 1995032 h 2344739"/>
              <a:gd name="connsiteX202" fmla="*/ 1928172 w 12192001"/>
              <a:gd name="connsiteY202" fmla="*/ 2016977 h 2344739"/>
              <a:gd name="connsiteX203" fmla="*/ 1921650 w 12192001"/>
              <a:gd name="connsiteY203" fmla="*/ 2012146 h 2344739"/>
              <a:gd name="connsiteX204" fmla="*/ 1873080 w 12192001"/>
              <a:gd name="connsiteY204" fmla="*/ 2013741 h 2344739"/>
              <a:gd name="connsiteX205" fmla="*/ 1786655 w 12192001"/>
              <a:gd name="connsiteY205" fmla="*/ 2041363 h 2344739"/>
              <a:gd name="connsiteX206" fmla="*/ 1738204 w 12192001"/>
              <a:gd name="connsiteY206" fmla="*/ 2036312 h 2344739"/>
              <a:gd name="connsiteX207" fmla="*/ 1675071 w 12192001"/>
              <a:gd name="connsiteY207" fmla="*/ 2019963 h 2344739"/>
              <a:gd name="connsiteX208" fmla="*/ 1608669 w 12192001"/>
              <a:gd name="connsiteY208" fmla="*/ 2013066 h 2344739"/>
              <a:gd name="connsiteX209" fmla="*/ 1496110 w 12192001"/>
              <a:gd name="connsiteY209" fmla="*/ 1987476 h 2344739"/>
              <a:gd name="connsiteX210" fmla="*/ 1149979 w 12192001"/>
              <a:gd name="connsiteY210" fmla="*/ 1938041 h 2344739"/>
              <a:gd name="connsiteX211" fmla="*/ 858269 w 12192001"/>
              <a:gd name="connsiteY211" fmla="*/ 1928608 h 2344739"/>
              <a:gd name="connsiteX212" fmla="*/ 837540 w 12192001"/>
              <a:gd name="connsiteY212" fmla="*/ 1929821 h 2344739"/>
              <a:gd name="connsiteX213" fmla="*/ 816809 w 12192001"/>
              <a:gd name="connsiteY213" fmla="*/ 1927857 h 2344739"/>
              <a:gd name="connsiteX214" fmla="*/ 811506 w 12192001"/>
              <a:gd name="connsiteY214" fmla="*/ 1930751 h 2344739"/>
              <a:gd name="connsiteX215" fmla="*/ 797041 w 12192001"/>
              <a:gd name="connsiteY215" fmla="*/ 1930446 h 2344739"/>
              <a:gd name="connsiteX216" fmla="*/ 767901 w 12192001"/>
              <a:gd name="connsiteY216" fmla="*/ 1932653 h 2344739"/>
              <a:gd name="connsiteX217" fmla="*/ 763053 w 12192001"/>
              <a:gd name="connsiteY217" fmla="*/ 1930432 h 2344739"/>
              <a:gd name="connsiteX218" fmla="*/ 720047 w 12192001"/>
              <a:gd name="connsiteY218" fmla="*/ 1929661 h 2344739"/>
              <a:gd name="connsiteX219" fmla="*/ 719742 w 12192001"/>
              <a:gd name="connsiteY219" fmla="*/ 1928399 h 2344739"/>
              <a:gd name="connsiteX220" fmla="*/ 708875 w 12192001"/>
              <a:gd name="connsiteY220" fmla="*/ 1922722 h 2344739"/>
              <a:gd name="connsiteX221" fmla="*/ 596792 w 12192001"/>
              <a:gd name="connsiteY221" fmla="*/ 1879864 h 2344739"/>
              <a:gd name="connsiteX222" fmla="*/ 578535 w 12192001"/>
              <a:gd name="connsiteY222" fmla="*/ 1877212 h 2344739"/>
              <a:gd name="connsiteX223" fmla="*/ 571717 w 12192001"/>
              <a:gd name="connsiteY223" fmla="*/ 1877401 h 2344739"/>
              <a:gd name="connsiteX224" fmla="*/ 445099 w 12192001"/>
              <a:gd name="connsiteY224" fmla="*/ 1839371 h 2344739"/>
              <a:gd name="connsiteX225" fmla="*/ 404015 w 12192001"/>
              <a:gd name="connsiteY225" fmla="*/ 1833548 h 2344739"/>
              <a:gd name="connsiteX226" fmla="*/ 292435 w 12192001"/>
              <a:gd name="connsiteY226" fmla="*/ 1812852 h 2344739"/>
              <a:gd name="connsiteX227" fmla="*/ 118381 w 12192001"/>
              <a:gd name="connsiteY227" fmla="*/ 1761047 h 2344739"/>
              <a:gd name="connsiteX228" fmla="*/ 15526 w 12192001"/>
              <a:gd name="connsiteY228" fmla="*/ 1758191 h 2344739"/>
              <a:gd name="connsiteX229" fmla="*/ 2 w 12192001"/>
              <a:gd name="connsiteY229" fmla="*/ 1752722 h 2344739"/>
              <a:gd name="connsiteX230" fmla="*/ 1 w 12192001"/>
              <a:gd name="connsiteY230" fmla="*/ 762497 h 2344739"/>
              <a:gd name="connsiteX231" fmla="*/ 0 w 12192001"/>
              <a:gd name="connsiteY231" fmla="*/ 762497 h 2344739"/>
              <a:gd name="connsiteX232" fmla="*/ 0 w 12192001"/>
              <a:gd name="connsiteY232" fmla="*/ 222213 h 2344739"/>
              <a:gd name="connsiteX233" fmla="*/ 0 w 12192001"/>
              <a:gd name="connsiteY233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13812 w 12192001"/>
              <a:gd name="connsiteY70" fmla="*/ 1919069 h 2344739"/>
              <a:gd name="connsiteX71" fmla="*/ 9053453 w 12192001"/>
              <a:gd name="connsiteY71" fmla="*/ 1910755 h 2344739"/>
              <a:gd name="connsiteX72" fmla="*/ 9005486 w 12192001"/>
              <a:gd name="connsiteY72" fmla="*/ 1914040 h 2344739"/>
              <a:gd name="connsiteX73" fmla="*/ 9005201 w 12192001"/>
              <a:gd name="connsiteY73" fmla="*/ 1913800 h 2344739"/>
              <a:gd name="connsiteX74" fmla="*/ 8996232 w 12192001"/>
              <a:gd name="connsiteY74" fmla="*/ 1915011 h 2344739"/>
              <a:gd name="connsiteX75" fmla="*/ 8990394 w 12192001"/>
              <a:gd name="connsiteY75" fmla="*/ 1917072 h 2344739"/>
              <a:gd name="connsiteX76" fmla="*/ 8974337 w 12192001"/>
              <a:gd name="connsiteY76" fmla="*/ 1920298 h 2344739"/>
              <a:gd name="connsiteX77" fmla="*/ 8968011 w 12192001"/>
              <a:gd name="connsiteY77" fmla="*/ 1919598 h 2344739"/>
              <a:gd name="connsiteX78" fmla="*/ 8963048 w 12192001"/>
              <a:gd name="connsiteY78" fmla="*/ 1917373 h 2344739"/>
              <a:gd name="connsiteX79" fmla="*/ 8928988 w 12192001"/>
              <a:gd name="connsiteY79" fmla="*/ 1914185 h 2344739"/>
              <a:gd name="connsiteX80" fmla="*/ 8752444 w 12192001"/>
              <a:gd name="connsiteY80" fmla="*/ 1933417 h 2344739"/>
              <a:gd name="connsiteX81" fmla="*/ 8707847 w 12192001"/>
              <a:gd name="connsiteY81" fmla="*/ 1935518 h 2344739"/>
              <a:gd name="connsiteX82" fmla="*/ 8596071 w 12192001"/>
              <a:gd name="connsiteY82" fmla="*/ 1944090 h 2344739"/>
              <a:gd name="connsiteX83" fmla="*/ 8525230 w 12192001"/>
              <a:gd name="connsiteY83" fmla="*/ 1929248 h 2344739"/>
              <a:gd name="connsiteX84" fmla="*/ 8510983 w 12192001"/>
              <a:gd name="connsiteY84" fmla="*/ 1935163 h 2344739"/>
              <a:gd name="connsiteX85" fmla="*/ 8506167 w 12192001"/>
              <a:gd name="connsiteY85" fmla="*/ 1938164 h 2344739"/>
              <a:gd name="connsiteX86" fmla="*/ 8497968 w 12192001"/>
              <a:gd name="connsiteY86" fmla="*/ 1940902 h 2344739"/>
              <a:gd name="connsiteX87" fmla="*/ 8497594 w 12192001"/>
              <a:gd name="connsiteY87" fmla="*/ 1940723 h 2344739"/>
              <a:gd name="connsiteX88" fmla="*/ 8490249 w 12192001"/>
              <a:gd name="connsiteY88" fmla="*/ 1943773 h 2344739"/>
              <a:gd name="connsiteX89" fmla="*/ 8367182 w 12192001"/>
              <a:gd name="connsiteY89" fmla="*/ 1957815 h 2344739"/>
              <a:gd name="connsiteX90" fmla="*/ 8353799 w 12192001"/>
              <a:gd name="connsiteY90" fmla="*/ 1958009 h 2344739"/>
              <a:gd name="connsiteX91" fmla="*/ 8352373 w 12192001"/>
              <a:gd name="connsiteY91" fmla="*/ 1957169 h 2344739"/>
              <a:gd name="connsiteX92" fmla="*/ 8320104 w 12192001"/>
              <a:gd name="connsiteY92" fmla="*/ 1974587 h 2344739"/>
              <a:gd name="connsiteX93" fmla="*/ 8314433 w 12192001"/>
              <a:gd name="connsiteY93" fmla="*/ 1974913 h 2344739"/>
              <a:gd name="connsiteX94" fmla="*/ 8295174 w 12192001"/>
              <a:gd name="connsiteY94" fmla="*/ 1988808 h 2344739"/>
              <a:gd name="connsiteX95" fmla="*/ 8284276 w 12192001"/>
              <a:gd name="connsiteY95" fmla="*/ 1994631 h 2344739"/>
              <a:gd name="connsiteX96" fmla="*/ 8283150 w 12192001"/>
              <a:gd name="connsiteY96" fmla="*/ 1999074 h 2344739"/>
              <a:gd name="connsiteX97" fmla="*/ 8266076 w 12192001"/>
              <a:gd name="connsiteY97" fmla="*/ 2006249 h 2344739"/>
              <a:gd name="connsiteX98" fmla="*/ 8263377 w 12192001"/>
              <a:gd name="connsiteY98" fmla="*/ 2006019 h 2344739"/>
              <a:gd name="connsiteX99" fmla="*/ 8252033 w 12192001"/>
              <a:gd name="connsiteY99" fmla="*/ 2015862 h 2344739"/>
              <a:gd name="connsiteX100" fmla="*/ 8245834 w 12192001"/>
              <a:gd name="connsiteY100" fmla="*/ 2028854 h 2344739"/>
              <a:gd name="connsiteX101" fmla="*/ 8090272 w 12192001"/>
              <a:gd name="connsiteY101" fmla="*/ 2075015 h 2344739"/>
              <a:gd name="connsiteX102" fmla="*/ 7905407 w 12192001"/>
              <a:gd name="connsiteY102" fmla="*/ 2116988 h 2344739"/>
              <a:gd name="connsiteX103" fmla="*/ 7718745 w 12192001"/>
              <a:gd name="connsiteY103" fmla="*/ 2142703 h 2344739"/>
              <a:gd name="connsiteX104" fmla="*/ 7614347 w 12192001"/>
              <a:gd name="connsiteY104" fmla="*/ 2139232 h 2344739"/>
              <a:gd name="connsiteX105" fmla="*/ 7527543 w 12192001"/>
              <a:gd name="connsiteY105" fmla="*/ 2145060 h 2344739"/>
              <a:gd name="connsiteX106" fmla="*/ 7519571 w 12192001"/>
              <a:gd name="connsiteY106" fmla="*/ 2147613 h 2344739"/>
              <a:gd name="connsiteX107" fmla="*/ 7507411 w 12192001"/>
              <a:gd name="connsiteY107" fmla="*/ 2148948 h 2344739"/>
              <a:gd name="connsiteX108" fmla="*/ 7507040 w 12192001"/>
              <a:gd name="connsiteY108" fmla="*/ 2148621 h 2344739"/>
              <a:gd name="connsiteX109" fmla="*/ 7495795 w 12192001"/>
              <a:gd name="connsiteY109" fmla="*/ 2150573 h 2344739"/>
              <a:gd name="connsiteX110" fmla="*/ 7405391 w 12192001"/>
              <a:gd name="connsiteY110" fmla="*/ 2142468 h 2344739"/>
              <a:gd name="connsiteX111" fmla="*/ 7312180 w 12192001"/>
              <a:gd name="connsiteY111" fmla="*/ 2132873 h 2344739"/>
              <a:gd name="connsiteX112" fmla="*/ 7310853 w 12192001"/>
              <a:gd name="connsiteY112" fmla="*/ 2131431 h 2344739"/>
              <a:gd name="connsiteX113" fmla="*/ 7218559 w 12192001"/>
              <a:gd name="connsiteY113" fmla="*/ 2156680 h 2344739"/>
              <a:gd name="connsiteX114" fmla="*/ 7201101 w 12192001"/>
              <a:gd name="connsiteY114" fmla="*/ 2161230 h 2344739"/>
              <a:gd name="connsiteX115" fmla="*/ 7197004 w 12192001"/>
              <a:gd name="connsiteY115" fmla="*/ 2166588 h 2344739"/>
              <a:gd name="connsiteX116" fmla="*/ 7170808 w 12192001"/>
              <a:gd name="connsiteY116" fmla="*/ 2171236 h 2344739"/>
              <a:gd name="connsiteX117" fmla="*/ 7096988 w 12192001"/>
              <a:gd name="connsiteY117" fmla="*/ 2183464 h 2344739"/>
              <a:gd name="connsiteX118" fmla="*/ 7018496 w 12192001"/>
              <a:gd name="connsiteY118" fmla="*/ 2183090 h 2344739"/>
              <a:gd name="connsiteX119" fmla="*/ 6904146 w 12192001"/>
              <a:gd name="connsiteY119" fmla="*/ 2212596 h 2344739"/>
              <a:gd name="connsiteX120" fmla="*/ 6708222 w 12192001"/>
              <a:gd name="connsiteY120" fmla="*/ 2240551 h 2344739"/>
              <a:gd name="connsiteX121" fmla="*/ 6549454 w 12192001"/>
              <a:gd name="connsiteY121" fmla="*/ 2269327 h 2344739"/>
              <a:gd name="connsiteX122" fmla="*/ 6317560 w 12192001"/>
              <a:gd name="connsiteY122" fmla="*/ 2316127 h 2344739"/>
              <a:gd name="connsiteX123" fmla="*/ 6168674 w 12192001"/>
              <a:gd name="connsiteY123" fmla="*/ 2318214 h 2344739"/>
              <a:gd name="connsiteX124" fmla="*/ 6073848 w 12192001"/>
              <a:gd name="connsiteY124" fmla="*/ 2338676 h 2344739"/>
              <a:gd name="connsiteX125" fmla="*/ 6068529 w 12192001"/>
              <a:gd name="connsiteY125" fmla="*/ 2337139 h 2344739"/>
              <a:gd name="connsiteX126" fmla="*/ 6048638 w 12192001"/>
              <a:gd name="connsiteY126" fmla="*/ 2337822 h 2344739"/>
              <a:gd name="connsiteX127" fmla="*/ 6041285 w 12192001"/>
              <a:gd name="connsiteY127" fmla="*/ 2329473 h 2344739"/>
              <a:gd name="connsiteX128" fmla="*/ 6010090 w 12192001"/>
              <a:gd name="connsiteY128" fmla="*/ 2324380 h 2344739"/>
              <a:gd name="connsiteX129" fmla="*/ 5957375 w 12192001"/>
              <a:gd name="connsiteY129" fmla="*/ 2328024 h 2344739"/>
              <a:gd name="connsiteX130" fmla="*/ 5758919 w 12192001"/>
              <a:gd name="connsiteY130" fmla="*/ 2343716 h 2344739"/>
              <a:gd name="connsiteX131" fmla="*/ 5626960 w 12192001"/>
              <a:gd name="connsiteY131" fmla="*/ 2344739 h 2344739"/>
              <a:gd name="connsiteX132" fmla="*/ 5470906 w 12192001"/>
              <a:gd name="connsiteY132" fmla="*/ 2330719 h 2344739"/>
              <a:gd name="connsiteX133" fmla="*/ 5432761 w 12192001"/>
              <a:gd name="connsiteY133" fmla="*/ 2319466 h 2344739"/>
              <a:gd name="connsiteX134" fmla="*/ 5381669 w 12192001"/>
              <a:gd name="connsiteY134" fmla="*/ 2301764 h 2344739"/>
              <a:gd name="connsiteX135" fmla="*/ 5261764 w 12192001"/>
              <a:gd name="connsiteY135" fmla="*/ 2281347 h 2344739"/>
              <a:gd name="connsiteX136" fmla="*/ 5222961 w 12192001"/>
              <a:gd name="connsiteY136" fmla="*/ 2270223 h 2344739"/>
              <a:gd name="connsiteX137" fmla="*/ 5174660 w 12192001"/>
              <a:gd name="connsiteY137" fmla="*/ 2267233 h 2344739"/>
              <a:gd name="connsiteX138" fmla="*/ 5156554 w 12192001"/>
              <a:gd name="connsiteY138" fmla="*/ 2260010 h 2344739"/>
              <a:gd name="connsiteX139" fmla="*/ 5142599 w 12192001"/>
              <a:gd name="connsiteY139" fmla="*/ 2256610 h 2344739"/>
              <a:gd name="connsiteX140" fmla="*/ 5139596 w 12192001"/>
              <a:gd name="connsiteY140" fmla="*/ 2254509 h 2344739"/>
              <a:gd name="connsiteX141" fmla="*/ 5121659 w 12192001"/>
              <a:gd name="connsiteY141" fmla="*/ 2243656 h 2344739"/>
              <a:gd name="connsiteX142" fmla="*/ 5065790 w 12192001"/>
              <a:gd name="connsiteY142" fmla="*/ 2250227 h 2344739"/>
              <a:gd name="connsiteX143" fmla="*/ 5011514 w 12192001"/>
              <a:gd name="connsiteY143" fmla="*/ 2233846 h 2344739"/>
              <a:gd name="connsiteX144" fmla="*/ 4840441 w 12192001"/>
              <a:gd name="connsiteY144" fmla="*/ 2209829 h 2344739"/>
              <a:gd name="connsiteX145" fmla="*/ 4762447 w 12192001"/>
              <a:gd name="connsiteY145" fmla="*/ 2182061 h 2344739"/>
              <a:gd name="connsiteX146" fmla="*/ 4723186 w 12192001"/>
              <a:gd name="connsiteY146" fmla="*/ 2173047 h 2344739"/>
              <a:gd name="connsiteX147" fmla="*/ 4721176 w 12192001"/>
              <a:gd name="connsiteY147" fmla="*/ 2172298 h 2344739"/>
              <a:gd name="connsiteX148" fmla="*/ 4722111 w 12192001"/>
              <a:gd name="connsiteY148" fmla="*/ 2172087 h 2344739"/>
              <a:gd name="connsiteX149" fmla="*/ 4717202 w 12192001"/>
              <a:gd name="connsiteY149" fmla="*/ 2170817 h 2344739"/>
              <a:gd name="connsiteX150" fmla="*/ 4721176 w 12192001"/>
              <a:gd name="connsiteY150" fmla="*/ 2172298 h 2344739"/>
              <a:gd name="connsiteX151" fmla="*/ 4715526 w 12192001"/>
              <a:gd name="connsiteY151" fmla="*/ 2173573 h 2344739"/>
              <a:gd name="connsiteX152" fmla="*/ 4515814 w 12192001"/>
              <a:gd name="connsiteY152" fmla="*/ 2163671 h 2344739"/>
              <a:gd name="connsiteX153" fmla="*/ 4428543 w 12192001"/>
              <a:gd name="connsiteY153" fmla="*/ 2153020 h 2344739"/>
              <a:gd name="connsiteX154" fmla="*/ 4362875 w 12192001"/>
              <a:gd name="connsiteY154" fmla="*/ 2151674 h 2344739"/>
              <a:gd name="connsiteX155" fmla="*/ 4316966 w 12192001"/>
              <a:gd name="connsiteY155" fmla="*/ 2158289 h 2344739"/>
              <a:gd name="connsiteX156" fmla="*/ 4315110 w 12192001"/>
              <a:gd name="connsiteY156" fmla="*/ 2156948 h 2344739"/>
              <a:gd name="connsiteX157" fmla="*/ 4295144 w 12192001"/>
              <a:gd name="connsiteY157" fmla="*/ 2155069 h 2344739"/>
              <a:gd name="connsiteX158" fmla="*/ 4290064 w 12192001"/>
              <a:gd name="connsiteY158" fmla="*/ 2157986 h 2344739"/>
              <a:gd name="connsiteX159" fmla="*/ 4276142 w 12192001"/>
              <a:gd name="connsiteY159" fmla="*/ 2157740 h 2344739"/>
              <a:gd name="connsiteX160" fmla="*/ 4248117 w 12192001"/>
              <a:gd name="connsiteY160" fmla="*/ 2160064 h 2344739"/>
              <a:gd name="connsiteX161" fmla="*/ 4202051 w 12192001"/>
              <a:gd name="connsiteY161" fmla="*/ 2157269 h 2344739"/>
              <a:gd name="connsiteX162" fmla="*/ 4201745 w 12192001"/>
              <a:gd name="connsiteY162" fmla="*/ 2156010 h 2344739"/>
              <a:gd name="connsiteX163" fmla="*/ 4191248 w 12192001"/>
              <a:gd name="connsiteY163" fmla="*/ 2150376 h 2344739"/>
              <a:gd name="connsiteX164" fmla="*/ 4142745 w 12192001"/>
              <a:gd name="connsiteY164" fmla="*/ 2134511 h 2344739"/>
              <a:gd name="connsiteX165" fmla="*/ 4083097 w 12192001"/>
              <a:gd name="connsiteY165" fmla="*/ 2107978 h 2344739"/>
              <a:gd name="connsiteX166" fmla="*/ 4074546 w 12192001"/>
              <a:gd name="connsiteY166" fmla="*/ 2107143 h 2344739"/>
              <a:gd name="connsiteX167" fmla="*/ 4074427 w 12192001"/>
              <a:gd name="connsiteY167" fmla="*/ 2106844 h 2344739"/>
              <a:gd name="connsiteX168" fmla="*/ 4065510 w 12192001"/>
              <a:gd name="connsiteY168" fmla="*/ 2105400 h 2344739"/>
              <a:gd name="connsiteX169" fmla="*/ 4058954 w 12192001"/>
              <a:gd name="connsiteY169" fmla="*/ 2105618 h 2344739"/>
              <a:gd name="connsiteX170" fmla="*/ 4042364 w 12192001"/>
              <a:gd name="connsiteY170" fmla="*/ 2103997 h 2344739"/>
              <a:gd name="connsiteX171" fmla="*/ 4036997 w 12192001"/>
              <a:gd name="connsiteY171" fmla="*/ 2101563 h 2344739"/>
              <a:gd name="connsiteX172" fmla="*/ 4035363 w 12192001"/>
              <a:gd name="connsiteY172" fmla="*/ 2097896 h 2344739"/>
              <a:gd name="connsiteX173" fmla="*/ 4033778 w 12192001"/>
              <a:gd name="connsiteY173" fmla="*/ 2098131 h 2344739"/>
              <a:gd name="connsiteX174" fmla="*/ 4004538 w 12192001"/>
              <a:gd name="connsiteY174" fmla="*/ 2085563 h 2344739"/>
              <a:gd name="connsiteX175" fmla="*/ 3936846 w 12192001"/>
              <a:gd name="connsiteY175" fmla="*/ 2068106 h 2344739"/>
              <a:gd name="connsiteX176" fmla="*/ 3897275 w 12192001"/>
              <a:gd name="connsiteY176" fmla="*/ 2062451 h 2344739"/>
              <a:gd name="connsiteX177" fmla="*/ 3789760 w 12192001"/>
              <a:gd name="connsiteY177" fmla="*/ 2042213 h 2344739"/>
              <a:gd name="connsiteX178" fmla="*/ 3682513 w 12192001"/>
              <a:gd name="connsiteY178" fmla="*/ 2018290 h 2344739"/>
              <a:gd name="connsiteX179" fmla="*/ 3610035 w 12192001"/>
              <a:gd name="connsiteY179" fmla="*/ 1986019 h 2344739"/>
              <a:gd name="connsiteX180" fmla="*/ 3603855 w 12192001"/>
              <a:gd name="connsiteY180" fmla="*/ 1987381 h 2344739"/>
              <a:gd name="connsiteX181" fmla="*/ 3594736 w 12192001"/>
              <a:gd name="connsiteY181" fmla="*/ 1987545 h 2344739"/>
              <a:gd name="connsiteX182" fmla="*/ 3594501 w 12192001"/>
              <a:gd name="connsiteY182" fmla="*/ 1987276 h 2344739"/>
              <a:gd name="connsiteX183" fmla="*/ 3585978 w 12192001"/>
              <a:gd name="connsiteY183" fmla="*/ 1987966 h 2344739"/>
              <a:gd name="connsiteX184" fmla="*/ 3536135 w 12192001"/>
              <a:gd name="connsiteY184" fmla="*/ 1978267 h 2344739"/>
              <a:gd name="connsiteX185" fmla="*/ 3473223 w 12192001"/>
              <a:gd name="connsiteY185" fmla="*/ 1974606 h 2344739"/>
              <a:gd name="connsiteX186" fmla="*/ 3400728 w 12192001"/>
              <a:gd name="connsiteY186" fmla="*/ 1962558 h 2344739"/>
              <a:gd name="connsiteX187" fmla="*/ 3363888 w 12192001"/>
              <a:gd name="connsiteY187" fmla="*/ 1979510 h 2344739"/>
              <a:gd name="connsiteX188" fmla="*/ 3344026 w 12192001"/>
              <a:gd name="connsiteY188" fmla="*/ 1981192 h 2344739"/>
              <a:gd name="connsiteX189" fmla="*/ 3341698 w 12192001"/>
              <a:gd name="connsiteY189" fmla="*/ 1980217 h 2344739"/>
              <a:gd name="connsiteX190" fmla="*/ 3262356 w 12192001"/>
              <a:gd name="connsiteY190" fmla="*/ 1986094 h 2344739"/>
              <a:gd name="connsiteX191" fmla="*/ 3142556 w 12192001"/>
              <a:gd name="connsiteY191" fmla="*/ 1993869 h 2344739"/>
              <a:gd name="connsiteX192" fmla="*/ 3030291 w 12192001"/>
              <a:gd name="connsiteY192" fmla="*/ 1996512 h 2344739"/>
              <a:gd name="connsiteX193" fmla="*/ 2781569 w 12192001"/>
              <a:gd name="connsiteY193" fmla="*/ 2018333 h 2344739"/>
              <a:gd name="connsiteX194" fmla="*/ 2646527 w 12192001"/>
              <a:gd name="connsiteY194" fmla="*/ 2028869 h 2344739"/>
              <a:gd name="connsiteX195" fmla="*/ 2568028 w 12192001"/>
              <a:gd name="connsiteY195" fmla="*/ 2002628 h 2344739"/>
              <a:gd name="connsiteX196" fmla="*/ 2443255 w 12192001"/>
              <a:gd name="connsiteY196" fmla="*/ 2016529 h 2344739"/>
              <a:gd name="connsiteX197" fmla="*/ 2315112 w 12192001"/>
              <a:gd name="connsiteY197" fmla="*/ 2024996 h 2344739"/>
              <a:gd name="connsiteX198" fmla="*/ 2208578 w 12192001"/>
              <a:gd name="connsiteY198" fmla="*/ 2019763 h 2344739"/>
              <a:gd name="connsiteX199" fmla="*/ 2094665 w 12192001"/>
              <a:gd name="connsiteY199" fmla="*/ 2003052 h 2344739"/>
              <a:gd name="connsiteX200" fmla="*/ 1997356 w 12192001"/>
              <a:gd name="connsiteY200" fmla="*/ 1995032 h 2344739"/>
              <a:gd name="connsiteX201" fmla="*/ 1928172 w 12192001"/>
              <a:gd name="connsiteY201" fmla="*/ 2016977 h 2344739"/>
              <a:gd name="connsiteX202" fmla="*/ 1921650 w 12192001"/>
              <a:gd name="connsiteY202" fmla="*/ 2012146 h 2344739"/>
              <a:gd name="connsiteX203" fmla="*/ 1873080 w 12192001"/>
              <a:gd name="connsiteY203" fmla="*/ 2013741 h 2344739"/>
              <a:gd name="connsiteX204" fmla="*/ 1786655 w 12192001"/>
              <a:gd name="connsiteY204" fmla="*/ 2041363 h 2344739"/>
              <a:gd name="connsiteX205" fmla="*/ 1738204 w 12192001"/>
              <a:gd name="connsiteY205" fmla="*/ 2036312 h 2344739"/>
              <a:gd name="connsiteX206" fmla="*/ 1675071 w 12192001"/>
              <a:gd name="connsiteY206" fmla="*/ 2019963 h 2344739"/>
              <a:gd name="connsiteX207" fmla="*/ 1608669 w 12192001"/>
              <a:gd name="connsiteY207" fmla="*/ 2013066 h 2344739"/>
              <a:gd name="connsiteX208" fmla="*/ 1496110 w 12192001"/>
              <a:gd name="connsiteY208" fmla="*/ 1987476 h 2344739"/>
              <a:gd name="connsiteX209" fmla="*/ 1149979 w 12192001"/>
              <a:gd name="connsiteY209" fmla="*/ 1938041 h 2344739"/>
              <a:gd name="connsiteX210" fmla="*/ 858269 w 12192001"/>
              <a:gd name="connsiteY210" fmla="*/ 1928608 h 2344739"/>
              <a:gd name="connsiteX211" fmla="*/ 837540 w 12192001"/>
              <a:gd name="connsiteY211" fmla="*/ 1929821 h 2344739"/>
              <a:gd name="connsiteX212" fmla="*/ 816809 w 12192001"/>
              <a:gd name="connsiteY212" fmla="*/ 1927857 h 2344739"/>
              <a:gd name="connsiteX213" fmla="*/ 811506 w 12192001"/>
              <a:gd name="connsiteY213" fmla="*/ 1930751 h 2344739"/>
              <a:gd name="connsiteX214" fmla="*/ 797041 w 12192001"/>
              <a:gd name="connsiteY214" fmla="*/ 1930446 h 2344739"/>
              <a:gd name="connsiteX215" fmla="*/ 767901 w 12192001"/>
              <a:gd name="connsiteY215" fmla="*/ 1932653 h 2344739"/>
              <a:gd name="connsiteX216" fmla="*/ 763053 w 12192001"/>
              <a:gd name="connsiteY216" fmla="*/ 1930432 h 2344739"/>
              <a:gd name="connsiteX217" fmla="*/ 720047 w 12192001"/>
              <a:gd name="connsiteY217" fmla="*/ 1929661 h 2344739"/>
              <a:gd name="connsiteX218" fmla="*/ 719742 w 12192001"/>
              <a:gd name="connsiteY218" fmla="*/ 1928399 h 2344739"/>
              <a:gd name="connsiteX219" fmla="*/ 708875 w 12192001"/>
              <a:gd name="connsiteY219" fmla="*/ 1922722 h 2344739"/>
              <a:gd name="connsiteX220" fmla="*/ 596792 w 12192001"/>
              <a:gd name="connsiteY220" fmla="*/ 1879864 h 2344739"/>
              <a:gd name="connsiteX221" fmla="*/ 578535 w 12192001"/>
              <a:gd name="connsiteY221" fmla="*/ 1877212 h 2344739"/>
              <a:gd name="connsiteX222" fmla="*/ 571717 w 12192001"/>
              <a:gd name="connsiteY222" fmla="*/ 1877401 h 2344739"/>
              <a:gd name="connsiteX223" fmla="*/ 445099 w 12192001"/>
              <a:gd name="connsiteY223" fmla="*/ 1839371 h 2344739"/>
              <a:gd name="connsiteX224" fmla="*/ 404015 w 12192001"/>
              <a:gd name="connsiteY224" fmla="*/ 1833548 h 2344739"/>
              <a:gd name="connsiteX225" fmla="*/ 292435 w 12192001"/>
              <a:gd name="connsiteY225" fmla="*/ 1812852 h 2344739"/>
              <a:gd name="connsiteX226" fmla="*/ 118381 w 12192001"/>
              <a:gd name="connsiteY226" fmla="*/ 1761047 h 2344739"/>
              <a:gd name="connsiteX227" fmla="*/ 15526 w 12192001"/>
              <a:gd name="connsiteY227" fmla="*/ 1758191 h 2344739"/>
              <a:gd name="connsiteX228" fmla="*/ 2 w 12192001"/>
              <a:gd name="connsiteY228" fmla="*/ 1752722 h 2344739"/>
              <a:gd name="connsiteX229" fmla="*/ 1 w 12192001"/>
              <a:gd name="connsiteY229" fmla="*/ 762497 h 2344739"/>
              <a:gd name="connsiteX230" fmla="*/ 0 w 12192001"/>
              <a:gd name="connsiteY230" fmla="*/ 762497 h 2344739"/>
              <a:gd name="connsiteX231" fmla="*/ 0 w 12192001"/>
              <a:gd name="connsiteY231" fmla="*/ 222213 h 2344739"/>
              <a:gd name="connsiteX232" fmla="*/ 0 w 12192001"/>
              <a:gd name="connsiteY232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312180 w 12192001"/>
              <a:gd name="connsiteY110" fmla="*/ 2132873 h 2344739"/>
              <a:gd name="connsiteX111" fmla="*/ 7310853 w 12192001"/>
              <a:gd name="connsiteY111" fmla="*/ 2131431 h 2344739"/>
              <a:gd name="connsiteX112" fmla="*/ 7218559 w 12192001"/>
              <a:gd name="connsiteY112" fmla="*/ 2156680 h 2344739"/>
              <a:gd name="connsiteX113" fmla="*/ 7201101 w 12192001"/>
              <a:gd name="connsiteY113" fmla="*/ 2161230 h 2344739"/>
              <a:gd name="connsiteX114" fmla="*/ 7197004 w 12192001"/>
              <a:gd name="connsiteY114" fmla="*/ 2166588 h 2344739"/>
              <a:gd name="connsiteX115" fmla="*/ 7170808 w 12192001"/>
              <a:gd name="connsiteY115" fmla="*/ 2171236 h 2344739"/>
              <a:gd name="connsiteX116" fmla="*/ 7096988 w 12192001"/>
              <a:gd name="connsiteY116" fmla="*/ 2183464 h 2344739"/>
              <a:gd name="connsiteX117" fmla="*/ 7018496 w 12192001"/>
              <a:gd name="connsiteY117" fmla="*/ 2183090 h 2344739"/>
              <a:gd name="connsiteX118" fmla="*/ 6904146 w 12192001"/>
              <a:gd name="connsiteY118" fmla="*/ 2212596 h 2344739"/>
              <a:gd name="connsiteX119" fmla="*/ 6708222 w 12192001"/>
              <a:gd name="connsiteY119" fmla="*/ 2240551 h 2344739"/>
              <a:gd name="connsiteX120" fmla="*/ 6549454 w 12192001"/>
              <a:gd name="connsiteY120" fmla="*/ 2269327 h 2344739"/>
              <a:gd name="connsiteX121" fmla="*/ 6317560 w 12192001"/>
              <a:gd name="connsiteY121" fmla="*/ 2316127 h 2344739"/>
              <a:gd name="connsiteX122" fmla="*/ 6168674 w 12192001"/>
              <a:gd name="connsiteY122" fmla="*/ 2318214 h 2344739"/>
              <a:gd name="connsiteX123" fmla="*/ 6073848 w 12192001"/>
              <a:gd name="connsiteY123" fmla="*/ 2338676 h 2344739"/>
              <a:gd name="connsiteX124" fmla="*/ 6068529 w 12192001"/>
              <a:gd name="connsiteY124" fmla="*/ 2337139 h 2344739"/>
              <a:gd name="connsiteX125" fmla="*/ 6048638 w 12192001"/>
              <a:gd name="connsiteY125" fmla="*/ 2337822 h 2344739"/>
              <a:gd name="connsiteX126" fmla="*/ 6041285 w 12192001"/>
              <a:gd name="connsiteY126" fmla="*/ 2329473 h 2344739"/>
              <a:gd name="connsiteX127" fmla="*/ 6010090 w 12192001"/>
              <a:gd name="connsiteY127" fmla="*/ 2324380 h 2344739"/>
              <a:gd name="connsiteX128" fmla="*/ 5957375 w 12192001"/>
              <a:gd name="connsiteY128" fmla="*/ 2328024 h 2344739"/>
              <a:gd name="connsiteX129" fmla="*/ 5758919 w 12192001"/>
              <a:gd name="connsiteY129" fmla="*/ 2343716 h 2344739"/>
              <a:gd name="connsiteX130" fmla="*/ 5626960 w 12192001"/>
              <a:gd name="connsiteY130" fmla="*/ 2344739 h 2344739"/>
              <a:gd name="connsiteX131" fmla="*/ 5470906 w 12192001"/>
              <a:gd name="connsiteY131" fmla="*/ 2330719 h 2344739"/>
              <a:gd name="connsiteX132" fmla="*/ 5432761 w 12192001"/>
              <a:gd name="connsiteY132" fmla="*/ 2319466 h 2344739"/>
              <a:gd name="connsiteX133" fmla="*/ 5381669 w 12192001"/>
              <a:gd name="connsiteY133" fmla="*/ 2301764 h 2344739"/>
              <a:gd name="connsiteX134" fmla="*/ 5261764 w 12192001"/>
              <a:gd name="connsiteY134" fmla="*/ 2281347 h 2344739"/>
              <a:gd name="connsiteX135" fmla="*/ 5222961 w 12192001"/>
              <a:gd name="connsiteY135" fmla="*/ 2270223 h 2344739"/>
              <a:gd name="connsiteX136" fmla="*/ 5174660 w 12192001"/>
              <a:gd name="connsiteY136" fmla="*/ 2267233 h 2344739"/>
              <a:gd name="connsiteX137" fmla="*/ 5156554 w 12192001"/>
              <a:gd name="connsiteY137" fmla="*/ 2260010 h 2344739"/>
              <a:gd name="connsiteX138" fmla="*/ 5142599 w 12192001"/>
              <a:gd name="connsiteY138" fmla="*/ 2256610 h 2344739"/>
              <a:gd name="connsiteX139" fmla="*/ 5139596 w 12192001"/>
              <a:gd name="connsiteY139" fmla="*/ 2254509 h 2344739"/>
              <a:gd name="connsiteX140" fmla="*/ 5121659 w 12192001"/>
              <a:gd name="connsiteY140" fmla="*/ 2243656 h 2344739"/>
              <a:gd name="connsiteX141" fmla="*/ 5065790 w 12192001"/>
              <a:gd name="connsiteY141" fmla="*/ 2250227 h 2344739"/>
              <a:gd name="connsiteX142" fmla="*/ 5011514 w 12192001"/>
              <a:gd name="connsiteY142" fmla="*/ 2233846 h 2344739"/>
              <a:gd name="connsiteX143" fmla="*/ 4840441 w 12192001"/>
              <a:gd name="connsiteY143" fmla="*/ 2209829 h 2344739"/>
              <a:gd name="connsiteX144" fmla="*/ 4762447 w 12192001"/>
              <a:gd name="connsiteY144" fmla="*/ 2182061 h 2344739"/>
              <a:gd name="connsiteX145" fmla="*/ 4723186 w 12192001"/>
              <a:gd name="connsiteY145" fmla="*/ 2173047 h 2344739"/>
              <a:gd name="connsiteX146" fmla="*/ 4721176 w 12192001"/>
              <a:gd name="connsiteY146" fmla="*/ 2172298 h 2344739"/>
              <a:gd name="connsiteX147" fmla="*/ 4722111 w 12192001"/>
              <a:gd name="connsiteY147" fmla="*/ 2172087 h 2344739"/>
              <a:gd name="connsiteX148" fmla="*/ 4717202 w 12192001"/>
              <a:gd name="connsiteY148" fmla="*/ 2170817 h 2344739"/>
              <a:gd name="connsiteX149" fmla="*/ 4721176 w 12192001"/>
              <a:gd name="connsiteY149" fmla="*/ 2172298 h 2344739"/>
              <a:gd name="connsiteX150" fmla="*/ 4715526 w 12192001"/>
              <a:gd name="connsiteY150" fmla="*/ 2173573 h 2344739"/>
              <a:gd name="connsiteX151" fmla="*/ 4515814 w 12192001"/>
              <a:gd name="connsiteY151" fmla="*/ 2163671 h 2344739"/>
              <a:gd name="connsiteX152" fmla="*/ 4428543 w 12192001"/>
              <a:gd name="connsiteY152" fmla="*/ 2153020 h 2344739"/>
              <a:gd name="connsiteX153" fmla="*/ 4362875 w 12192001"/>
              <a:gd name="connsiteY153" fmla="*/ 2151674 h 2344739"/>
              <a:gd name="connsiteX154" fmla="*/ 4316966 w 12192001"/>
              <a:gd name="connsiteY154" fmla="*/ 2158289 h 2344739"/>
              <a:gd name="connsiteX155" fmla="*/ 4315110 w 12192001"/>
              <a:gd name="connsiteY155" fmla="*/ 2156948 h 2344739"/>
              <a:gd name="connsiteX156" fmla="*/ 4295144 w 12192001"/>
              <a:gd name="connsiteY156" fmla="*/ 2155069 h 2344739"/>
              <a:gd name="connsiteX157" fmla="*/ 4290064 w 12192001"/>
              <a:gd name="connsiteY157" fmla="*/ 2157986 h 2344739"/>
              <a:gd name="connsiteX158" fmla="*/ 4276142 w 12192001"/>
              <a:gd name="connsiteY158" fmla="*/ 2157740 h 2344739"/>
              <a:gd name="connsiteX159" fmla="*/ 4248117 w 12192001"/>
              <a:gd name="connsiteY159" fmla="*/ 2160064 h 2344739"/>
              <a:gd name="connsiteX160" fmla="*/ 4202051 w 12192001"/>
              <a:gd name="connsiteY160" fmla="*/ 2157269 h 2344739"/>
              <a:gd name="connsiteX161" fmla="*/ 4201745 w 12192001"/>
              <a:gd name="connsiteY161" fmla="*/ 2156010 h 2344739"/>
              <a:gd name="connsiteX162" fmla="*/ 4191248 w 12192001"/>
              <a:gd name="connsiteY162" fmla="*/ 2150376 h 2344739"/>
              <a:gd name="connsiteX163" fmla="*/ 4142745 w 12192001"/>
              <a:gd name="connsiteY163" fmla="*/ 2134511 h 2344739"/>
              <a:gd name="connsiteX164" fmla="*/ 4083097 w 12192001"/>
              <a:gd name="connsiteY164" fmla="*/ 2107978 h 2344739"/>
              <a:gd name="connsiteX165" fmla="*/ 4074546 w 12192001"/>
              <a:gd name="connsiteY165" fmla="*/ 2107143 h 2344739"/>
              <a:gd name="connsiteX166" fmla="*/ 4074427 w 12192001"/>
              <a:gd name="connsiteY166" fmla="*/ 2106844 h 2344739"/>
              <a:gd name="connsiteX167" fmla="*/ 4065510 w 12192001"/>
              <a:gd name="connsiteY167" fmla="*/ 2105400 h 2344739"/>
              <a:gd name="connsiteX168" fmla="*/ 4058954 w 12192001"/>
              <a:gd name="connsiteY168" fmla="*/ 2105618 h 2344739"/>
              <a:gd name="connsiteX169" fmla="*/ 4042364 w 12192001"/>
              <a:gd name="connsiteY169" fmla="*/ 2103997 h 2344739"/>
              <a:gd name="connsiteX170" fmla="*/ 4036997 w 12192001"/>
              <a:gd name="connsiteY170" fmla="*/ 2101563 h 2344739"/>
              <a:gd name="connsiteX171" fmla="*/ 4035363 w 12192001"/>
              <a:gd name="connsiteY171" fmla="*/ 2097896 h 2344739"/>
              <a:gd name="connsiteX172" fmla="*/ 4033778 w 12192001"/>
              <a:gd name="connsiteY172" fmla="*/ 2098131 h 2344739"/>
              <a:gd name="connsiteX173" fmla="*/ 4004538 w 12192001"/>
              <a:gd name="connsiteY173" fmla="*/ 2085563 h 2344739"/>
              <a:gd name="connsiteX174" fmla="*/ 3936846 w 12192001"/>
              <a:gd name="connsiteY174" fmla="*/ 2068106 h 2344739"/>
              <a:gd name="connsiteX175" fmla="*/ 3897275 w 12192001"/>
              <a:gd name="connsiteY175" fmla="*/ 2062451 h 2344739"/>
              <a:gd name="connsiteX176" fmla="*/ 3789760 w 12192001"/>
              <a:gd name="connsiteY176" fmla="*/ 2042213 h 2344739"/>
              <a:gd name="connsiteX177" fmla="*/ 3682513 w 12192001"/>
              <a:gd name="connsiteY177" fmla="*/ 2018290 h 2344739"/>
              <a:gd name="connsiteX178" fmla="*/ 3610035 w 12192001"/>
              <a:gd name="connsiteY178" fmla="*/ 1986019 h 2344739"/>
              <a:gd name="connsiteX179" fmla="*/ 3603855 w 12192001"/>
              <a:gd name="connsiteY179" fmla="*/ 1987381 h 2344739"/>
              <a:gd name="connsiteX180" fmla="*/ 3594736 w 12192001"/>
              <a:gd name="connsiteY180" fmla="*/ 1987545 h 2344739"/>
              <a:gd name="connsiteX181" fmla="*/ 3594501 w 12192001"/>
              <a:gd name="connsiteY181" fmla="*/ 1987276 h 2344739"/>
              <a:gd name="connsiteX182" fmla="*/ 3585978 w 12192001"/>
              <a:gd name="connsiteY182" fmla="*/ 1987966 h 2344739"/>
              <a:gd name="connsiteX183" fmla="*/ 3536135 w 12192001"/>
              <a:gd name="connsiteY183" fmla="*/ 1978267 h 2344739"/>
              <a:gd name="connsiteX184" fmla="*/ 3473223 w 12192001"/>
              <a:gd name="connsiteY184" fmla="*/ 1974606 h 2344739"/>
              <a:gd name="connsiteX185" fmla="*/ 3400728 w 12192001"/>
              <a:gd name="connsiteY185" fmla="*/ 1962558 h 2344739"/>
              <a:gd name="connsiteX186" fmla="*/ 3363888 w 12192001"/>
              <a:gd name="connsiteY186" fmla="*/ 1979510 h 2344739"/>
              <a:gd name="connsiteX187" fmla="*/ 3344026 w 12192001"/>
              <a:gd name="connsiteY187" fmla="*/ 1981192 h 2344739"/>
              <a:gd name="connsiteX188" fmla="*/ 3341698 w 12192001"/>
              <a:gd name="connsiteY188" fmla="*/ 1980217 h 2344739"/>
              <a:gd name="connsiteX189" fmla="*/ 3262356 w 12192001"/>
              <a:gd name="connsiteY189" fmla="*/ 1986094 h 2344739"/>
              <a:gd name="connsiteX190" fmla="*/ 3142556 w 12192001"/>
              <a:gd name="connsiteY190" fmla="*/ 1993869 h 2344739"/>
              <a:gd name="connsiteX191" fmla="*/ 3030291 w 12192001"/>
              <a:gd name="connsiteY191" fmla="*/ 1996512 h 2344739"/>
              <a:gd name="connsiteX192" fmla="*/ 2781569 w 12192001"/>
              <a:gd name="connsiteY192" fmla="*/ 2018333 h 2344739"/>
              <a:gd name="connsiteX193" fmla="*/ 2646527 w 12192001"/>
              <a:gd name="connsiteY193" fmla="*/ 2028869 h 2344739"/>
              <a:gd name="connsiteX194" fmla="*/ 2568028 w 12192001"/>
              <a:gd name="connsiteY194" fmla="*/ 2002628 h 2344739"/>
              <a:gd name="connsiteX195" fmla="*/ 2443255 w 12192001"/>
              <a:gd name="connsiteY195" fmla="*/ 2016529 h 2344739"/>
              <a:gd name="connsiteX196" fmla="*/ 2315112 w 12192001"/>
              <a:gd name="connsiteY196" fmla="*/ 2024996 h 2344739"/>
              <a:gd name="connsiteX197" fmla="*/ 2208578 w 12192001"/>
              <a:gd name="connsiteY197" fmla="*/ 2019763 h 2344739"/>
              <a:gd name="connsiteX198" fmla="*/ 2094665 w 12192001"/>
              <a:gd name="connsiteY198" fmla="*/ 2003052 h 2344739"/>
              <a:gd name="connsiteX199" fmla="*/ 1997356 w 12192001"/>
              <a:gd name="connsiteY199" fmla="*/ 1995032 h 2344739"/>
              <a:gd name="connsiteX200" fmla="*/ 1928172 w 12192001"/>
              <a:gd name="connsiteY200" fmla="*/ 2016977 h 2344739"/>
              <a:gd name="connsiteX201" fmla="*/ 1921650 w 12192001"/>
              <a:gd name="connsiteY201" fmla="*/ 2012146 h 2344739"/>
              <a:gd name="connsiteX202" fmla="*/ 1873080 w 12192001"/>
              <a:gd name="connsiteY202" fmla="*/ 2013741 h 2344739"/>
              <a:gd name="connsiteX203" fmla="*/ 1786655 w 12192001"/>
              <a:gd name="connsiteY203" fmla="*/ 2041363 h 2344739"/>
              <a:gd name="connsiteX204" fmla="*/ 1738204 w 12192001"/>
              <a:gd name="connsiteY204" fmla="*/ 2036312 h 2344739"/>
              <a:gd name="connsiteX205" fmla="*/ 1675071 w 12192001"/>
              <a:gd name="connsiteY205" fmla="*/ 2019963 h 2344739"/>
              <a:gd name="connsiteX206" fmla="*/ 1608669 w 12192001"/>
              <a:gd name="connsiteY206" fmla="*/ 2013066 h 2344739"/>
              <a:gd name="connsiteX207" fmla="*/ 1496110 w 12192001"/>
              <a:gd name="connsiteY207" fmla="*/ 1987476 h 2344739"/>
              <a:gd name="connsiteX208" fmla="*/ 1149979 w 12192001"/>
              <a:gd name="connsiteY208" fmla="*/ 1938041 h 2344739"/>
              <a:gd name="connsiteX209" fmla="*/ 858269 w 12192001"/>
              <a:gd name="connsiteY209" fmla="*/ 1928608 h 2344739"/>
              <a:gd name="connsiteX210" fmla="*/ 837540 w 12192001"/>
              <a:gd name="connsiteY210" fmla="*/ 1929821 h 2344739"/>
              <a:gd name="connsiteX211" fmla="*/ 816809 w 12192001"/>
              <a:gd name="connsiteY211" fmla="*/ 1927857 h 2344739"/>
              <a:gd name="connsiteX212" fmla="*/ 811506 w 12192001"/>
              <a:gd name="connsiteY212" fmla="*/ 1930751 h 2344739"/>
              <a:gd name="connsiteX213" fmla="*/ 797041 w 12192001"/>
              <a:gd name="connsiteY213" fmla="*/ 1930446 h 2344739"/>
              <a:gd name="connsiteX214" fmla="*/ 767901 w 12192001"/>
              <a:gd name="connsiteY214" fmla="*/ 1932653 h 2344739"/>
              <a:gd name="connsiteX215" fmla="*/ 763053 w 12192001"/>
              <a:gd name="connsiteY215" fmla="*/ 1930432 h 2344739"/>
              <a:gd name="connsiteX216" fmla="*/ 720047 w 12192001"/>
              <a:gd name="connsiteY216" fmla="*/ 1929661 h 2344739"/>
              <a:gd name="connsiteX217" fmla="*/ 719742 w 12192001"/>
              <a:gd name="connsiteY217" fmla="*/ 1928399 h 2344739"/>
              <a:gd name="connsiteX218" fmla="*/ 708875 w 12192001"/>
              <a:gd name="connsiteY218" fmla="*/ 1922722 h 2344739"/>
              <a:gd name="connsiteX219" fmla="*/ 596792 w 12192001"/>
              <a:gd name="connsiteY219" fmla="*/ 1879864 h 2344739"/>
              <a:gd name="connsiteX220" fmla="*/ 578535 w 12192001"/>
              <a:gd name="connsiteY220" fmla="*/ 1877212 h 2344739"/>
              <a:gd name="connsiteX221" fmla="*/ 571717 w 12192001"/>
              <a:gd name="connsiteY221" fmla="*/ 1877401 h 2344739"/>
              <a:gd name="connsiteX222" fmla="*/ 445099 w 12192001"/>
              <a:gd name="connsiteY222" fmla="*/ 1839371 h 2344739"/>
              <a:gd name="connsiteX223" fmla="*/ 404015 w 12192001"/>
              <a:gd name="connsiteY223" fmla="*/ 1833548 h 2344739"/>
              <a:gd name="connsiteX224" fmla="*/ 292435 w 12192001"/>
              <a:gd name="connsiteY224" fmla="*/ 1812852 h 2344739"/>
              <a:gd name="connsiteX225" fmla="*/ 118381 w 12192001"/>
              <a:gd name="connsiteY225" fmla="*/ 1761047 h 2344739"/>
              <a:gd name="connsiteX226" fmla="*/ 15526 w 12192001"/>
              <a:gd name="connsiteY226" fmla="*/ 1758191 h 2344739"/>
              <a:gd name="connsiteX227" fmla="*/ 2 w 12192001"/>
              <a:gd name="connsiteY227" fmla="*/ 1752722 h 2344739"/>
              <a:gd name="connsiteX228" fmla="*/ 1 w 12192001"/>
              <a:gd name="connsiteY228" fmla="*/ 762497 h 2344739"/>
              <a:gd name="connsiteX229" fmla="*/ 0 w 12192001"/>
              <a:gd name="connsiteY229" fmla="*/ 762497 h 2344739"/>
              <a:gd name="connsiteX230" fmla="*/ 0 w 12192001"/>
              <a:gd name="connsiteY230" fmla="*/ 222213 h 2344739"/>
              <a:gd name="connsiteX231" fmla="*/ 0 w 12192001"/>
              <a:gd name="connsiteY231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312180 w 12192001"/>
              <a:gd name="connsiteY110" fmla="*/ 2132873 h 2344739"/>
              <a:gd name="connsiteX111" fmla="*/ 7218559 w 12192001"/>
              <a:gd name="connsiteY111" fmla="*/ 2156680 h 2344739"/>
              <a:gd name="connsiteX112" fmla="*/ 7201101 w 12192001"/>
              <a:gd name="connsiteY112" fmla="*/ 2161230 h 2344739"/>
              <a:gd name="connsiteX113" fmla="*/ 7197004 w 12192001"/>
              <a:gd name="connsiteY113" fmla="*/ 2166588 h 2344739"/>
              <a:gd name="connsiteX114" fmla="*/ 7170808 w 12192001"/>
              <a:gd name="connsiteY114" fmla="*/ 2171236 h 2344739"/>
              <a:gd name="connsiteX115" fmla="*/ 7096988 w 12192001"/>
              <a:gd name="connsiteY115" fmla="*/ 2183464 h 2344739"/>
              <a:gd name="connsiteX116" fmla="*/ 7018496 w 12192001"/>
              <a:gd name="connsiteY116" fmla="*/ 2183090 h 2344739"/>
              <a:gd name="connsiteX117" fmla="*/ 6904146 w 12192001"/>
              <a:gd name="connsiteY117" fmla="*/ 2212596 h 2344739"/>
              <a:gd name="connsiteX118" fmla="*/ 6708222 w 12192001"/>
              <a:gd name="connsiteY118" fmla="*/ 2240551 h 2344739"/>
              <a:gd name="connsiteX119" fmla="*/ 6549454 w 12192001"/>
              <a:gd name="connsiteY119" fmla="*/ 2269327 h 2344739"/>
              <a:gd name="connsiteX120" fmla="*/ 6317560 w 12192001"/>
              <a:gd name="connsiteY120" fmla="*/ 2316127 h 2344739"/>
              <a:gd name="connsiteX121" fmla="*/ 6168674 w 12192001"/>
              <a:gd name="connsiteY121" fmla="*/ 2318214 h 2344739"/>
              <a:gd name="connsiteX122" fmla="*/ 6073848 w 12192001"/>
              <a:gd name="connsiteY122" fmla="*/ 2338676 h 2344739"/>
              <a:gd name="connsiteX123" fmla="*/ 6068529 w 12192001"/>
              <a:gd name="connsiteY123" fmla="*/ 2337139 h 2344739"/>
              <a:gd name="connsiteX124" fmla="*/ 6048638 w 12192001"/>
              <a:gd name="connsiteY124" fmla="*/ 2337822 h 2344739"/>
              <a:gd name="connsiteX125" fmla="*/ 6041285 w 12192001"/>
              <a:gd name="connsiteY125" fmla="*/ 2329473 h 2344739"/>
              <a:gd name="connsiteX126" fmla="*/ 6010090 w 12192001"/>
              <a:gd name="connsiteY126" fmla="*/ 2324380 h 2344739"/>
              <a:gd name="connsiteX127" fmla="*/ 5957375 w 12192001"/>
              <a:gd name="connsiteY127" fmla="*/ 2328024 h 2344739"/>
              <a:gd name="connsiteX128" fmla="*/ 5758919 w 12192001"/>
              <a:gd name="connsiteY128" fmla="*/ 2343716 h 2344739"/>
              <a:gd name="connsiteX129" fmla="*/ 5626960 w 12192001"/>
              <a:gd name="connsiteY129" fmla="*/ 2344739 h 2344739"/>
              <a:gd name="connsiteX130" fmla="*/ 5470906 w 12192001"/>
              <a:gd name="connsiteY130" fmla="*/ 2330719 h 2344739"/>
              <a:gd name="connsiteX131" fmla="*/ 5432761 w 12192001"/>
              <a:gd name="connsiteY131" fmla="*/ 2319466 h 2344739"/>
              <a:gd name="connsiteX132" fmla="*/ 5381669 w 12192001"/>
              <a:gd name="connsiteY132" fmla="*/ 2301764 h 2344739"/>
              <a:gd name="connsiteX133" fmla="*/ 5261764 w 12192001"/>
              <a:gd name="connsiteY133" fmla="*/ 2281347 h 2344739"/>
              <a:gd name="connsiteX134" fmla="*/ 5222961 w 12192001"/>
              <a:gd name="connsiteY134" fmla="*/ 2270223 h 2344739"/>
              <a:gd name="connsiteX135" fmla="*/ 5174660 w 12192001"/>
              <a:gd name="connsiteY135" fmla="*/ 2267233 h 2344739"/>
              <a:gd name="connsiteX136" fmla="*/ 5156554 w 12192001"/>
              <a:gd name="connsiteY136" fmla="*/ 2260010 h 2344739"/>
              <a:gd name="connsiteX137" fmla="*/ 5142599 w 12192001"/>
              <a:gd name="connsiteY137" fmla="*/ 2256610 h 2344739"/>
              <a:gd name="connsiteX138" fmla="*/ 5139596 w 12192001"/>
              <a:gd name="connsiteY138" fmla="*/ 2254509 h 2344739"/>
              <a:gd name="connsiteX139" fmla="*/ 5121659 w 12192001"/>
              <a:gd name="connsiteY139" fmla="*/ 2243656 h 2344739"/>
              <a:gd name="connsiteX140" fmla="*/ 5065790 w 12192001"/>
              <a:gd name="connsiteY140" fmla="*/ 2250227 h 2344739"/>
              <a:gd name="connsiteX141" fmla="*/ 5011514 w 12192001"/>
              <a:gd name="connsiteY141" fmla="*/ 2233846 h 2344739"/>
              <a:gd name="connsiteX142" fmla="*/ 4840441 w 12192001"/>
              <a:gd name="connsiteY142" fmla="*/ 2209829 h 2344739"/>
              <a:gd name="connsiteX143" fmla="*/ 4762447 w 12192001"/>
              <a:gd name="connsiteY143" fmla="*/ 2182061 h 2344739"/>
              <a:gd name="connsiteX144" fmla="*/ 4723186 w 12192001"/>
              <a:gd name="connsiteY144" fmla="*/ 2173047 h 2344739"/>
              <a:gd name="connsiteX145" fmla="*/ 4721176 w 12192001"/>
              <a:gd name="connsiteY145" fmla="*/ 2172298 h 2344739"/>
              <a:gd name="connsiteX146" fmla="*/ 4722111 w 12192001"/>
              <a:gd name="connsiteY146" fmla="*/ 2172087 h 2344739"/>
              <a:gd name="connsiteX147" fmla="*/ 4717202 w 12192001"/>
              <a:gd name="connsiteY147" fmla="*/ 2170817 h 2344739"/>
              <a:gd name="connsiteX148" fmla="*/ 4721176 w 12192001"/>
              <a:gd name="connsiteY148" fmla="*/ 2172298 h 2344739"/>
              <a:gd name="connsiteX149" fmla="*/ 4715526 w 12192001"/>
              <a:gd name="connsiteY149" fmla="*/ 2173573 h 2344739"/>
              <a:gd name="connsiteX150" fmla="*/ 4515814 w 12192001"/>
              <a:gd name="connsiteY150" fmla="*/ 2163671 h 2344739"/>
              <a:gd name="connsiteX151" fmla="*/ 4428543 w 12192001"/>
              <a:gd name="connsiteY151" fmla="*/ 2153020 h 2344739"/>
              <a:gd name="connsiteX152" fmla="*/ 4362875 w 12192001"/>
              <a:gd name="connsiteY152" fmla="*/ 2151674 h 2344739"/>
              <a:gd name="connsiteX153" fmla="*/ 4316966 w 12192001"/>
              <a:gd name="connsiteY153" fmla="*/ 2158289 h 2344739"/>
              <a:gd name="connsiteX154" fmla="*/ 4315110 w 12192001"/>
              <a:gd name="connsiteY154" fmla="*/ 2156948 h 2344739"/>
              <a:gd name="connsiteX155" fmla="*/ 4295144 w 12192001"/>
              <a:gd name="connsiteY155" fmla="*/ 2155069 h 2344739"/>
              <a:gd name="connsiteX156" fmla="*/ 4290064 w 12192001"/>
              <a:gd name="connsiteY156" fmla="*/ 2157986 h 2344739"/>
              <a:gd name="connsiteX157" fmla="*/ 4276142 w 12192001"/>
              <a:gd name="connsiteY157" fmla="*/ 2157740 h 2344739"/>
              <a:gd name="connsiteX158" fmla="*/ 4248117 w 12192001"/>
              <a:gd name="connsiteY158" fmla="*/ 2160064 h 2344739"/>
              <a:gd name="connsiteX159" fmla="*/ 4202051 w 12192001"/>
              <a:gd name="connsiteY159" fmla="*/ 2157269 h 2344739"/>
              <a:gd name="connsiteX160" fmla="*/ 4201745 w 12192001"/>
              <a:gd name="connsiteY160" fmla="*/ 2156010 h 2344739"/>
              <a:gd name="connsiteX161" fmla="*/ 4191248 w 12192001"/>
              <a:gd name="connsiteY161" fmla="*/ 2150376 h 2344739"/>
              <a:gd name="connsiteX162" fmla="*/ 4142745 w 12192001"/>
              <a:gd name="connsiteY162" fmla="*/ 2134511 h 2344739"/>
              <a:gd name="connsiteX163" fmla="*/ 4083097 w 12192001"/>
              <a:gd name="connsiteY163" fmla="*/ 2107978 h 2344739"/>
              <a:gd name="connsiteX164" fmla="*/ 4074546 w 12192001"/>
              <a:gd name="connsiteY164" fmla="*/ 2107143 h 2344739"/>
              <a:gd name="connsiteX165" fmla="*/ 4074427 w 12192001"/>
              <a:gd name="connsiteY165" fmla="*/ 2106844 h 2344739"/>
              <a:gd name="connsiteX166" fmla="*/ 4065510 w 12192001"/>
              <a:gd name="connsiteY166" fmla="*/ 2105400 h 2344739"/>
              <a:gd name="connsiteX167" fmla="*/ 4058954 w 12192001"/>
              <a:gd name="connsiteY167" fmla="*/ 2105618 h 2344739"/>
              <a:gd name="connsiteX168" fmla="*/ 4042364 w 12192001"/>
              <a:gd name="connsiteY168" fmla="*/ 2103997 h 2344739"/>
              <a:gd name="connsiteX169" fmla="*/ 4036997 w 12192001"/>
              <a:gd name="connsiteY169" fmla="*/ 2101563 h 2344739"/>
              <a:gd name="connsiteX170" fmla="*/ 4035363 w 12192001"/>
              <a:gd name="connsiteY170" fmla="*/ 2097896 h 2344739"/>
              <a:gd name="connsiteX171" fmla="*/ 4033778 w 12192001"/>
              <a:gd name="connsiteY171" fmla="*/ 2098131 h 2344739"/>
              <a:gd name="connsiteX172" fmla="*/ 4004538 w 12192001"/>
              <a:gd name="connsiteY172" fmla="*/ 2085563 h 2344739"/>
              <a:gd name="connsiteX173" fmla="*/ 3936846 w 12192001"/>
              <a:gd name="connsiteY173" fmla="*/ 2068106 h 2344739"/>
              <a:gd name="connsiteX174" fmla="*/ 3897275 w 12192001"/>
              <a:gd name="connsiteY174" fmla="*/ 2062451 h 2344739"/>
              <a:gd name="connsiteX175" fmla="*/ 3789760 w 12192001"/>
              <a:gd name="connsiteY175" fmla="*/ 2042213 h 2344739"/>
              <a:gd name="connsiteX176" fmla="*/ 3682513 w 12192001"/>
              <a:gd name="connsiteY176" fmla="*/ 2018290 h 2344739"/>
              <a:gd name="connsiteX177" fmla="*/ 3610035 w 12192001"/>
              <a:gd name="connsiteY177" fmla="*/ 1986019 h 2344739"/>
              <a:gd name="connsiteX178" fmla="*/ 3603855 w 12192001"/>
              <a:gd name="connsiteY178" fmla="*/ 1987381 h 2344739"/>
              <a:gd name="connsiteX179" fmla="*/ 3594736 w 12192001"/>
              <a:gd name="connsiteY179" fmla="*/ 1987545 h 2344739"/>
              <a:gd name="connsiteX180" fmla="*/ 3594501 w 12192001"/>
              <a:gd name="connsiteY180" fmla="*/ 1987276 h 2344739"/>
              <a:gd name="connsiteX181" fmla="*/ 3585978 w 12192001"/>
              <a:gd name="connsiteY181" fmla="*/ 1987966 h 2344739"/>
              <a:gd name="connsiteX182" fmla="*/ 3536135 w 12192001"/>
              <a:gd name="connsiteY182" fmla="*/ 1978267 h 2344739"/>
              <a:gd name="connsiteX183" fmla="*/ 3473223 w 12192001"/>
              <a:gd name="connsiteY183" fmla="*/ 1974606 h 2344739"/>
              <a:gd name="connsiteX184" fmla="*/ 3400728 w 12192001"/>
              <a:gd name="connsiteY184" fmla="*/ 1962558 h 2344739"/>
              <a:gd name="connsiteX185" fmla="*/ 3363888 w 12192001"/>
              <a:gd name="connsiteY185" fmla="*/ 1979510 h 2344739"/>
              <a:gd name="connsiteX186" fmla="*/ 3344026 w 12192001"/>
              <a:gd name="connsiteY186" fmla="*/ 1981192 h 2344739"/>
              <a:gd name="connsiteX187" fmla="*/ 3341698 w 12192001"/>
              <a:gd name="connsiteY187" fmla="*/ 1980217 h 2344739"/>
              <a:gd name="connsiteX188" fmla="*/ 3262356 w 12192001"/>
              <a:gd name="connsiteY188" fmla="*/ 1986094 h 2344739"/>
              <a:gd name="connsiteX189" fmla="*/ 3142556 w 12192001"/>
              <a:gd name="connsiteY189" fmla="*/ 1993869 h 2344739"/>
              <a:gd name="connsiteX190" fmla="*/ 3030291 w 12192001"/>
              <a:gd name="connsiteY190" fmla="*/ 1996512 h 2344739"/>
              <a:gd name="connsiteX191" fmla="*/ 2781569 w 12192001"/>
              <a:gd name="connsiteY191" fmla="*/ 2018333 h 2344739"/>
              <a:gd name="connsiteX192" fmla="*/ 2646527 w 12192001"/>
              <a:gd name="connsiteY192" fmla="*/ 2028869 h 2344739"/>
              <a:gd name="connsiteX193" fmla="*/ 2568028 w 12192001"/>
              <a:gd name="connsiteY193" fmla="*/ 2002628 h 2344739"/>
              <a:gd name="connsiteX194" fmla="*/ 2443255 w 12192001"/>
              <a:gd name="connsiteY194" fmla="*/ 2016529 h 2344739"/>
              <a:gd name="connsiteX195" fmla="*/ 2315112 w 12192001"/>
              <a:gd name="connsiteY195" fmla="*/ 2024996 h 2344739"/>
              <a:gd name="connsiteX196" fmla="*/ 2208578 w 12192001"/>
              <a:gd name="connsiteY196" fmla="*/ 2019763 h 2344739"/>
              <a:gd name="connsiteX197" fmla="*/ 2094665 w 12192001"/>
              <a:gd name="connsiteY197" fmla="*/ 2003052 h 2344739"/>
              <a:gd name="connsiteX198" fmla="*/ 1997356 w 12192001"/>
              <a:gd name="connsiteY198" fmla="*/ 1995032 h 2344739"/>
              <a:gd name="connsiteX199" fmla="*/ 1928172 w 12192001"/>
              <a:gd name="connsiteY199" fmla="*/ 2016977 h 2344739"/>
              <a:gd name="connsiteX200" fmla="*/ 1921650 w 12192001"/>
              <a:gd name="connsiteY200" fmla="*/ 2012146 h 2344739"/>
              <a:gd name="connsiteX201" fmla="*/ 1873080 w 12192001"/>
              <a:gd name="connsiteY201" fmla="*/ 2013741 h 2344739"/>
              <a:gd name="connsiteX202" fmla="*/ 1786655 w 12192001"/>
              <a:gd name="connsiteY202" fmla="*/ 2041363 h 2344739"/>
              <a:gd name="connsiteX203" fmla="*/ 1738204 w 12192001"/>
              <a:gd name="connsiteY203" fmla="*/ 2036312 h 2344739"/>
              <a:gd name="connsiteX204" fmla="*/ 1675071 w 12192001"/>
              <a:gd name="connsiteY204" fmla="*/ 2019963 h 2344739"/>
              <a:gd name="connsiteX205" fmla="*/ 1608669 w 12192001"/>
              <a:gd name="connsiteY205" fmla="*/ 2013066 h 2344739"/>
              <a:gd name="connsiteX206" fmla="*/ 1496110 w 12192001"/>
              <a:gd name="connsiteY206" fmla="*/ 1987476 h 2344739"/>
              <a:gd name="connsiteX207" fmla="*/ 1149979 w 12192001"/>
              <a:gd name="connsiteY207" fmla="*/ 1938041 h 2344739"/>
              <a:gd name="connsiteX208" fmla="*/ 858269 w 12192001"/>
              <a:gd name="connsiteY208" fmla="*/ 1928608 h 2344739"/>
              <a:gd name="connsiteX209" fmla="*/ 837540 w 12192001"/>
              <a:gd name="connsiteY209" fmla="*/ 1929821 h 2344739"/>
              <a:gd name="connsiteX210" fmla="*/ 816809 w 12192001"/>
              <a:gd name="connsiteY210" fmla="*/ 1927857 h 2344739"/>
              <a:gd name="connsiteX211" fmla="*/ 811506 w 12192001"/>
              <a:gd name="connsiteY211" fmla="*/ 1930751 h 2344739"/>
              <a:gd name="connsiteX212" fmla="*/ 797041 w 12192001"/>
              <a:gd name="connsiteY212" fmla="*/ 1930446 h 2344739"/>
              <a:gd name="connsiteX213" fmla="*/ 767901 w 12192001"/>
              <a:gd name="connsiteY213" fmla="*/ 1932653 h 2344739"/>
              <a:gd name="connsiteX214" fmla="*/ 763053 w 12192001"/>
              <a:gd name="connsiteY214" fmla="*/ 1930432 h 2344739"/>
              <a:gd name="connsiteX215" fmla="*/ 720047 w 12192001"/>
              <a:gd name="connsiteY215" fmla="*/ 1929661 h 2344739"/>
              <a:gd name="connsiteX216" fmla="*/ 719742 w 12192001"/>
              <a:gd name="connsiteY216" fmla="*/ 1928399 h 2344739"/>
              <a:gd name="connsiteX217" fmla="*/ 708875 w 12192001"/>
              <a:gd name="connsiteY217" fmla="*/ 1922722 h 2344739"/>
              <a:gd name="connsiteX218" fmla="*/ 596792 w 12192001"/>
              <a:gd name="connsiteY218" fmla="*/ 1879864 h 2344739"/>
              <a:gd name="connsiteX219" fmla="*/ 578535 w 12192001"/>
              <a:gd name="connsiteY219" fmla="*/ 1877212 h 2344739"/>
              <a:gd name="connsiteX220" fmla="*/ 571717 w 12192001"/>
              <a:gd name="connsiteY220" fmla="*/ 1877401 h 2344739"/>
              <a:gd name="connsiteX221" fmla="*/ 445099 w 12192001"/>
              <a:gd name="connsiteY221" fmla="*/ 1839371 h 2344739"/>
              <a:gd name="connsiteX222" fmla="*/ 404015 w 12192001"/>
              <a:gd name="connsiteY222" fmla="*/ 1833548 h 2344739"/>
              <a:gd name="connsiteX223" fmla="*/ 292435 w 12192001"/>
              <a:gd name="connsiteY223" fmla="*/ 1812852 h 2344739"/>
              <a:gd name="connsiteX224" fmla="*/ 118381 w 12192001"/>
              <a:gd name="connsiteY224" fmla="*/ 1761047 h 2344739"/>
              <a:gd name="connsiteX225" fmla="*/ 15526 w 12192001"/>
              <a:gd name="connsiteY225" fmla="*/ 1758191 h 2344739"/>
              <a:gd name="connsiteX226" fmla="*/ 2 w 12192001"/>
              <a:gd name="connsiteY226" fmla="*/ 1752722 h 2344739"/>
              <a:gd name="connsiteX227" fmla="*/ 1 w 12192001"/>
              <a:gd name="connsiteY227" fmla="*/ 762497 h 2344739"/>
              <a:gd name="connsiteX228" fmla="*/ 0 w 12192001"/>
              <a:gd name="connsiteY228" fmla="*/ 762497 h 2344739"/>
              <a:gd name="connsiteX229" fmla="*/ 0 w 12192001"/>
              <a:gd name="connsiteY229" fmla="*/ 222213 h 2344739"/>
              <a:gd name="connsiteX230" fmla="*/ 0 w 12192001"/>
              <a:gd name="connsiteY230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63053 w 12192001"/>
              <a:gd name="connsiteY213" fmla="*/ 1930432 h 2344739"/>
              <a:gd name="connsiteX214" fmla="*/ 720047 w 12192001"/>
              <a:gd name="connsiteY214" fmla="*/ 1929661 h 2344739"/>
              <a:gd name="connsiteX215" fmla="*/ 719742 w 12192001"/>
              <a:gd name="connsiteY215" fmla="*/ 1928399 h 2344739"/>
              <a:gd name="connsiteX216" fmla="*/ 708875 w 12192001"/>
              <a:gd name="connsiteY216" fmla="*/ 1922722 h 2344739"/>
              <a:gd name="connsiteX217" fmla="*/ 596792 w 12192001"/>
              <a:gd name="connsiteY217" fmla="*/ 1879864 h 2344739"/>
              <a:gd name="connsiteX218" fmla="*/ 578535 w 12192001"/>
              <a:gd name="connsiteY218" fmla="*/ 1877212 h 2344739"/>
              <a:gd name="connsiteX219" fmla="*/ 571717 w 12192001"/>
              <a:gd name="connsiteY219" fmla="*/ 1877401 h 2344739"/>
              <a:gd name="connsiteX220" fmla="*/ 445099 w 12192001"/>
              <a:gd name="connsiteY220" fmla="*/ 1839371 h 2344739"/>
              <a:gd name="connsiteX221" fmla="*/ 404015 w 12192001"/>
              <a:gd name="connsiteY221" fmla="*/ 1833548 h 2344739"/>
              <a:gd name="connsiteX222" fmla="*/ 292435 w 12192001"/>
              <a:gd name="connsiteY222" fmla="*/ 1812852 h 2344739"/>
              <a:gd name="connsiteX223" fmla="*/ 118381 w 12192001"/>
              <a:gd name="connsiteY223" fmla="*/ 1761047 h 2344739"/>
              <a:gd name="connsiteX224" fmla="*/ 15526 w 12192001"/>
              <a:gd name="connsiteY224" fmla="*/ 1758191 h 2344739"/>
              <a:gd name="connsiteX225" fmla="*/ 2 w 12192001"/>
              <a:gd name="connsiteY225" fmla="*/ 1752722 h 2344739"/>
              <a:gd name="connsiteX226" fmla="*/ 1 w 12192001"/>
              <a:gd name="connsiteY226" fmla="*/ 762497 h 2344739"/>
              <a:gd name="connsiteX227" fmla="*/ 0 w 12192001"/>
              <a:gd name="connsiteY227" fmla="*/ 762497 h 2344739"/>
              <a:gd name="connsiteX228" fmla="*/ 0 w 12192001"/>
              <a:gd name="connsiteY228" fmla="*/ 222213 h 2344739"/>
              <a:gd name="connsiteX229" fmla="*/ 0 w 12192001"/>
              <a:gd name="connsiteY229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63053 w 12192001"/>
              <a:gd name="connsiteY213" fmla="*/ 1930432 h 2344739"/>
              <a:gd name="connsiteX214" fmla="*/ 720047 w 12192001"/>
              <a:gd name="connsiteY214" fmla="*/ 1929661 h 2344739"/>
              <a:gd name="connsiteX215" fmla="*/ 719742 w 12192001"/>
              <a:gd name="connsiteY215" fmla="*/ 1928399 h 2344739"/>
              <a:gd name="connsiteX216" fmla="*/ 708875 w 12192001"/>
              <a:gd name="connsiteY216" fmla="*/ 1922722 h 2344739"/>
              <a:gd name="connsiteX217" fmla="*/ 596792 w 12192001"/>
              <a:gd name="connsiteY217" fmla="*/ 1879864 h 2344739"/>
              <a:gd name="connsiteX218" fmla="*/ 578535 w 12192001"/>
              <a:gd name="connsiteY218" fmla="*/ 1877212 h 2344739"/>
              <a:gd name="connsiteX219" fmla="*/ 571717 w 12192001"/>
              <a:gd name="connsiteY219" fmla="*/ 1877401 h 2344739"/>
              <a:gd name="connsiteX220" fmla="*/ 445099 w 12192001"/>
              <a:gd name="connsiteY220" fmla="*/ 1839371 h 2344739"/>
              <a:gd name="connsiteX221" fmla="*/ 404015 w 12192001"/>
              <a:gd name="connsiteY221" fmla="*/ 1833548 h 2344739"/>
              <a:gd name="connsiteX222" fmla="*/ 292435 w 12192001"/>
              <a:gd name="connsiteY222" fmla="*/ 1812852 h 2344739"/>
              <a:gd name="connsiteX223" fmla="*/ 118381 w 12192001"/>
              <a:gd name="connsiteY223" fmla="*/ 1761047 h 2344739"/>
              <a:gd name="connsiteX224" fmla="*/ 15526 w 12192001"/>
              <a:gd name="connsiteY224" fmla="*/ 1758191 h 2344739"/>
              <a:gd name="connsiteX225" fmla="*/ 2 w 12192001"/>
              <a:gd name="connsiteY225" fmla="*/ 1752722 h 2344739"/>
              <a:gd name="connsiteX226" fmla="*/ 1 w 12192001"/>
              <a:gd name="connsiteY226" fmla="*/ 762497 h 2344739"/>
              <a:gd name="connsiteX227" fmla="*/ 0 w 12192001"/>
              <a:gd name="connsiteY227" fmla="*/ 762497 h 2344739"/>
              <a:gd name="connsiteX228" fmla="*/ 0 w 12192001"/>
              <a:gd name="connsiteY228" fmla="*/ 222213 h 2344739"/>
              <a:gd name="connsiteX229" fmla="*/ 0 w 12192001"/>
              <a:gd name="connsiteY229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63053 w 12192001"/>
              <a:gd name="connsiteY213" fmla="*/ 1930432 h 2344739"/>
              <a:gd name="connsiteX214" fmla="*/ 720047 w 12192001"/>
              <a:gd name="connsiteY214" fmla="*/ 1929661 h 2344739"/>
              <a:gd name="connsiteX215" fmla="*/ 719742 w 12192001"/>
              <a:gd name="connsiteY215" fmla="*/ 1928399 h 2344739"/>
              <a:gd name="connsiteX216" fmla="*/ 708875 w 12192001"/>
              <a:gd name="connsiteY216" fmla="*/ 1922722 h 2344739"/>
              <a:gd name="connsiteX217" fmla="*/ 596792 w 12192001"/>
              <a:gd name="connsiteY217" fmla="*/ 1879864 h 2344739"/>
              <a:gd name="connsiteX218" fmla="*/ 578535 w 12192001"/>
              <a:gd name="connsiteY218" fmla="*/ 1877212 h 2344739"/>
              <a:gd name="connsiteX219" fmla="*/ 571717 w 12192001"/>
              <a:gd name="connsiteY219" fmla="*/ 1877401 h 2344739"/>
              <a:gd name="connsiteX220" fmla="*/ 445099 w 12192001"/>
              <a:gd name="connsiteY220" fmla="*/ 1839371 h 2344739"/>
              <a:gd name="connsiteX221" fmla="*/ 404015 w 12192001"/>
              <a:gd name="connsiteY221" fmla="*/ 1833548 h 2344739"/>
              <a:gd name="connsiteX222" fmla="*/ 292435 w 12192001"/>
              <a:gd name="connsiteY222" fmla="*/ 1812852 h 2344739"/>
              <a:gd name="connsiteX223" fmla="*/ 118381 w 12192001"/>
              <a:gd name="connsiteY223" fmla="*/ 1761047 h 2344739"/>
              <a:gd name="connsiteX224" fmla="*/ 15526 w 12192001"/>
              <a:gd name="connsiteY224" fmla="*/ 1758191 h 2344739"/>
              <a:gd name="connsiteX225" fmla="*/ 2 w 12192001"/>
              <a:gd name="connsiteY225" fmla="*/ 1752722 h 2344739"/>
              <a:gd name="connsiteX226" fmla="*/ 1 w 12192001"/>
              <a:gd name="connsiteY226" fmla="*/ 762497 h 2344739"/>
              <a:gd name="connsiteX227" fmla="*/ 0 w 12192001"/>
              <a:gd name="connsiteY227" fmla="*/ 762497 h 2344739"/>
              <a:gd name="connsiteX228" fmla="*/ 0 w 12192001"/>
              <a:gd name="connsiteY228" fmla="*/ 222213 h 2344739"/>
              <a:gd name="connsiteX229" fmla="*/ 0 w 12192001"/>
              <a:gd name="connsiteY229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20047 w 12192001"/>
              <a:gd name="connsiteY213" fmla="*/ 1929661 h 2344739"/>
              <a:gd name="connsiteX214" fmla="*/ 719742 w 12192001"/>
              <a:gd name="connsiteY214" fmla="*/ 1928399 h 2344739"/>
              <a:gd name="connsiteX215" fmla="*/ 708875 w 12192001"/>
              <a:gd name="connsiteY215" fmla="*/ 1922722 h 2344739"/>
              <a:gd name="connsiteX216" fmla="*/ 596792 w 12192001"/>
              <a:gd name="connsiteY216" fmla="*/ 1879864 h 2344739"/>
              <a:gd name="connsiteX217" fmla="*/ 578535 w 12192001"/>
              <a:gd name="connsiteY217" fmla="*/ 1877212 h 2344739"/>
              <a:gd name="connsiteX218" fmla="*/ 571717 w 12192001"/>
              <a:gd name="connsiteY218" fmla="*/ 1877401 h 2344739"/>
              <a:gd name="connsiteX219" fmla="*/ 445099 w 12192001"/>
              <a:gd name="connsiteY219" fmla="*/ 1839371 h 2344739"/>
              <a:gd name="connsiteX220" fmla="*/ 404015 w 12192001"/>
              <a:gd name="connsiteY220" fmla="*/ 1833548 h 2344739"/>
              <a:gd name="connsiteX221" fmla="*/ 292435 w 12192001"/>
              <a:gd name="connsiteY221" fmla="*/ 1812852 h 2344739"/>
              <a:gd name="connsiteX222" fmla="*/ 118381 w 12192001"/>
              <a:gd name="connsiteY222" fmla="*/ 1761047 h 2344739"/>
              <a:gd name="connsiteX223" fmla="*/ 15526 w 12192001"/>
              <a:gd name="connsiteY223" fmla="*/ 1758191 h 2344739"/>
              <a:gd name="connsiteX224" fmla="*/ 2 w 12192001"/>
              <a:gd name="connsiteY224" fmla="*/ 1752722 h 2344739"/>
              <a:gd name="connsiteX225" fmla="*/ 1 w 12192001"/>
              <a:gd name="connsiteY225" fmla="*/ 762497 h 2344739"/>
              <a:gd name="connsiteX226" fmla="*/ 0 w 12192001"/>
              <a:gd name="connsiteY226" fmla="*/ 762497 h 2344739"/>
              <a:gd name="connsiteX227" fmla="*/ 0 w 12192001"/>
              <a:gd name="connsiteY227" fmla="*/ 222213 h 2344739"/>
              <a:gd name="connsiteX228" fmla="*/ 0 w 12192001"/>
              <a:gd name="connsiteY228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67901 w 12192001"/>
              <a:gd name="connsiteY211" fmla="*/ 1932653 h 2344739"/>
              <a:gd name="connsiteX212" fmla="*/ 720047 w 12192001"/>
              <a:gd name="connsiteY212" fmla="*/ 1929661 h 2344739"/>
              <a:gd name="connsiteX213" fmla="*/ 719742 w 12192001"/>
              <a:gd name="connsiteY213" fmla="*/ 1928399 h 2344739"/>
              <a:gd name="connsiteX214" fmla="*/ 708875 w 12192001"/>
              <a:gd name="connsiteY214" fmla="*/ 1922722 h 2344739"/>
              <a:gd name="connsiteX215" fmla="*/ 596792 w 12192001"/>
              <a:gd name="connsiteY215" fmla="*/ 1879864 h 2344739"/>
              <a:gd name="connsiteX216" fmla="*/ 578535 w 12192001"/>
              <a:gd name="connsiteY216" fmla="*/ 1877212 h 2344739"/>
              <a:gd name="connsiteX217" fmla="*/ 571717 w 12192001"/>
              <a:gd name="connsiteY217" fmla="*/ 1877401 h 2344739"/>
              <a:gd name="connsiteX218" fmla="*/ 445099 w 12192001"/>
              <a:gd name="connsiteY218" fmla="*/ 1839371 h 2344739"/>
              <a:gd name="connsiteX219" fmla="*/ 404015 w 12192001"/>
              <a:gd name="connsiteY219" fmla="*/ 1833548 h 2344739"/>
              <a:gd name="connsiteX220" fmla="*/ 292435 w 12192001"/>
              <a:gd name="connsiteY220" fmla="*/ 1812852 h 2344739"/>
              <a:gd name="connsiteX221" fmla="*/ 118381 w 12192001"/>
              <a:gd name="connsiteY221" fmla="*/ 1761047 h 2344739"/>
              <a:gd name="connsiteX222" fmla="*/ 15526 w 12192001"/>
              <a:gd name="connsiteY222" fmla="*/ 1758191 h 2344739"/>
              <a:gd name="connsiteX223" fmla="*/ 2 w 12192001"/>
              <a:gd name="connsiteY223" fmla="*/ 1752722 h 2344739"/>
              <a:gd name="connsiteX224" fmla="*/ 1 w 12192001"/>
              <a:gd name="connsiteY224" fmla="*/ 762497 h 2344739"/>
              <a:gd name="connsiteX225" fmla="*/ 0 w 12192001"/>
              <a:gd name="connsiteY225" fmla="*/ 762497 h 2344739"/>
              <a:gd name="connsiteX226" fmla="*/ 0 w 12192001"/>
              <a:gd name="connsiteY226" fmla="*/ 222213 h 2344739"/>
              <a:gd name="connsiteX227" fmla="*/ 0 w 12192001"/>
              <a:gd name="connsiteY227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20047 w 12192001"/>
              <a:gd name="connsiteY211" fmla="*/ 1929661 h 2344739"/>
              <a:gd name="connsiteX212" fmla="*/ 719742 w 12192001"/>
              <a:gd name="connsiteY212" fmla="*/ 1928399 h 2344739"/>
              <a:gd name="connsiteX213" fmla="*/ 708875 w 12192001"/>
              <a:gd name="connsiteY213" fmla="*/ 1922722 h 2344739"/>
              <a:gd name="connsiteX214" fmla="*/ 596792 w 12192001"/>
              <a:gd name="connsiteY214" fmla="*/ 1879864 h 2344739"/>
              <a:gd name="connsiteX215" fmla="*/ 578535 w 12192001"/>
              <a:gd name="connsiteY215" fmla="*/ 1877212 h 2344739"/>
              <a:gd name="connsiteX216" fmla="*/ 571717 w 12192001"/>
              <a:gd name="connsiteY216" fmla="*/ 1877401 h 2344739"/>
              <a:gd name="connsiteX217" fmla="*/ 445099 w 12192001"/>
              <a:gd name="connsiteY217" fmla="*/ 1839371 h 2344739"/>
              <a:gd name="connsiteX218" fmla="*/ 404015 w 12192001"/>
              <a:gd name="connsiteY218" fmla="*/ 1833548 h 2344739"/>
              <a:gd name="connsiteX219" fmla="*/ 292435 w 12192001"/>
              <a:gd name="connsiteY219" fmla="*/ 1812852 h 2344739"/>
              <a:gd name="connsiteX220" fmla="*/ 118381 w 12192001"/>
              <a:gd name="connsiteY220" fmla="*/ 1761047 h 2344739"/>
              <a:gd name="connsiteX221" fmla="*/ 15526 w 12192001"/>
              <a:gd name="connsiteY221" fmla="*/ 1758191 h 2344739"/>
              <a:gd name="connsiteX222" fmla="*/ 2 w 12192001"/>
              <a:gd name="connsiteY222" fmla="*/ 1752722 h 2344739"/>
              <a:gd name="connsiteX223" fmla="*/ 1 w 12192001"/>
              <a:gd name="connsiteY223" fmla="*/ 762497 h 2344739"/>
              <a:gd name="connsiteX224" fmla="*/ 0 w 12192001"/>
              <a:gd name="connsiteY224" fmla="*/ 762497 h 2344739"/>
              <a:gd name="connsiteX225" fmla="*/ 0 w 12192001"/>
              <a:gd name="connsiteY225" fmla="*/ 222213 h 2344739"/>
              <a:gd name="connsiteX226" fmla="*/ 0 w 12192001"/>
              <a:gd name="connsiteY22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20047 w 12192001"/>
              <a:gd name="connsiteY211" fmla="*/ 1929661 h 2344739"/>
              <a:gd name="connsiteX212" fmla="*/ 719742 w 12192001"/>
              <a:gd name="connsiteY212" fmla="*/ 1928399 h 2344739"/>
              <a:gd name="connsiteX213" fmla="*/ 708875 w 12192001"/>
              <a:gd name="connsiteY213" fmla="*/ 1922722 h 2344739"/>
              <a:gd name="connsiteX214" fmla="*/ 596792 w 12192001"/>
              <a:gd name="connsiteY214" fmla="*/ 1879864 h 2344739"/>
              <a:gd name="connsiteX215" fmla="*/ 578535 w 12192001"/>
              <a:gd name="connsiteY215" fmla="*/ 1877212 h 2344739"/>
              <a:gd name="connsiteX216" fmla="*/ 571717 w 12192001"/>
              <a:gd name="connsiteY216" fmla="*/ 1877401 h 2344739"/>
              <a:gd name="connsiteX217" fmla="*/ 445099 w 12192001"/>
              <a:gd name="connsiteY217" fmla="*/ 1839371 h 2344739"/>
              <a:gd name="connsiteX218" fmla="*/ 404015 w 12192001"/>
              <a:gd name="connsiteY218" fmla="*/ 1833548 h 2344739"/>
              <a:gd name="connsiteX219" fmla="*/ 292435 w 12192001"/>
              <a:gd name="connsiteY219" fmla="*/ 1812852 h 2344739"/>
              <a:gd name="connsiteX220" fmla="*/ 118381 w 12192001"/>
              <a:gd name="connsiteY220" fmla="*/ 1761047 h 2344739"/>
              <a:gd name="connsiteX221" fmla="*/ 15526 w 12192001"/>
              <a:gd name="connsiteY221" fmla="*/ 1758191 h 2344739"/>
              <a:gd name="connsiteX222" fmla="*/ 2 w 12192001"/>
              <a:gd name="connsiteY222" fmla="*/ 1752722 h 2344739"/>
              <a:gd name="connsiteX223" fmla="*/ 1 w 12192001"/>
              <a:gd name="connsiteY223" fmla="*/ 762497 h 2344739"/>
              <a:gd name="connsiteX224" fmla="*/ 0 w 12192001"/>
              <a:gd name="connsiteY224" fmla="*/ 222213 h 2344739"/>
              <a:gd name="connsiteX225" fmla="*/ 0 w 12192001"/>
              <a:gd name="connsiteY225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190394 w 12193149"/>
              <a:gd name="connsiteY68" fmla="*/ 1912467 h 2344739"/>
              <a:gd name="connsiteX69" fmla="*/ 9114960 w 12193149"/>
              <a:gd name="connsiteY69" fmla="*/ 1919069 h 2344739"/>
              <a:gd name="connsiteX70" fmla="*/ 9054601 w 12193149"/>
              <a:gd name="connsiteY70" fmla="*/ 1910755 h 2344739"/>
              <a:gd name="connsiteX71" fmla="*/ 9006634 w 12193149"/>
              <a:gd name="connsiteY71" fmla="*/ 1914040 h 2344739"/>
              <a:gd name="connsiteX72" fmla="*/ 9006349 w 12193149"/>
              <a:gd name="connsiteY72" fmla="*/ 1913800 h 2344739"/>
              <a:gd name="connsiteX73" fmla="*/ 8997380 w 12193149"/>
              <a:gd name="connsiteY73" fmla="*/ 1915011 h 2344739"/>
              <a:gd name="connsiteX74" fmla="*/ 8991542 w 12193149"/>
              <a:gd name="connsiteY74" fmla="*/ 1917072 h 2344739"/>
              <a:gd name="connsiteX75" fmla="*/ 8975485 w 12193149"/>
              <a:gd name="connsiteY75" fmla="*/ 1920298 h 2344739"/>
              <a:gd name="connsiteX76" fmla="*/ 8969159 w 12193149"/>
              <a:gd name="connsiteY76" fmla="*/ 1919598 h 2344739"/>
              <a:gd name="connsiteX77" fmla="*/ 8964196 w 12193149"/>
              <a:gd name="connsiteY77" fmla="*/ 1917373 h 2344739"/>
              <a:gd name="connsiteX78" fmla="*/ 8930136 w 12193149"/>
              <a:gd name="connsiteY78" fmla="*/ 1914185 h 2344739"/>
              <a:gd name="connsiteX79" fmla="*/ 8753592 w 12193149"/>
              <a:gd name="connsiteY79" fmla="*/ 1933417 h 2344739"/>
              <a:gd name="connsiteX80" fmla="*/ 8708995 w 12193149"/>
              <a:gd name="connsiteY80" fmla="*/ 1935518 h 2344739"/>
              <a:gd name="connsiteX81" fmla="*/ 8597219 w 12193149"/>
              <a:gd name="connsiteY81" fmla="*/ 1944090 h 2344739"/>
              <a:gd name="connsiteX82" fmla="*/ 8526378 w 12193149"/>
              <a:gd name="connsiteY82" fmla="*/ 1929248 h 2344739"/>
              <a:gd name="connsiteX83" fmla="*/ 8512131 w 12193149"/>
              <a:gd name="connsiteY83" fmla="*/ 1935163 h 2344739"/>
              <a:gd name="connsiteX84" fmla="*/ 8507315 w 12193149"/>
              <a:gd name="connsiteY84" fmla="*/ 1938164 h 2344739"/>
              <a:gd name="connsiteX85" fmla="*/ 8499116 w 12193149"/>
              <a:gd name="connsiteY85" fmla="*/ 1940902 h 2344739"/>
              <a:gd name="connsiteX86" fmla="*/ 8498742 w 12193149"/>
              <a:gd name="connsiteY86" fmla="*/ 1940723 h 2344739"/>
              <a:gd name="connsiteX87" fmla="*/ 8491397 w 12193149"/>
              <a:gd name="connsiteY87" fmla="*/ 1943773 h 2344739"/>
              <a:gd name="connsiteX88" fmla="*/ 8368330 w 12193149"/>
              <a:gd name="connsiteY88" fmla="*/ 1957815 h 2344739"/>
              <a:gd name="connsiteX89" fmla="*/ 8354947 w 12193149"/>
              <a:gd name="connsiteY89" fmla="*/ 1958009 h 2344739"/>
              <a:gd name="connsiteX90" fmla="*/ 8353521 w 12193149"/>
              <a:gd name="connsiteY90" fmla="*/ 1957169 h 2344739"/>
              <a:gd name="connsiteX91" fmla="*/ 8321252 w 12193149"/>
              <a:gd name="connsiteY91" fmla="*/ 1974587 h 2344739"/>
              <a:gd name="connsiteX92" fmla="*/ 8315581 w 12193149"/>
              <a:gd name="connsiteY92" fmla="*/ 1974913 h 2344739"/>
              <a:gd name="connsiteX93" fmla="*/ 8296322 w 12193149"/>
              <a:gd name="connsiteY93" fmla="*/ 1988808 h 2344739"/>
              <a:gd name="connsiteX94" fmla="*/ 8285424 w 12193149"/>
              <a:gd name="connsiteY94" fmla="*/ 1994631 h 2344739"/>
              <a:gd name="connsiteX95" fmla="*/ 8284298 w 12193149"/>
              <a:gd name="connsiteY95" fmla="*/ 1999074 h 2344739"/>
              <a:gd name="connsiteX96" fmla="*/ 8267224 w 12193149"/>
              <a:gd name="connsiteY96" fmla="*/ 2006249 h 2344739"/>
              <a:gd name="connsiteX97" fmla="*/ 8264525 w 12193149"/>
              <a:gd name="connsiteY97" fmla="*/ 2006019 h 2344739"/>
              <a:gd name="connsiteX98" fmla="*/ 8253181 w 12193149"/>
              <a:gd name="connsiteY98" fmla="*/ 2015862 h 2344739"/>
              <a:gd name="connsiteX99" fmla="*/ 8246982 w 12193149"/>
              <a:gd name="connsiteY99" fmla="*/ 2028854 h 2344739"/>
              <a:gd name="connsiteX100" fmla="*/ 8091420 w 12193149"/>
              <a:gd name="connsiteY100" fmla="*/ 2075015 h 2344739"/>
              <a:gd name="connsiteX101" fmla="*/ 7906555 w 12193149"/>
              <a:gd name="connsiteY101" fmla="*/ 2116988 h 2344739"/>
              <a:gd name="connsiteX102" fmla="*/ 7719893 w 12193149"/>
              <a:gd name="connsiteY102" fmla="*/ 2142703 h 2344739"/>
              <a:gd name="connsiteX103" fmla="*/ 7615495 w 12193149"/>
              <a:gd name="connsiteY103" fmla="*/ 2139232 h 2344739"/>
              <a:gd name="connsiteX104" fmla="*/ 7528691 w 12193149"/>
              <a:gd name="connsiteY104" fmla="*/ 2145060 h 2344739"/>
              <a:gd name="connsiteX105" fmla="*/ 7520719 w 12193149"/>
              <a:gd name="connsiteY105" fmla="*/ 2147613 h 2344739"/>
              <a:gd name="connsiteX106" fmla="*/ 7508559 w 12193149"/>
              <a:gd name="connsiteY106" fmla="*/ 2148948 h 2344739"/>
              <a:gd name="connsiteX107" fmla="*/ 7508188 w 12193149"/>
              <a:gd name="connsiteY107" fmla="*/ 2148621 h 2344739"/>
              <a:gd name="connsiteX108" fmla="*/ 7496943 w 12193149"/>
              <a:gd name="connsiteY108" fmla="*/ 2150573 h 2344739"/>
              <a:gd name="connsiteX109" fmla="*/ 7406539 w 12193149"/>
              <a:gd name="connsiteY109" fmla="*/ 2142468 h 2344739"/>
              <a:gd name="connsiteX110" fmla="*/ 7219707 w 12193149"/>
              <a:gd name="connsiteY110" fmla="*/ 2156680 h 2344739"/>
              <a:gd name="connsiteX111" fmla="*/ 7202249 w 12193149"/>
              <a:gd name="connsiteY111" fmla="*/ 2161230 h 2344739"/>
              <a:gd name="connsiteX112" fmla="*/ 7198152 w 12193149"/>
              <a:gd name="connsiteY112" fmla="*/ 2166588 h 2344739"/>
              <a:gd name="connsiteX113" fmla="*/ 7171956 w 12193149"/>
              <a:gd name="connsiteY113" fmla="*/ 2171236 h 2344739"/>
              <a:gd name="connsiteX114" fmla="*/ 7098136 w 12193149"/>
              <a:gd name="connsiteY114" fmla="*/ 2183464 h 2344739"/>
              <a:gd name="connsiteX115" fmla="*/ 7019644 w 12193149"/>
              <a:gd name="connsiteY115" fmla="*/ 2183090 h 2344739"/>
              <a:gd name="connsiteX116" fmla="*/ 6905294 w 12193149"/>
              <a:gd name="connsiteY116" fmla="*/ 2212596 h 2344739"/>
              <a:gd name="connsiteX117" fmla="*/ 6709370 w 12193149"/>
              <a:gd name="connsiteY117" fmla="*/ 2240551 h 2344739"/>
              <a:gd name="connsiteX118" fmla="*/ 6550602 w 12193149"/>
              <a:gd name="connsiteY118" fmla="*/ 2269327 h 2344739"/>
              <a:gd name="connsiteX119" fmla="*/ 6318708 w 12193149"/>
              <a:gd name="connsiteY119" fmla="*/ 2316127 h 2344739"/>
              <a:gd name="connsiteX120" fmla="*/ 6169822 w 12193149"/>
              <a:gd name="connsiteY120" fmla="*/ 2318214 h 2344739"/>
              <a:gd name="connsiteX121" fmla="*/ 6074996 w 12193149"/>
              <a:gd name="connsiteY121" fmla="*/ 2338676 h 2344739"/>
              <a:gd name="connsiteX122" fmla="*/ 6069677 w 12193149"/>
              <a:gd name="connsiteY122" fmla="*/ 2337139 h 2344739"/>
              <a:gd name="connsiteX123" fmla="*/ 6049786 w 12193149"/>
              <a:gd name="connsiteY123" fmla="*/ 2337822 h 2344739"/>
              <a:gd name="connsiteX124" fmla="*/ 6042433 w 12193149"/>
              <a:gd name="connsiteY124" fmla="*/ 2329473 h 2344739"/>
              <a:gd name="connsiteX125" fmla="*/ 6011238 w 12193149"/>
              <a:gd name="connsiteY125" fmla="*/ 2324380 h 2344739"/>
              <a:gd name="connsiteX126" fmla="*/ 5958523 w 12193149"/>
              <a:gd name="connsiteY126" fmla="*/ 2328024 h 2344739"/>
              <a:gd name="connsiteX127" fmla="*/ 5760067 w 12193149"/>
              <a:gd name="connsiteY127" fmla="*/ 2343716 h 2344739"/>
              <a:gd name="connsiteX128" fmla="*/ 5628108 w 12193149"/>
              <a:gd name="connsiteY128" fmla="*/ 2344739 h 2344739"/>
              <a:gd name="connsiteX129" fmla="*/ 5472054 w 12193149"/>
              <a:gd name="connsiteY129" fmla="*/ 2330719 h 2344739"/>
              <a:gd name="connsiteX130" fmla="*/ 5433909 w 12193149"/>
              <a:gd name="connsiteY130" fmla="*/ 2319466 h 2344739"/>
              <a:gd name="connsiteX131" fmla="*/ 5382817 w 12193149"/>
              <a:gd name="connsiteY131" fmla="*/ 2301764 h 2344739"/>
              <a:gd name="connsiteX132" fmla="*/ 5262912 w 12193149"/>
              <a:gd name="connsiteY132" fmla="*/ 2281347 h 2344739"/>
              <a:gd name="connsiteX133" fmla="*/ 5224109 w 12193149"/>
              <a:gd name="connsiteY133" fmla="*/ 2270223 h 2344739"/>
              <a:gd name="connsiteX134" fmla="*/ 5175808 w 12193149"/>
              <a:gd name="connsiteY134" fmla="*/ 2267233 h 2344739"/>
              <a:gd name="connsiteX135" fmla="*/ 5157702 w 12193149"/>
              <a:gd name="connsiteY135" fmla="*/ 2260010 h 2344739"/>
              <a:gd name="connsiteX136" fmla="*/ 5143747 w 12193149"/>
              <a:gd name="connsiteY136" fmla="*/ 2256610 h 2344739"/>
              <a:gd name="connsiteX137" fmla="*/ 5140744 w 12193149"/>
              <a:gd name="connsiteY137" fmla="*/ 2254509 h 2344739"/>
              <a:gd name="connsiteX138" fmla="*/ 5122807 w 12193149"/>
              <a:gd name="connsiteY138" fmla="*/ 2243656 h 2344739"/>
              <a:gd name="connsiteX139" fmla="*/ 5066938 w 12193149"/>
              <a:gd name="connsiteY139" fmla="*/ 2250227 h 2344739"/>
              <a:gd name="connsiteX140" fmla="*/ 5012662 w 12193149"/>
              <a:gd name="connsiteY140" fmla="*/ 2233846 h 2344739"/>
              <a:gd name="connsiteX141" fmla="*/ 4841589 w 12193149"/>
              <a:gd name="connsiteY141" fmla="*/ 2209829 h 2344739"/>
              <a:gd name="connsiteX142" fmla="*/ 4763595 w 12193149"/>
              <a:gd name="connsiteY142" fmla="*/ 2182061 h 2344739"/>
              <a:gd name="connsiteX143" fmla="*/ 4724334 w 12193149"/>
              <a:gd name="connsiteY143" fmla="*/ 2173047 h 2344739"/>
              <a:gd name="connsiteX144" fmla="*/ 4722324 w 12193149"/>
              <a:gd name="connsiteY144" fmla="*/ 2172298 h 2344739"/>
              <a:gd name="connsiteX145" fmla="*/ 4723259 w 12193149"/>
              <a:gd name="connsiteY145" fmla="*/ 2172087 h 2344739"/>
              <a:gd name="connsiteX146" fmla="*/ 4718350 w 12193149"/>
              <a:gd name="connsiteY146" fmla="*/ 2170817 h 2344739"/>
              <a:gd name="connsiteX147" fmla="*/ 4722324 w 12193149"/>
              <a:gd name="connsiteY147" fmla="*/ 2172298 h 2344739"/>
              <a:gd name="connsiteX148" fmla="*/ 4716674 w 12193149"/>
              <a:gd name="connsiteY148" fmla="*/ 2173573 h 2344739"/>
              <a:gd name="connsiteX149" fmla="*/ 4516962 w 12193149"/>
              <a:gd name="connsiteY149" fmla="*/ 2163671 h 2344739"/>
              <a:gd name="connsiteX150" fmla="*/ 4429691 w 12193149"/>
              <a:gd name="connsiteY150" fmla="*/ 2153020 h 2344739"/>
              <a:gd name="connsiteX151" fmla="*/ 4364023 w 12193149"/>
              <a:gd name="connsiteY151" fmla="*/ 2151674 h 2344739"/>
              <a:gd name="connsiteX152" fmla="*/ 4318114 w 12193149"/>
              <a:gd name="connsiteY152" fmla="*/ 2158289 h 2344739"/>
              <a:gd name="connsiteX153" fmla="*/ 4316258 w 12193149"/>
              <a:gd name="connsiteY153" fmla="*/ 2156948 h 2344739"/>
              <a:gd name="connsiteX154" fmla="*/ 4296292 w 12193149"/>
              <a:gd name="connsiteY154" fmla="*/ 2155069 h 2344739"/>
              <a:gd name="connsiteX155" fmla="*/ 4291212 w 12193149"/>
              <a:gd name="connsiteY155" fmla="*/ 2157986 h 2344739"/>
              <a:gd name="connsiteX156" fmla="*/ 4277290 w 12193149"/>
              <a:gd name="connsiteY156" fmla="*/ 2157740 h 2344739"/>
              <a:gd name="connsiteX157" fmla="*/ 4249265 w 12193149"/>
              <a:gd name="connsiteY157" fmla="*/ 2160064 h 2344739"/>
              <a:gd name="connsiteX158" fmla="*/ 4203199 w 12193149"/>
              <a:gd name="connsiteY158" fmla="*/ 2157269 h 2344739"/>
              <a:gd name="connsiteX159" fmla="*/ 4202893 w 12193149"/>
              <a:gd name="connsiteY159" fmla="*/ 2156010 h 2344739"/>
              <a:gd name="connsiteX160" fmla="*/ 4192396 w 12193149"/>
              <a:gd name="connsiteY160" fmla="*/ 2150376 h 2344739"/>
              <a:gd name="connsiteX161" fmla="*/ 4143893 w 12193149"/>
              <a:gd name="connsiteY161" fmla="*/ 2134511 h 2344739"/>
              <a:gd name="connsiteX162" fmla="*/ 4084245 w 12193149"/>
              <a:gd name="connsiteY162" fmla="*/ 2107978 h 2344739"/>
              <a:gd name="connsiteX163" fmla="*/ 4075694 w 12193149"/>
              <a:gd name="connsiteY163" fmla="*/ 2107143 h 2344739"/>
              <a:gd name="connsiteX164" fmla="*/ 4075575 w 12193149"/>
              <a:gd name="connsiteY164" fmla="*/ 2106844 h 2344739"/>
              <a:gd name="connsiteX165" fmla="*/ 4066658 w 12193149"/>
              <a:gd name="connsiteY165" fmla="*/ 2105400 h 2344739"/>
              <a:gd name="connsiteX166" fmla="*/ 4060102 w 12193149"/>
              <a:gd name="connsiteY166" fmla="*/ 2105618 h 2344739"/>
              <a:gd name="connsiteX167" fmla="*/ 4043512 w 12193149"/>
              <a:gd name="connsiteY167" fmla="*/ 2103997 h 2344739"/>
              <a:gd name="connsiteX168" fmla="*/ 4038145 w 12193149"/>
              <a:gd name="connsiteY168" fmla="*/ 2101563 h 2344739"/>
              <a:gd name="connsiteX169" fmla="*/ 4036511 w 12193149"/>
              <a:gd name="connsiteY169" fmla="*/ 2097896 h 2344739"/>
              <a:gd name="connsiteX170" fmla="*/ 4034926 w 12193149"/>
              <a:gd name="connsiteY170" fmla="*/ 2098131 h 2344739"/>
              <a:gd name="connsiteX171" fmla="*/ 4005686 w 12193149"/>
              <a:gd name="connsiteY171" fmla="*/ 2085563 h 2344739"/>
              <a:gd name="connsiteX172" fmla="*/ 3937994 w 12193149"/>
              <a:gd name="connsiteY172" fmla="*/ 2068106 h 2344739"/>
              <a:gd name="connsiteX173" fmla="*/ 3898423 w 12193149"/>
              <a:gd name="connsiteY173" fmla="*/ 2062451 h 2344739"/>
              <a:gd name="connsiteX174" fmla="*/ 3790908 w 12193149"/>
              <a:gd name="connsiteY174" fmla="*/ 2042213 h 2344739"/>
              <a:gd name="connsiteX175" fmla="*/ 3683661 w 12193149"/>
              <a:gd name="connsiteY175" fmla="*/ 2018290 h 2344739"/>
              <a:gd name="connsiteX176" fmla="*/ 3611183 w 12193149"/>
              <a:gd name="connsiteY176" fmla="*/ 1986019 h 2344739"/>
              <a:gd name="connsiteX177" fmla="*/ 3605003 w 12193149"/>
              <a:gd name="connsiteY177" fmla="*/ 1987381 h 2344739"/>
              <a:gd name="connsiteX178" fmla="*/ 3595884 w 12193149"/>
              <a:gd name="connsiteY178" fmla="*/ 1987545 h 2344739"/>
              <a:gd name="connsiteX179" fmla="*/ 3595649 w 12193149"/>
              <a:gd name="connsiteY179" fmla="*/ 1987276 h 2344739"/>
              <a:gd name="connsiteX180" fmla="*/ 3587126 w 12193149"/>
              <a:gd name="connsiteY180" fmla="*/ 1987966 h 2344739"/>
              <a:gd name="connsiteX181" fmla="*/ 3537283 w 12193149"/>
              <a:gd name="connsiteY181" fmla="*/ 1978267 h 2344739"/>
              <a:gd name="connsiteX182" fmla="*/ 3474371 w 12193149"/>
              <a:gd name="connsiteY182" fmla="*/ 1974606 h 2344739"/>
              <a:gd name="connsiteX183" fmla="*/ 3401876 w 12193149"/>
              <a:gd name="connsiteY183" fmla="*/ 1962558 h 2344739"/>
              <a:gd name="connsiteX184" fmla="*/ 3365036 w 12193149"/>
              <a:gd name="connsiteY184" fmla="*/ 1979510 h 2344739"/>
              <a:gd name="connsiteX185" fmla="*/ 3345174 w 12193149"/>
              <a:gd name="connsiteY185" fmla="*/ 1981192 h 2344739"/>
              <a:gd name="connsiteX186" fmla="*/ 3342846 w 12193149"/>
              <a:gd name="connsiteY186" fmla="*/ 1980217 h 2344739"/>
              <a:gd name="connsiteX187" fmla="*/ 3263504 w 12193149"/>
              <a:gd name="connsiteY187" fmla="*/ 1986094 h 2344739"/>
              <a:gd name="connsiteX188" fmla="*/ 3143704 w 12193149"/>
              <a:gd name="connsiteY188" fmla="*/ 1993869 h 2344739"/>
              <a:gd name="connsiteX189" fmla="*/ 3031439 w 12193149"/>
              <a:gd name="connsiteY189" fmla="*/ 1996512 h 2344739"/>
              <a:gd name="connsiteX190" fmla="*/ 2782717 w 12193149"/>
              <a:gd name="connsiteY190" fmla="*/ 2018333 h 2344739"/>
              <a:gd name="connsiteX191" fmla="*/ 2647675 w 12193149"/>
              <a:gd name="connsiteY191" fmla="*/ 2028869 h 2344739"/>
              <a:gd name="connsiteX192" fmla="*/ 2569176 w 12193149"/>
              <a:gd name="connsiteY192" fmla="*/ 2002628 h 2344739"/>
              <a:gd name="connsiteX193" fmla="*/ 2444403 w 12193149"/>
              <a:gd name="connsiteY193" fmla="*/ 2016529 h 2344739"/>
              <a:gd name="connsiteX194" fmla="*/ 2316260 w 12193149"/>
              <a:gd name="connsiteY194" fmla="*/ 2024996 h 2344739"/>
              <a:gd name="connsiteX195" fmla="*/ 2209726 w 12193149"/>
              <a:gd name="connsiteY195" fmla="*/ 2019763 h 2344739"/>
              <a:gd name="connsiteX196" fmla="*/ 2095813 w 12193149"/>
              <a:gd name="connsiteY196" fmla="*/ 2003052 h 2344739"/>
              <a:gd name="connsiteX197" fmla="*/ 1998504 w 12193149"/>
              <a:gd name="connsiteY197" fmla="*/ 1995032 h 2344739"/>
              <a:gd name="connsiteX198" fmla="*/ 1929320 w 12193149"/>
              <a:gd name="connsiteY198" fmla="*/ 2016977 h 2344739"/>
              <a:gd name="connsiteX199" fmla="*/ 1922798 w 12193149"/>
              <a:gd name="connsiteY199" fmla="*/ 2012146 h 2344739"/>
              <a:gd name="connsiteX200" fmla="*/ 1874228 w 12193149"/>
              <a:gd name="connsiteY200" fmla="*/ 2013741 h 2344739"/>
              <a:gd name="connsiteX201" fmla="*/ 1787803 w 12193149"/>
              <a:gd name="connsiteY201" fmla="*/ 2041363 h 2344739"/>
              <a:gd name="connsiteX202" fmla="*/ 1739352 w 12193149"/>
              <a:gd name="connsiteY202" fmla="*/ 2036312 h 2344739"/>
              <a:gd name="connsiteX203" fmla="*/ 1676219 w 12193149"/>
              <a:gd name="connsiteY203" fmla="*/ 2019963 h 2344739"/>
              <a:gd name="connsiteX204" fmla="*/ 1609817 w 12193149"/>
              <a:gd name="connsiteY204" fmla="*/ 2013066 h 2344739"/>
              <a:gd name="connsiteX205" fmla="*/ 1497258 w 12193149"/>
              <a:gd name="connsiteY205" fmla="*/ 1987476 h 2344739"/>
              <a:gd name="connsiteX206" fmla="*/ 1151127 w 12193149"/>
              <a:gd name="connsiteY206" fmla="*/ 1938041 h 2344739"/>
              <a:gd name="connsiteX207" fmla="*/ 859417 w 12193149"/>
              <a:gd name="connsiteY207" fmla="*/ 1928608 h 2344739"/>
              <a:gd name="connsiteX208" fmla="*/ 838688 w 12193149"/>
              <a:gd name="connsiteY208" fmla="*/ 1929821 h 2344739"/>
              <a:gd name="connsiteX209" fmla="*/ 817957 w 12193149"/>
              <a:gd name="connsiteY209" fmla="*/ 1927857 h 2344739"/>
              <a:gd name="connsiteX210" fmla="*/ 812654 w 12193149"/>
              <a:gd name="connsiteY210" fmla="*/ 1930751 h 2344739"/>
              <a:gd name="connsiteX211" fmla="*/ 721195 w 12193149"/>
              <a:gd name="connsiteY211" fmla="*/ 1929661 h 2344739"/>
              <a:gd name="connsiteX212" fmla="*/ 720890 w 12193149"/>
              <a:gd name="connsiteY212" fmla="*/ 1928399 h 2344739"/>
              <a:gd name="connsiteX213" fmla="*/ 710023 w 12193149"/>
              <a:gd name="connsiteY213" fmla="*/ 1922722 h 2344739"/>
              <a:gd name="connsiteX214" fmla="*/ 597940 w 12193149"/>
              <a:gd name="connsiteY214" fmla="*/ 1879864 h 2344739"/>
              <a:gd name="connsiteX215" fmla="*/ 579683 w 12193149"/>
              <a:gd name="connsiteY215" fmla="*/ 1877212 h 2344739"/>
              <a:gd name="connsiteX216" fmla="*/ 572865 w 12193149"/>
              <a:gd name="connsiteY216" fmla="*/ 1877401 h 2344739"/>
              <a:gd name="connsiteX217" fmla="*/ 446247 w 12193149"/>
              <a:gd name="connsiteY217" fmla="*/ 1839371 h 2344739"/>
              <a:gd name="connsiteX218" fmla="*/ 405163 w 12193149"/>
              <a:gd name="connsiteY218" fmla="*/ 1833548 h 2344739"/>
              <a:gd name="connsiteX219" fmla="*/ 293583 w 12193149"/>
              <a:gd name="connsiteY219" fmla="*/ 1812852 h 2344739"/>
              <a:gd name="connsiteX220" fmla="*/ 119529 w 12193149"/>
              <a:gd name="connsiteY220" fmla="*/ 1761047 h 2344739"/>
              <a:gd name="connsiteX221" fmla="*/ 16674 w 12193149"/>
              <a:gd name="connsiteY221" fmla="*/ 1758191 h 2344739"/>
              <a:gd name="connsiteX222" fmla="*/ 1150 w 12193149"/>
              <a:gd name="connsiteY222" fmla="*/ 1752722 h 2344739"/>
              <a:gd name="connsiteX223" fmla="*/ 1148 w 12193149"/>
              <a:gd name="connsiteY223" fmla="*/ 222213 h 2344739"/>
              <a:gd name="connsiteX224" fmla="*/ 1148 w 12193149"/>
              <a:gd name="connsiteY224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190394 w 12193149"/>
              <a:gd name="connsiteY68" fmla="*/ 1912467 h 2344739"/>
              <a:gd name="connsiteX69" fmla="*/ 9114960 w 12193149"/>
              <a:gd name="connsiteY69" fmla="*/ 1919069 h 2344739"/>
              <a:gd name="connsiteX70" fmla="*/ 9054601 w 12193149"/>
              <a:gd name="connsiteY70" fmla="*/ 1910755 h 2344739"/>
              <a:gd name="connsiteX71" fmla="*/ 9006634 w 12193149"/>
              <a:gd name="connsiteY71" fmla="*/ 1914040 h 2344739"/>
              <a:gd name="connsiteX72" fmla="*/ 9006349 w 12193149"/>
              <a:gd name="connsiteY72" fmla="*/ 1913800 h 2344739"/>
              <a:gd name="connsiteX73" fmla="*/ 8997380 w 12193149"/>
              <a:gd name="connsiteY73" fmla="*/ 1915011 h 2344739"/>
              <a:gd name="connsiteX74" fmla="*/ 8991542 w 12193149"/>
              <a:gd name="connsiteY74" fmla="*/ 1917072 h 2344739"/>
              <a:gd name="connsiteX75" fmla="*/ 8975485 w 12193149"/>
              <a:gd name="connsiteY75" fmla="*/ 1920298 h 2344739"/>
              <a:gd name="connsiteX76" fmla="*/ 8969159 w 12193149"/>
              <a:gd name="connsiteY76" fmla="*/ 1919598 h 2344739"/>
              <a:gd name="connsiteX77" fmla="*/ 8964196 w 12193149"/>
              <a:gd name="connsiteY77" fmla="*/ 1917373 h 2344739"/>
              <a:gd name="connsiteX78" fmla="*/ 8930136 w 12193149"/>
              <a:gd name="connsiteY78" fmla="*/ 1914185 h 2344739"/>
              <a:gd name="connsiteX79" fmla="*/ 8753592 w 12193149"/>
              <a:gd name="connsiteY79" fmla="*/ 1933417 h 2344739"/>
              <a:gd name="connsiteX80" fmla="*/ 8708995 w 12193149"/>
              <a:gd name="connsiteY80" fmla="*/ 1935518 h 2344739"/>
              <a:gd name="connsiteX81" fmla="*/ 8597219 w 12193149"/>
              <a:gd name="connsiteY81" fmla="*/ 1944090 h 2344739"/>
              <a:gd name="connsiteX82" fmla="*/ 8526378 w 12193149"/>
              <a:gd name="connsiteY82" fmla="*/ 1929248 h 2344739"/>
              <a:gd name="connsiteX83" fmla="*/ 8512131 w 12193149"/>
              <a:gd name="connsiteY83" fmla="*/ 1935163 h 2344739"/>
              <a:gd name="connsiteX84" fmla="*/ 8507315 w 12193149"/>
              <a:gd name="connsiteY84" fmla="*/ 1938164 h 2344739"/>
              <a:gd name="connsiteX85" fmla="*/ 8499116 w 12193149"/>
              <a:gd name="connsiteY85" fmla="*/ 1940902 h 2344739"/>
              <a:gd name="connsiteX86" fmla="*/ 8498742 w 12193149"/>
              <a:gd name="connsiteY86" fmla="*/ 1940723 h 2344739"/>
              <a:gd name="connsiteX87" fmla="*/ 8491397 w 12193149"/>
              <a:gd name="connsiteY87" fmla="*/ 1943773 h 2344739"/>
              <a:gd name="connsiteX88" fmla="*/ 8368330 w 12193149"/>
              <a:gd name="connsiteY88" fmla="*/ 1957815 h 2344739"/>
              <a:gd name="connsiteX89" fmla="*/ 8354947 w 12193149"/>
              <a:gd name="connsiteY89" fmla="*/ 1958009 h 2344739"/>
              <a:gd name="connsiteX90" fmla="*/ 8321252 w 12193149"/>
              <a:gd name="connsiteY90" fmla="*/ 1974587 h 2344739"/>
              <a:gd name="connsiteX91" fmla="*/ 8315581 w 12193149"/>
              <a:gd name="connsiteY91" fmla="*/ 1974913 h 2344739"/>
              <a:gd name="connsiteX92" fmla="*/ 8296322 w 12193149"/>
              <a:gd name="connsiteY92" fmla="*/ 1988808 h 2344739"/>
              <a:gd name="connsiteX93" fmla="*/ 8285424 w 12193149"/>
              <a:gd name="connsiteY93" fmla="*/ 1994631 h 2344739"/>
              <a:gd name="connsiteX94" fmla="*/ 8284298 w 12193149"/>
              <a:gd name="connsiteY94" fmla="*/ 1999074 h 2344739"/>
              <a:gd name="connsiteX95" fmla="*/ 8267224 w 12193149"/>
              <a:gd name="connsiteY95" fmla="*/ 2006249 h 2344739"/>
              <a:gd name="connsiteX96" fmla="*/ 8264525 w 12193149"/>
              <a:gd name="connsiteY96" fmla="*/ 2006019 h 2344739"/>
              <a:gd name="connsiteX97" fmla="*/ 8253181 w 12193149"/>
              <a:gd name="connsiteY97" fmla="*/ 2015862 h 2344739"/>
              <a:gd name="connsiteX98" fmla="*/ 8246982 w 12193149"/>
              <a:gd name="connsiteY98" fmla="*/ 2028854 h 2344739"/>
              <a:gd name="connsiteX99" fmla="*/ 8091420 w 12193149"/>
              <a:gd name="connsiteY99" fmla="*/ 2075015 h 2344739"/>
              <a:gd name="connsiteX100" fmla="*/ 7906555 w 12193149"/>
              <a:gd name="connsiteY100" fmla="*/ 2116988 h 2344739"/>
              <a:gd name="connsiteX101" fmla="*/ 7719893 w 12193149"/>
              <a:gd name="connsiteY101" fmla="*/ 2142703 h 2344739"/>
              <a:gd name="connsiteX102" fmla="*/ 7615495 w 12193149"/>
              <a:gd name="connsiteY102" fmla="*/ 2139232 h 2344739"/>
              <a:gd name="connsiteX103" fmla="*/ 7528691 w 12193149"/>
              <a:gd name="connsiteY103" fmla="*/ 2145060 h 2344739"/>
              <a:gd name="connsiteX104" fmla="*/ 7520719 w 12193149"/>
              <a:gd name="connsiteY104" fmla="*/ 2147613 h 2344739"/>
              <a:gd name="connsiteX105" fmla="*/ 7508559 w 12193149"/>
              <a:gd name="connsiteY105" fmla="*/ 2148948 h 2344739"/>
              <a:gd name="connsiteX106" fmla="*/ 7508188 w 12193149"/>
              <a:gd name="connsiteY106" fmla="*/ 2148621 h 2344739"/>
              <a:gd name="connsiteX107" fmla="*/ 7496943 w 12193149"/>
              <a:gd name="connsiteY107" fmla="*/ 2150573 h 2344739"/>
              <a:gd name="connsiteX108" fmla="*/ 7406539 w 12193149"/>
              <a:gd name="connsiteY108" fmla="*/ 2142468 h 2344739"/>
              <a:gd name="connsiteX109" fmla="*/ 7219707 w 12193149"/>
              <a:gd name="connsiteY109" fmla="*/ 2156680 h 2344739"/>
              <a:gd name="connsiteX110" fmla="*/ 7202249 w 12193149"/>
              <a:gd name="connsiteY110" fmla="*/ 2161230 h 2344739"/>
              <a:gd name="connsiteX111" fmla="*/ 7198152 w 12193149"/>
              <a:gd name="connsiteY111" fmla="*/ 2166588 h 2344739"/>
              <a:gd name="connsiteX112" fmla="*/ 7171956 w 12193149"/>
              <a:gd name="connsiteY112" fmla="*/ 2171236 h 2344739"/>
              <a:gd name="connsiteX113" fmla="*/ 7098136 w 12193149"/>
              <a:gd name="connsiteY113" fmla="*/ 2183464 h 2344739"/>
              <a:gd name="connsiteX114" fmla="*/ 7019644 w 12193149"/>
              <a:gd name="connsiteY114" fmla="*/ 2183090 h 2344739"/>
              <a:gd name="connsiteX115" fmla="*/ 6905294 w 12193149"/>
              <a:gd name="connsiteY115" fmla="*/ 2212596 h 2344739"/>
              <a:gd name="connsiteX116" fmla="*/ 6709370 w 12193149"/>
              <a:gd name="connsiteY116" fmla="*/ 2240551 h 2344739"/>
              <a:gd name="connsiteX117" fmla="*/ 6550602 w 12193149"/>
              <a:gd name="connsiteY117" fmla="*/ 2269327 h 2344739"/>
              <a:gd name="connsiteX118" fmla="*/ 6318708 w 12193149"/>
              <a:gd name="connsiteY118" fmla="*/ 2316127 h 2344739"/>
              <a:gd name="connsiteX119" fmla="*/ 6169822 w 12193149"/>
              <a:gd name="connsiteY119" fmla="*/ 2318214 h 2344739"/>
              <a:gd name="connsiteX120" fmla="*/ 6074996 w 12193149"/>
              <a:gd name="connsiteY120" fmla="*/ 2338676 h 2344739"/>
              <a:gd name="connsiteX121" fmla="*/ 6069677 w 12193149"/>
              <a:gd name="connsiteY121" fmla="*/ 2337139 h 2344739"/>
              <a:gd name="connsiteX122" fmla="*/ 6049786 w 12193149"/>
              <a:gd name="connsiteY122" fmla="*/ 2337822 h 2344739"/>
              <a:gd name="connsiteX123" fmla="*/ 6042433 w 12193149"/>
              <a:gd name="connsiteY123" fmla="*/ 2329473 h 2344739"/>
              <a:gd name="connsiteX124" fmla="*/ 6011238 w 12193149"/>
              <a:gd name="connsiteY124" fmla="*/ 2324380 h 2344739"/>
              <a:gd name="connsiteX125" fmla="*/ 5958523 w 12193149"/>
              <a:gd name="connsiteY125" fmla="*/ 2328024 h 2344739"/>
              <a:gd name="connsiteX126" fmla="*/ 5760067 w 12193149"/>
              <a:gd name="connsiteY126" fmla="*/ 2343716 h 2344739"/>
              <a:gd name="connsiteX127" fmla="*/ 5628108 w 12193149"/>
              <a:gd name="connsiteY127" fmla="*/ 2344739 h 2344739"/>
              <a:gd name="connsiteX128" fmla="*/ 5472054 w 12193149"/>
              <a:gd name="connsiteY128" fmla="*/ 2330719 h 2344739"/>
              <a:gd name="connsiteX129" fmla="*/ 5433909 w 12193149"/>
              <a:gd name="connsiteY129" fmla="*/ 2319466 h 2344739"/>
              <a:gd name="connsiteX130" fmla="*/ 5382817 w 12193149"/>
              <a:gd name="connsiteY130" fmla="*/ 2301764 h 2344739"/>
              <a:gd name="connsiteX131" fmla="*/ 5262912 w 12193149"/>
              <a:gd name="connsiteY131" fmla="*/ 2281347 h 2344739"/>
              <a:gd name="connsiteX132" fmla="*/ 5224109 w 12193149"/>
              <a:gd name="connsiteY132" fmla="*/ 2270223 h 2344739"/>
              <a:gd name="connsiteX133" fmla="*/ 5175808 w 12193149"/>
              <a:gd name="connsiteY133" fmla="*/ 2267233 h 2344739"/>
              <a:gd name="connsiteX134" fmla="*/ 5157702 w 12193149"/>
              <a:gd name="connsiteY134" fmla="*/ 2260010 h 2344739"/>
              <a:gd name="connsiteX135" fmla="*/ 5143747 w 12193149"/>
              <a:gd name="connsiteY135" fmla="*/ 2256610 h 2344739"/>
              <a:gd name="connsiteX136" fmla="*/ 5140744 w 12193149"/>
              <a:gd name="connsiteY136" fmla="*/ 2254509 h 2344739"/>
              <a:gd name="connsiteX137" fmla="*/ 5122807 w 12193149"/>
              <a:gd name="connsiteY137" fmla="*/ 2243656 h 2344739"/>
              <a:gd name="connsiteX138" fmla="*/ 5066938 w 12193149"/>
              <a:gd name="connsiteY138" fmla="*/ 2250227 h 2344739"/>
              <a:gd name="connsiteX139" fmla="*/ 5012662 w 12193149"/>
              <a:gd name="connsiteY139" fmla="*/ 2233846 h 2344739"/>
              <a:gd name="connsiteX140" fmla="*/ 4841589 w 12193149"/>
              <a:gd name="connsiteY140" fmla="*/ 2209829 h 2344739"/>
              <a:gd name="connsiteX141" fmla="*/ 4763595 w 12193149"/>
              <a:gd name="connsiteY141" fmla="*/ 2182061 h 2344739"/>
              <a:gd name="connsiteX142" fmla="*/ 4724334 w 12193149"/>
              <a:gd name="connsiteY142" fmla="*/ 2173047 h 2344739"/>
              <a:gd name="connsiteX143" fmla="*/ 4722324 w 12193149"/>
              <a:gd name="connsiteY143" fmla="*/ 2172298 h 2344739"/>
              <a:gd name="connsiteX144" fmla="*/ 4723259 w 12193149"/>
              <a:gd name="connsiteY144" fmla="*/ 2172087 h 2344739"/>
              <a:gd name="connsiteX145" fmla="*/ 4718350 w 12193149"/>
              <a:gd name="connsiteY145" fmla="*/ 2170817 h 2344739"/>
              <a:gd name="connsiteX146" fmla="*/ 4722324 w 12193149"/>
              <a:gd name="connsiteY146" fmla="*/ 2172298 h 2344739"/>
              <a:gd name="connsiteX147" fmla="*/ 4716674 w 12193149"/>
              <a:gd name="connsiteY147" fmla="*/ 2173573 h 2344739"/>
              <a:gd name="connsiteX148" fmla="*/ 4516962 w 12193149"/>
              <a:gd name="connsiteY148" fmla="*/ 2163671 h 2344739"/>
              <a:gd name="connsiteX149" fmla="*/ 4429691 w 12193149"/>
              <a:gd name="connsiteY149" fmla="*/ 2153020 h 2344739"/>
              <a:gd name="connsiteX150" fmla="*/ 4364023 w 12193149"/>
              <a:gd name="connsiteY150" fmla="*/ 2151674 h 2344739"/>
              <a:gd name="connsiteX151" fmla="*/ 4318114 w 12193149"/>
              <a:gd name="connsiteY151" fmla="*/ 2158289 h 2344739"/>
              <a:gd name="connsiteX152" fmla="*/ 4316258 w 12193149"/>
              <a:gd name="connsiteY152" fmla="*/ 2156948 h 2344739"/>
              <a:gd name="connsiteX153" fmla="*/ 4296292 w 12193149"/>
              <a:gd name="connsiteY153" fmla="*/ 2155069 h 2344739"/>
              <a:gd name="connsiteX154" fmla="*/ 4291212 w 12193149"/>
              <a:gd name="connsiteY154" fmla="*/ 2157986 h 2344739"/>
              <a:gd name="connsiteX155" fmla="*/ 4277290 w 12193149"/>
              <a:gd name="connsiteY155" fmla="*/ 2157740 h 2344739"/>
              <a:gd name="connsiteX156" fmla="*/ 4249265 w 12193149"/>
              <a:gd name="connsiteY156" fmla="*/ 2160064 h 2344739"/>
              <a:gd name="connsiteX157" fmla="*/ 4203199 w 12193149"/>
              <a:gd name="connsiteY157" fmla="*/ 2157269 h 2344739"/>
              <a:gd name="connsiteX158" fmla="*/ 4202893 w 12193149"/>
              <a:gd name="connsiteY158" fmla="*/ 2156010 h 2344739"/>
              <a:gd name="connsiteX159" fmla="*/ 4192396 w 12193149"/>
              <a:gd name="connsiteY159" fmla="*/ 2150376 h 2344739"/>
              <a:gd name="connsiteX160" fmla="*/ 4143893 w 12193149"/>
              <a:gd name="connsiteY160" fmla="*/ 2134511 h 2344739"/>
              <a:gd name="connsiteX161" fmla="*/ 4084245 w 12193149"/>
              <a:gd name="connsiteY161" fmla="*/ 2107978 h 2344739"/>
              <a:gd name="connsiteX162" fmla="*/ 4075694 w 12193149"/>
              <a:gd name="connsiteY162" fmla="*/ 2107143 h 2344739"/>
              <a:gd name="connsiteX163" fmla="*/ 4075575 w 12193149"/>
              <a:gd name="connsiteY163" fmla="*/ 2106844 h 2344739"/>
              <a:gd name="connsiteX164" fmla="*/ 4066658 w 12193149"/>
              <a:gd name="connsiteY164" fmla="*/ 2105400 h 2344739"/>
              <a:gd name="connsiteX165" fmla="*/ 4060102 w 12193149"/>
              <a:gd name="connsiteY165" fmla="*/ 2105618 h 2344739"/>
              <a:gd name="connsiteX166" fmla="*/ 4043512 w 12193149"/>
              <a:gd name="connsiteY166" fmla="*/ 2103997 h 2344739"/>
              <a:gd name="connsiteX167" fmla="*/ 4038145 w 12193149"/>
              <a:gd name="connsiteY167" fmla="*/ 2101563 h 2344739"/>
              <a:gd name="connsiteX168" fmla="*/ 4036511 w 12193149"/>
              <a:gd name="connsiteY168" fmla="*/ 2097896 h 2344739"/>
              <a:gd name="connsiteX169" fmla="*/ 4034926 w 12193149"/>
              <a:gd name="connsiteY169" fmla="*/ 2098131 h 2344739"/>
              <a:gd name="connsiteX170" fmla="*/ 4005686 w 12193149"/>
              <a:gd name="connsiteY170" fmla="*/ 2085563 h 2344739"/>
              <a:gd name="connsiteX171" fmla="*/ 3937994 w 12193149"/>
              <a:gd name="connsiteY171" fmla="*/ 2068106 h 2344739"/>
              <a:gd name="connsiteX172" fmla="*/ 3898423 w 12193149"/>
              <a:gd name="connsiteY172" fmla="*/ 2062451 h 2344739"/>
              <a:gd name="connsiteX173" fmla="*/ 3790908 w 12193149"/>
              <a:gd name="connsiteY173" fmla="*/ 2042213 h 2344739"/>
              <a:gd name="connsiteX174" fmla="*/ 3683661 w 12193149"/>
              <a:gd name="connsiteY174" fmla="*/ 2018290 h 2344739"/>
              <a:gd name="connsiteX175" fmla="*/ 3611183 w 12193149"/>
              <a:gd name="connsiteY175" fmla="*/ 1986019 h 2344739"/>
              <a:gd name="connsiteX176" fmla="*/ 3605003 w 12193149"/>
              <a:gd name="connsiteY176" fmla="*/ 1987381 h 2344739"/>
              <a:gd name="connsiteX177" fmla="*/ 3595884 w 12193149"/>
              <a:gd name="connsiteY177" fmla="*/ 1987545 h 2344739"/>
              <a:gd name="connsiteX178" fmla="*/ 3595649 w 12193149"/>
              <a:gd name="connsiteY178" fmla="*/ 1987276 h 2344739"/>
              <a:gd name="connsiteX179" fmla="*/ 3587126 w 12193149"/>
              <a:gd name="connsiteY179" fmla="*/ 1987966 h 2344739"/>
              <a:gd name="connsiteX180" fmla="*/ 3537283 w 12193149"/>
              <a:gd name="connsiteY180" fmla="*/ 1978267 h 2344739"/>
              <a:gd name="connsiteX181" fmla="*/ 3474371 w 12193149"/>
              <a:gd name="connsiteY181" fmla="*/ 1974606 h 2344739"/>
              <a:gd name="connsiteX182" fmla="*/ 3401876 w 12193149"/>
              <a:gd name="connsiteY182" fmla="*/ 1962558 h 2344739"/>
              <a:gd name="connsiteX183" fmla="*/ 3365036 w 12193149"/>
              <a:gd name="connsiteY183" fmla="*/ 1979510 h 2344739"/>
              <a:gd name="connsiteX184" fmla="*/ 3345174 w 12193149"/>
              <a:gd name="connsiteY184" fmla="*/ 1981192 h 2344739"/>
              <a:gd name="connsiteX185" fmla="*/ 3342846 w 12193149"/>
              <a:gd name="connsiteY185" fmla="*/ 1980217 h 2344739"/>
              <a:gd name="connsiteX186" fmla="*/ 3263504 w 12193149"/>
              <a:gd name="connsiteY186" fmla="*/ 1986094 h 2344739"/>
              <a:gd name="connsiteX187" fmla="*/ 3143704 w 12193149"/>
              <a:gd name="connsiteY187" fmla="*/ 1993869 h 2344739"/>
              <a:gd name="connsiteX188" fmla="*/ 3031439 w 12193149"/>
              <a:gd name="connsiteY188" fmla="*/ 1996512 h 2344739"/>
              <a:gd name="connsiteX189" fmla="*/ 2782717 w 12193149"/>
              <a:gd name="connsiteY189" fmla="*/ 2018333 h 2344739"/>
              <a:gd name="connsiteX190" fmla="*/ 2647675 w 12193149"/>
              <a:gd name="connsiteY190" fmla="*/ 2028869 h 2344739"/>
              <a:gd name="connsiteX191" fmla="*/ 2569176 w 12193149"/>
              <a:gd name="connsiteY191" fmla="*/ 2002628 h 2344739"/>
              <a:gd name="connsiteX192" fmla="*/ 2444403 w 12193149"/>
              <a:gd name="connsiteY192" fmla="*/ 2016529 h 2344739"/>
              <a:gd name="connsiteX193" fmla="*/ 2316260 w 12193149"/>
              <a:gd name="connsiteY193" fmla="*/ 2024996 h 2344739"/>
              <a:gd name="connsiteX194" fmla="*/ 2209726 w 12193149"/>
              <a:gd name="connsiteY194" fmla="*/ 2019763 h 2344739"/>
              <a:gd name="connsiteX195" fmla="*/ 2095813 w 12193149"/>
              <a:gd name="connsiteY195" fmla="*/ 2003052 h 2344739"/>
              <a:gd name="connsiteX196" fmla="*/ 1998504 w 12193149"/>
              <a:gd name="connsiteY196" fmla="*/ 1995032 h 2344739"/>
              <a:gd name="connsiteX197" fmla="*/ 1929320 w 12193149"/>
              <a:gd name="connsiteY197" fmla="*/ 2016977 h 2344739"/>
              <a:gd name="connsiteX198" fmla="*/ 1922798 w 12193149"/>
              <a:gd name="connsiteY198" fmla="*/ 2012146 h 2344739"/>
              <a:gd name="connsiteX199" fmla="*/ 1874228 w 12193149"/>
              <a:gd name="connsiteY199" fmla="*/ 2013741 h 2344739"/>
              <a:gd name="connsiteX200" fmla="*/ 1787803 w 12193149"/>
              <a:gd name="connsiteY200" fmla="*/ 2041363 h 2344739"/>
              <a:gd name="connsiteX201" fmla="*/ 1739352 w 12193149"/>
              <a:gd name="connsiteY201" fmla="*/ 2036312 h 2344739"/>
              <a:gd name="connsiteX202" fmla="*/ 1676219 w 12193149"/>
              <a:gd name="connsiteY202" fmla="*/ 2019963 h 2344739"/>
              <a:gd name="connsiteX203" fmla="*/ 1609817 w 12193149"/>
              <a:gd name="connsiteY203" fmla="*/ 2013066 h 2344739"/>
              <a:gd name="connsiteX204" fmla="*/ 1497258 w 12193149"/>
              <a:gd name="connsiteY204" fmla="*/ 1987476 h 2344739"/>
              <a:gd name="connsiteX205" fmla="*/ 1151127 w 12193149"/>
              <a:gd name="connsiteY205" fmla="*/ 1938041 h 2344739"/>
              <a:gd name="connsiteX206" fmla="*/ 859417 w 12193149"/>
              <a:gd name="connsiteY206" fmla="*/ 1928608 h 2344739"/>
              <a:gd name="connsiteX207" fmla="*/ 838688 w 12193149"/>
              <a:gd name="connsiteY207" fmla="*/ 1929821 h 2344739"/>
              <a:gd name="connsiteX208" fmla="*/ 817957 w 12193149"/>
              <a:gd name="connsiteY208" fmla="*/ 1927857 h 2344739"/>
              <a:gd name="connsiteX209" fmla="*/ 812654 w 12193149"/>
              <a:gd name="connsiteY209" fmla="*/ 1930751 h 2344739"/>
              <a:gd name="connsiteX210" fmla="*/ 721195 w 12193149"/>
              <a:gd name="connsiteY210" fmla="*/ 1929661 h 2344739"/>
              <a:gd name="connsiteX211" fmla="*/ 720890 w 12193149"/>
              <a:gd name="connsiteY211" fmla="*/ 1928399 h 2344739"/>
              <a:gd name="connsiteX212" fmla="*/ 710023 w 12193149"/>
              <a:gd name="connsiteY212" fmla="*/ 1922722 h 2344739"/>
              <a:gd name="connsiteX213" fmla="*/ 597940 w 12193149"/>
              <a:gd name="connsiteY213" fmla="*/ 1879864 h 2344739"/>
              <a:gd name="connsiteX214" fmla="*/ 579683 w 12193149"/>
              <a:gd name="connsiteY214" fmla="*/ 1877212 h 2344739"/>
              <a:gd name="connsiteX215" fmla="*/ 572865 w 12193149"/>
              <a:gd name="connsiteY215" fmla="*/ 1877401 h 2344739"/>
              <a:gd name="connsiteX216" fmla="*/ 446247 w 12193149"/>
              <a:gd name="connsiteY216" fmla="*/ 1839371 h 2344739"/>
              <a:gd name="connsiteX217" fmla="*/ 405163 w 12193149"/>
              <a:gd name="connsiteY217" fmla="*/ 1833548 h 2344739"/>
              <a:gd name="connsiteX218" fmla="*/ 293583 w 12193149"/>
              <a:gd name="connsiteY218" fmla="*/ 1812852 h 2344739"/>
              <a:gd name="connsiteX219" fmla="*/ 119529 w 12193149"/>
              <a:gd name="connsiteY219" fmla="*/ 1761047 h 2344739"/>
              <a:gd name="connsiteX220" fmla="*/ 16674 w 12193149"/>
              <a:gd name="connsiteY220" fmla="*/ 1758191 h 2344739"/>
              <a:gd name="connsiteX221" fmla="*/ 1150 w 12193149"/>
              <a:gd name="connsiteY221" fmla="*/ 1752722 h 2344739"/>
              <a:gd name="connsiteX222" fmla="*/ 1148 w 12193149"/>
              <a:gd name="connsiteY222" fmla="*/ 222213 h 2344739"/>
              <a:gd name="connsiteX223" fmla="*/ 1148 w 12193149"/>
              <a:gd name="connsiteY223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114960 w 12193149"/>
              <a:gd name="connsiteY68" fmla="*/ 1919069 h 2344739"/>
              <a:gd name="connsiteX69" fmla="*/ 9054601 w 12193149"/>
              <a:gd name="connsiteY69" fmla="*/ 1910755 h 2344739"/>
              <a:gd name="connsiteX70" fmla="*/ 9006634 w 12193149"/>
              <a:gd name="connsiteY70" fmla="*/ 1914040 h 2344739"/>
              <a:gd name="connsiteX71" fmla="*/ 9006349 w 12193149"/>
              <a:gd name="connsiteY71" fmla="*/ 1913800 h 2344739"/>
              <a:gd name="connsiteX72" fmla="*/ 8997380 w 12193149"/>
              <a:gd name="connsiteY72" fmla="*/ 1915011 h 2344739"/>
              <a:gd name="connsiteX73" fmla="*/ 8991542 w 12193149"/>
              <a:gd name="connsiteY73" fmla="*/ 1917072 h 2344739"/>
              <a:gd name="connsiteX74" fmla="*/ 8975485 w 12193149"/>
              <a:gd name="connsiteY74" fmla="*/ 1920298 h 2344739"/>
              <a:gd name="connsiteX75" fmla="*/ 8969159 w 12193149"/>
              <a:gd name="connsiteY75" fmla="*/ 1919598 h 2344739"/>
              <a:gd name="connsiteX76" fmla="*/ 8964196 w 12193149"/>
              <a:gd name="connsiteY76" fmla="*/ 1917373 h 2344739"/>
              <a:gd name="connsiteX77" fmla="*/ 8930136 w 12193149"/>
              <a:gd name="connsiteY77" fmla="*/ 1914185 h 2344739"/>
              <a:gd name="connsiteX78" fmla="*/ 8753592 w 12193149"/>
              <a:gd name="connsiteY78" fmla="*/ 1933417 h 2344739"/>
              <a:gd name="connsiteX79" fmla="*/ 8708995 w 12193149"/>
              <a:gd name="connsiteY79" fmla="*/ 1935518 h 2344739"/>
              <a:gd name="connsiteX80" fmla="*/ 8597219 w 12193149"/>
              <a:gd name="connsiteY80" fmla="*/ 1944090 h 2344739"/>
              <a:gd name="connsiteX81" fmla="*/ 8526378 w 12193149"/>
              <a:gd name="connsiteY81" fmla="*/ 1929248 h 2344739"/>
              <a:gd name="connsiteX82" fmla="*/ 8512131 w 12193149"/>
              <a:gd name="connsiteY82" fmla="*/ 1935163 h 2344739"/>
              <a:gd name="connsiteX83" fmla="*/ 8507315 w 12193149"/>
              <a:gd name="connsiteY83" fmla="*/ 1938164 h 2344739"/>
              <a:gd name="connsiteX84" fmla="*/ 8499116 w 12193149"/>
              <a:gd name="connsiteY84" fmla="*/ 1940902 h 2344739"/>
              <a:gd name="connsiteX85" fmla="*/ 8498742 w 12193149"/>
              <a:gd name="connsiteY85" fmla="*/ 1940723 h 2344739"/>
              <a:gd name="connsiteX86" fmla="*/ 8491397 w 12193149"/>
              <a:gd name="connsiteY86" fmla="*/ 1943773 h 2344739"/>
              <a:gd name="connsiteX87" fmla="*/ 8368330 w 12193149"/>
              <a:gd name="connsiteY87" fmla="*/ 1957815 h 2344739"/>
              <a:gd name="connsiteX88" fmla="*/ 8354947 w 12193149"/>
              <a:gd name="connsiteY88" fmla="*/ 1958009 h 2344739"/>
              <a:gd name="connsiteX89" fmla="*/ 8321252 w 12193149"/>
              <a:gd name="connsiteY89" fmla="*/ 1974587 h 2344739"/>
              <a:gd name="connsiteX90" fmla="*/ 8315581 w 12193149"/>
              <a:gd name="connsiteY90" fmla="*/ 1974913 h 2344739"/>
              <a:gd name="connsiteX91" fmla="*/ 8296322 w 12193149"/>
              <a:gd name="connsiteY91" fmla="*/ 1988808 h 2344739"/>
              <a:gd name="connsiteX92" fmla="*/ 8285424 w 12193149"/>
              <a:gd name="connsiteY92" fmla="*/ 1994631 h 2344739"/>
              <a:gd name="connsiteX93" fmla="*/ 8284298 w 12193149"/>
              <a:gd name="connsiteY93" fmla="*/ 1999074 h 2344739"/>
              <a:gd name="connsiteX94" fmla="*/ 8267224 w 12193149"/>
              <a:gd name="connsiteY94" fmla="*/ 2006249 h 2344739"/>
              <a:gd name="connsiteX95" fmla="*/ 8264525 w 12193149"/>
              <a:gd name="connsiteY95" fmla="*/ 2006019 h 2344739"/>
              <a:gd name="connsiteX96" fmla="*/ 8253181 w 12193149"/>
              <a:gd name="connsiteY96" fmla="*/ 2015862 h 2344739"/>
              <a:gd name="connsiteX97" fmla="*/ 8246982 w 12193149"/>
              <a:gd name="connsiteY97" fmla="*/ 2028854 h 2344739"/>
              <a:gd name="connsiteX98" fmla="*/ 8091420 w 12193149"/>
              <a:gd name="connsiteY98" fmla="*/ 2075015 h 2344739"/>
              <a:gd name="connsiteX99" fmla="*/ 7906555 w 12193149"/>
              <a:gd name="connsiteY99" fmla="*/ 2116988 h 2344739"/>
              <a:gd name="connsiteX100" fmla="*/ 7719893 w 12193149"/>
              <a:gd name="connsiteY100" fmla="*/ 2142703 h 2344739"/>
              <a:gd name="connsiteX101" fmla="*/ 7615495 w 12193149"/>
              <a:gd name="connsiteY101" fmla="*/ 2139232 h 2344739"/>
              <a:gd name="connsiteX102" fmla="*/ 7528691 w 12193149"/>
              <a:gd name="connsiteY102" fmla="*/ 2145060 h 2344739"/>
              <a:gd name="connsiteX103" fmla="*/ 7520719 w 12193149"/>
              <a:gd name="connsiteY103" fmla="*/ 2147613 h 2344739"/>
              <a:gd name="connsiteX104" fmla="*/ 7508559 w 12193149"/>
              <a:gd name="connsiteY104" fmla="*/ 2148948 h 2344739"/>
              <a:gd name="connsiteX105" fmla="*/ 7508188 w 12193149"/>
              <a:gd name="connsiteY105" fmla="*/ 2148621 h 2344739"/>
              <a:gd name="connsiteX106" fmla="*/ 7496943 w 12193149"/>
              <a:gd name="connsiteY106" fmla="*/ 2150573 h 2344739"/>
              <a:gd name="connsiteX107" fmla="*/ 7406539 w 12193149"/>
              <a:gd name="connsiteY107" fmla="*/ 2142468 h 2344739"/>
              <a:gd name="connsiteX108" fmla="*/ 7219707 w 12193149"/>
              <a:gd name="connsiteY108" fmla="*/ 2156680 h 2344739"/>
              <a:gd name="connsiteX109" fmla="*/ 7202249 w 12193149"/>
              <a:gd name="connsiteY109" fmla="*/ 2161230 h 2344739"/>
              <a:gd name="connsiteX110" fmla="*/ 7198152 w 12193149"/>
              <a:gd name="connsiteY110" fmla="*/ 2166588 h 2344739"/>
              <a:gd name="connsiteX111" fmla="*/ 7171956 w 12193149"/>
              <a:gd name="connsiteY111" fmla="*/ 2171236 h 2344739"/>
              <a:gd name="connsiteX112" fmla="*/ 7098136 w 12193149"/>
              <a:gd name="connsiteY112" fmla="*/ 2183464 h 2344739"/>
              <a:gd name="connsiteX113" fmla="*/ 7019644 w 12193149"/>
              <a:gd name="connsiteY113" fmla="*/ 2183090 h 2344739"/>
              <a:gd name="connsiteX114" fmla="*/ 6905294 w 12193149"/>
              <a:gd name="connsiteY114" fmla="*/ 2212596 h 2344739"/>
              <a:gd name="connsiteX115" fmla="*/ 6709370 w 12193149"/>
              <a:gd name="connsiteY115" fmla="*/ 2240551 h 2344739"/>
              <a:gd name="connsiteX116" fmla="*/ 6550602 w 12193149"/>
              <a:gd name="connsiteY116" fmla="*/ 2269327 h 2344739"/>
              <a:gd name="connsiteX117" fmla="*/ 6318708 w 12193149"/>
              <a:gd name="connsiteY117" fmla="*/ 2316127 h 2344739"/>
              <a:gd name="connsiteX118" fmla="*/ 6169822 w 12193149"/>
              <a:gd name="connsiteY118" fmla="*/ 2318214 h 2344739"/>
              <a:gd name="connsiteX119" fmla="*/ 6074996 w 12193149"/>
              <a:gd name="connsiteY119" fmla="*/ 2338676 h 2344739"/>
              <a:gd name="connsiteX120" fmla="*/ 6069677 w 12193149"/>
              <a:gd name="connsiteY120" fmla="*/ 2337139 h 2344739"/>
              <a:gd name="connsiteX121" fmla="*/ 6049786 w 12193149"/>
              <a:gd name="connsiteY121" fmla="*/ 2337822 h 2344739"/>
              <a:gd name="connsiteX122" fmla="*/ 6042433 w 12193149"/>
              <a:gd name="connsiteY122" fmla="*/ 2329473 h 2344739"/>
              <a:gd name="connsiteX123" fmla="*/ 6011238 w 12193149"/>
              <a:gd name="connsiteY123" fmla="*/ 2324380 h 2344739"/>
              <a:gd name="connsiteX124" fmla="*/ 5958523 w 12193149"/>
              <a:gd name="connsiteY124" fmla="*/ 2328024 h 2344739"/>
              <a:gd name="connsiteX125" fmla="*/ 5760067 w 12193149"/>
              <a:gd name="connsiteY125" fmla="*/ 2343716 h 2344739"/>
              <a:gd name="connsiteX126" fmla="*/ 5628108 w 12193149"/>
              <a:gd name="connsiteY126" fmla="*/ 2344739 h 2344739"/>
              <a:gd name="connsiteX127" fmla="*/ 5472054 w 12193149"/>
              <a:gd name="connsiteY127" fmla="*/ 2330719 h 2344739"/>
              <a:gd name="connsiteX128" fmla="*/ 5433909 w 12193149"/>
              <a:gd name="connsiteY128" fmla="*/ 2319466 h 2344739"/>
              <a:gd name="connsiteX129" fmla="*/ 5382817 w 12193149"/>
              <a:gd name="connsiteY129" fmla="*/ 2301764 h 2344739"/>
              <a:gd name="connsiteX130" fmla="*/ 5262912 w 12193149"/>
              <a:gd name="connsiteY130" fmla="*/ 2281347 h 2344739"/>
              <a:gd name="connsiteX131" fmla="*/ 5224109 w 12193149"/>
              <a:gd name="connsiteY131" fmla="*/ 2270223 h 2344739"/>
              <a:gd name="connsiteX132" fmla="*/ 5175808 w 12193149"/>
              <a:gd name="connsiteY132" fmla="*/ 2267233 h 2344739"/>
              <a:gd name="connsiteX133" fmla="*/ 5157702 w 12193149"/>
              <a:gd name="connsiteY133" fmla="*/ 2260010 h 2344739"/>
              <a:gd name="connsiteX134" fmla="*/ 5143747 w 12193149"/>
              <a:gd name="connsiteY134" fmla="*/ 2256610 h 2344739"/>
              <a:gd name="connsiteX135" fmla="*/ 5140744 w 12193149"/>
              <a:gd name="connsiteY135" fmla="*/ 2254509 h 2344739"/>
              <a:gd name="connsiteX136" fmla="*/ 5122807 w 12193149"/>
              <a:gd name="connsiteY136" fmla="*/ 2243656 h 2344739"/>
              <a:gd name="connsiteX137" fmla="*/ 5066938 w 12193149"/>
              <a:gd name="connsiteY137" fmla="*/ 2250227 h 2344739"/>
              <a:gd name="connsiteX138" fmla="*/ 5012662 w 12193149"/>
              <a:gd name="connsiteY138" fmla="*/ 2233846 h 2344739"/>
              <a:gd name="connsiteX139" fmla="*/ 4841589 w 12193149"/>
              <a:gd name="connsiteY139" fmla="*/ 2209829 h 2344739"/>
              <a:gd name="connsiteX140" fmla="*/ 4763595 w 12193149"/>
              <a:gd name="connsiteY140" fmla="*/ 2182061 h 2344739"/>
              <a:gd name="connsiteX141" fmla="*/ 4724334 w 12193149"/>
              <a:gd name="connsiteY141" fmla="*/ 2173047 h 2344739"/>
              <a:gd name="connsiteX142" fmla="*/ 4722324 w 12193149"/>
              <a:gd name="connsiteY142" fmla="*/ 2172298 h 2344739"/>
              <a:gd name="connsiteX143" fmla="*/ 4723259 w 12193149"/>
              <a:gd name="connsiteY143" fmla="*/ 2172087 h 2344739"/>
              <a:gd name="connsiteX144" fmla="*/ 4718350 w 12193149"/>
              <a:gd name="connsiteY144" fmla="*/ 2170817 h 2344739"/>
              <a:gd name="connsiteX145" fmla="*/ 4722324 w 12193149"/>
              <a:gd name="connsiteY145" fmla="*/ 2172298 h 2344739"/>
              <a:gd name="connsiteX146" fmla="*/ 4716674 w 12193149"/>
              <a:gd name="connsiteY146" fmla="*/ 2173573 h 2344739"/>
              <a:gd name="connsiteX147" fmla="*/ 4516962 w 12193149"/>
              <a:gd name="connsiteY147" fmla="*/ 2163671 h 2344739"/>
              <a:gd name="connsiteX148" fmla="*/ 4429691 w 12193149"/>
              <a:gd name="connsiteY148" fmla="*/ 2153020 h 2344739"/>
              <a:gd name="connsiteX149" fmla="*/ 4364023 w 12193149"/>
              <a:gd name="connsiteY149" fmla="*/ 2151674 h 2344739"/>
              <a:gd name="connsiteX150" fmla="*/ 4318114 w 12193149"/>
              <a:gd name="connsiteY150" fmla="*/ 2158289 h 2344739"/>
              <a:gd name="connsiteX151" fmla="*/ 4316258 w 12193149"/>
              <a:gd name="connsiteY151" fmla="*/ 2156948 h 2344739"/>
              <a:gd name="connsiteX152" fmla="*/ 4296292 w 12193149"/>
              <a:gd name="connsiteY152" fmla="*/ 2155069 h 2344739"/>
              <a:gd name="connsiteX153" fmla="*/ 4291212 w 12193149"/>
              <a:gd name="connsiteY153" fmla="*/ 2157986 h 2344739"/>
              <a:gd name="connsiteX154" fmla="*/ 4277290 w 12193149"/>
              <a:gd name="connsiteY154" fmla="*/ 2157740 h 2344739"/>
              <a:gd name="connsiteX155" fmla="*/ 4249265 w 12193149"/>
              <a:gd name="connsiteY155" fmla="*/ 2160064 h 2344739"/>
              <a:gd name="connsiteX156" fmla="*/ 4203199 w 12193149"/>
              <a:gd name="connsiteY156" fmla="*/ 2157269 h 2344739"/>
              <a:gd name="connsiteX157" fmla="*/ 4202893 w 12193149"/>
              <a:gd name="connsiteY157" fmla="*/ 2156010 h 2344739"/>
              <a:gd name="connsiteX158" fmla="*/ 4192396 w 12193149"/>
              <a:gd name="connsiteY158" fmla="*/ 2150376 h 2344739"/>
              <a:gd name="connsiteX159" fmla="*/ 4143893 w 12193149"/>
              <a:gd name="connsiteY159" fmla="*/ 2134511 h 2344739"/>
              <a:gd name="connsiteX160" fmla="*/ 4084245 w 12193149"/>
              <a:gd name="connsiteY160" fmla="*/ 2107978 h 2344739"/>
              <a:gd name="connsiteX161" fmla="*/ 4075694 w 12193149"/>
              <a:gd name="connsiteY161" fmla="*/ 2107143 h 2344739"/>
              <a:gd name="connsiteX162" fmla="*/ 4075575 w 12193149"/>
              <a:gd name="connsiteY162" fmla="*/ 2106844 h 2344739"/>
              <a:gd name="connsiteX163" fmla="*/ 4066658 w 12193149"/>
              <a:gd name="connsiteY163" fmla="*/ 2105400 h 2344739"/>
              <a:gd name="connsiteX164" fmla="*/ 4060102 w 12193149"/>
              <a:gd name="connsiteY164" fmla="*/ 2105618 h 2344739"/>
              <a:gd name="connsiteX165" fmla="*/ 4043512 w 12193149"/>
              <a:gd name="connsiteY165" fmla="*/ 2103997 h 2344739"/>
              <a:gd name="connsiteX166" fmla="*/ 4038145 w 12193149"/>
              <a:gd name="connsiteY166" fmla="*/ 2101563 h 2344739"/>
              <a:gd name="connsiteX167" fmla="*/ 4036511 w 12193149"/>
              <a:gd name="connsiteY167" fmla="*/ 2097896 h 2344739"/>
              <a:gd name="connsiteX168" fmla="*/ 4034926 w 12193149"/>
              <a:gd name="connsiteY168" fmla="*/ 2098131 h 2344739"/>
              <a:gd name="connsiteX169" fmla="*/ 4005686 w 12193149"/>
              <a:gd name="connsiteY169" fmla="*/ 2085563 h 2344739"/>
              <a:gd name="connsiteX170" fmla="*/ 3937994 w 12193149"/>
              <a:gd name="connsiteY170" fmla="*/ 2068106 h 2344739"/>
              <a:gd name="connsiteX171" fmla="*/ 3898423 w 12193149"/>
              <a:gd name="connsiteY171" fmla="*/ 2062451 h 2344739"/>
              <a:gd name="connsiteX172" fmla="*/ 3790908 w 12193149"/>
              <a:gd name="connsiteY172" fmla="*/ 2042213 h 2344739"/>
              <a:gd name="connsiteX173" fmla="*/ 3683661 w 12193149"/>
              <a:gd name="connsiteY173" fmla="*/ 2018290 h 2344739"/>
              <a:gd name="connsiteX174" fmla="*/ 3611183 w 12193149"/>
              <a:gd name="connsiteY174" fmla="*/ 1986019 h 2344739"/>
              <a:gd name="connsiteX175" fmla="*/ 3605003 w 12193149"/>
              <a:gd name="connsiteY175" fmla="*/ 1987381 h 2344739"/>
              <a:gd name="connsiteX176" fmla="*/ 3595884 w 12193149"/>
              <a:gd name="connsiteY176" fmla="*/ 1987545 h 2344739"/>
              <a:gd name="connsiteX177" fmla="*/ 3595649 w 12193149"/>
              <a:gd name="connsiteY177" fmla="*/ 1987276 h 2344739"/>
              <a:gd name="connsiteX178" fmla="*/ 3587126 w 12193149"/>
              <a:gd name="connsiteY178" fmla="*/ 1987966 h 2344739"/>
              <a:gd name="connsiteX179" fmla="*/ 3537283 w 12193149"/>
              <a:gd name="connsiteY179" fmla="*/ 1978267 h 2344739"/>
              <a:gd name="connsiteX180" fmla="*/ 3474371 w 12193149"/>
              <a:gd name="connsiteY180" fmla="*/ 1974606 h 2344739"/>
              <a:gd name="connsiteX181" fmla="*/ 3401876 w 12193149"/>
              <a:gd name="connsiteY181" fmla="*/ 1962558 h 2344739"/>
              <a:gd name="connsiteX182" fmla="*/ 3365036 w 12193149"/>
              <a:gd name="connsiteY182" fmla="*/ 1979510 h 2344739"/>
              <a:gd name="connsiteX183" fmla="*/ 3345174 w 12193149"/>
              <a:gd name="connsiteY183" fmla="*/ 1981192 h 2344739"/>
              <a:gd name="connsiteX184" fmla="*/ 3342846 w 12193149"/>
              <a:gd name="connsiteY184" fmla="*/ 1980217 h 2344739"/>
              <a:gd name="connsiteX185" fmla="*/ 3263504 w 12193149"/>
              <a:gd name="connsiteY185" fmla="*/ 1986094 h 2344739"/>
              <a:gd name="connsiteX186" fmla="*/ 3143704 w 12193149"/>
              <a:gd name="connsiteY186" fmla="*/ 1993869 h 2344739"/>
              <a:gd name="connsiteX187" fmla="*/ 3031439 w 12193149"/>
              <a:gd name="connsiteY187" fmla="*/ 1996512 h 2344739"/>
              <a:gd name="connsiteX188" fmla="*/ 2782717 w 12193149"/>
              <a:gd name="connsiteY188" fmla="*/ 2018333 h 2344739"/>
              <a:gd name="connsiteX189" fmla="*/ 2647675 w 12193149"/>
              <a:gd name="connsiteY189" fmla="*/ 2028869 h 2344739"/>
              <a:gd name="connsiteX190" fmla="*/ 2569176 w 12193149"/>
              <a:gd name="connsiteY190" fmla="*/ 2002628 h 2344739"/>
              <a:gd name="connsiteX191" fmla="*/ 2444403 w 12193149"/>
              <a:gd name="connsiteY191" fmla="*/ 2016529 h 2344739"/>
              <a:gd name="connsiteX192" fmla="*/ 2316260 w 12193149"/>
              <a:gd name="connsiteY192" fmla="*/ 2024996 h 2344739"/>
              <a:gd name="connsiteX193" fmla="*/ 2209726 w 12193149"/>
              <a:gd name="connsiteY193" fmla="*/ 2019763 h 2344739"/>
              <a:gd name="connsiteX194" fmla="*/ 2095813 w 12193149"/>
              <a:gd name="connsiteY194" fmla="*/ 2003052 h 2344739"/>
              <a:gd name="connsiteX195" fmla="*/ 1998504 w 12193149"/>
              <a:gd name="connsiteY195" fmla="*/ 1995032 h 2344739"/>
              <a:gd name="connsiteX196" fmla="*/ 1929320 w 12193149"/>
              <a:gd name="connsiteY196" fmla="*/ 2016977 h 2344739"/>
              <a:gd name="connsiteX197" fmla="*/ 1922798 w 12193149"/>
              <a:gd name="connsiteY197" fmla="*/ 2012146 h 2344739"/>
              <a:gd name="connsiteX198" fmla="*/ 1874228 w 12193149"/>
              <a:gd name="connsiteY198" fmla="*/ 2013741 h 2344739"/>
              <a:gd name="connsiteX199" fmla="*/ 1787803 w 12193149"/>
              <a:gd name="connsiteY199" fmla="*/ 2041363 h 2344739"/>
              <a:gd name="connsiteX200" fmla="*/ 1739352 w 12193149"/>
              <a:gd name="connsiteY200" fmla="*/ 2036312 h 2344739"/>
              <a:gd name="connsiteX201" fmla="*/ 1676219 w 12193149"/>
              <a:gd name="connsiteY201" fmla="*/ 2019963 h 2344739"/>
              <a:gd name="connsiteX202" fmla="*/ 1609817 w 12193149"/>
              <a:gd name="connsiteY202" fmla="*/ 2013066 h 2344739"/>
              <a:gd name="connsiteX203" fmla="*/ 1497258 w 12193149"/>
              <a:gd name="connsiteY203" fmla="*/ 1987476 h 2344739"/>
              <a:gd name="connsiteX204" fmla="*/ 1151127 w 12193149"/>
              <a:gd name="connsiteY204" fmla="*/ 1938041 h 2344739"/>
              <a:gd name="connsiteX205" fmla="*/ 859417 w 12193149"/>
              <a:gd name="connsiteY205" fmla="*/ 1928608 h 2344739"/>
              <a:gd name="connsiteX206" fmla="*/ 838688 w 12193149"/>
              <a:gd name="connsiteY206" fmla="*/ 1929821 h 2344739"/>
              <a:gd name="connsiteX207" fmla="*/ 817957 w 12193149"/>
              <a:gd name="connsiteY207" fmla="*/ 1927857 h 2344739"/>
              <a:gd name="connsiteX208" fmla="*/ 812654 w 12193149"/>
              <a:gd name="connsiteY208" fmla="*/ 1930751 h 2344739"/>
              <a:gd name="connsiteX209" fmla="*/ 721195 w 12193149"/>
              <a:gd name="connsiteY209" fmla="*/ 1929661 h 2344739"/>
              <a:gd name="connsiteX210" fmla="*/ 720890 w 12193149"/>
              <a:gd name="connsiteY210" fmla="*/ 1928399 h 2344739"/>
              <a:gd name="connsiteX211" fmla="*/ 710023 w 12193149"/>
              <a:gd name="connsiteY211" fmla="*/ 1922722 h 2344739"/>
              <a:gd name="connsiteX212" fmla="*/ 597940 w 12193149"/>
              <a:gd name="connsiteY212" fmla="*/ 1879864 h 2344739"/>
              <a:gd name="connsiteX213" fmla="*/ 579683 w 12193149"/>
              <a:gd name="connsiteY213" fmla="*/ 1877212 h 2344739"/>
              <a:gd name="connsiteX214" fmla="*/ 572865 w 12193149"/>
              <a:gd name="connsiteY214" fmla="*/ 1877401 h 2344739"/>
              <a:gd name="connsiteX215" fmla="*/ 446247 w 12193149"/>
              <a:gd name="connsiteY215" fmla="*/ 1839371 h 2344739"/>
              <a:gd name="connsiteX216" fmla="*/ 405163 w 12193149"/>
              <a:gd name="connsiteY216" fmla="*/ 1833548 h 2344739"/>
              <a:gd name="connsiteX217" fmla="*/ 293583 w 12193149"/>
              <a:gd name="connsiteY217" fmla="*/ 1812852 h 2344739"/>
              <a:gd name="connsiteX218" fmla="*/ 119529 w 12193149"/>
              <a:gd name="connsiteY218" fmla="*/ 1761047 h 2344739"/>
              <a:gd name="connsiteX219" fmla="*/ 16674 w 12193149"/>
              <a:gd name="connsiteY219" fmla="*/ 1758191 h 2344739"/>
              <a:gd name="connsiteX220" fmla="*/ 1150 w 12193149"/>
              <a:gd name="connsiteY220" fmla="*/ 1752722 h 2344739"/>
              <a:gd name="connsiteX221" fmla="*/ 1148 w 12193149"/>
              <a:gd name="connsiteY221" fmla="*/ 222213 h 2344739"/>
              <a:gd name="connsiteX222" fmla="*/ 1148 w 12193149"/>
              <a:gd name="connsiteY222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054601 w 12193149"/>
              <a:gd name="connsiteY68" fmla="*/ 1910755 h 2344739"/>
              <a:gd name="connsiteX69" fmla="*/ 9006634 w 12193149"/>
              <a:gd name="connsiteY69" fmla="*/ 1914040 h 2344739"/>
              <a:gd name="connsiteX70" fmla="*/ 9006349 w 12193149"/>
              <a:gd name="connsiteY70" fmla="*/ 1913800 h 2344739"/>
              <a:gd name="connsiteX71" fmla="*/ 8997380 w 12193149"/>
              <a:gd name="connsiteY71" fmla="*/ 1915011 h 2344739"/>
              <a:gd name="connsiteX72" fmla="*/ 8991542 w 12193149"/>
              <a:gd name="connsiteY72" fmla="*/ 1917072 h 2344739"/>
              <a:gd name="connsiteX73" fmla="*/ 8975485 w 12193149"/>
              <a:gd name="connsiteY73" fmla="*/ 1920298 h 2344739"/>
              <a:gd name="connsiteX74" fmla="*/ 8969159 w 12193149"/>
              <a:gd name="connsiteY74" fmla="*/ 1919598 h 2344739"/>
              <a:gd name="connsiteX75" fmla="*/ 8964196 w 12193149"/>
              <a:gd name="connsiteY75" fmla="*/ 1917373 h 2344739"/>
              <a:gd name="connsiteX76" fmla="*/ 8930136 w 12193149"/>
              <a:gd name="connsiteY76" fmla="*/ 1914185 h 2344739"/>
              <a:gd name="connsiteX77" fmla="*/ 8753592 w 12193149"/>
              <a:gd name="connsiteY77" fmla="*/ 1933417 h 2344739"/>
              <a:gd name="connsiteX78" fmla="*/ 8708995 w 12193149"/>
              <a:gd name="connsiteY78" fmla="*/ 1935518 h 2344739"/>
              <a:gd name="connsiteX79" fmla="*/ 8597219 w 12193149"/>
              <a:gd name="connsiteY79" fmla="*/ 1944090 h 2344739"/>
              <a:gd name="connsiteX80" fmla="*/ 8526378 w 12193149"/>
              <a:gd name="connsiteY80" fmla="*/ 1929248 h 2344739"/>
              <a:gd name="connsiteX81" fmla="*/ 8512131 w 12193149"/>
              <a:gd name="connsiteY81" fmla="*/ 1935163 h 2344739"/>
              <a:gd name="connsiteX82" fmla="*/ 8507315 w 12193149"/>
              <a:gd name="connsiteY82" fmla="*/ 1938164 h 2344739"/>
              <a:gd name="connsiteX83" fmla="*/ 8499116 w 12193149"/>
              <a:gd name="connsiteY83" fmla="*/ 1940902 h 2344739"/>
              <a:gd name="connsiteX84" fmla="*/ 8498742 w 12193149"/>
              <a:gd name="connsiteY84" fmla="*/ 1940723 h 2344739"/>
              <a:gd name="connsiteX85" fmla="*/ 8491397 w 12193149"/>
              <a:gd name="connsiteY85" fmla="*/ 1943773 h 2344739"/>
              <a:gd name="connsiteX86" fmla="*/ 8368330 w 12193149"/>
              <a:gd name="connsiteY86" fmla="*/ 1957815 h 2344739"/>
              <a:gd name="connsiteX87" fmla="*/ 8354947 w 12193149"/>
              <a:gd name="connsiteY87" fmla="*/ 1958009 h 2344739"/>
              <a:gd name="connsiteX88" fmla="*/ 8321252 w 12193149"/>
              <a:gd name="connsiteY88" fmla="*/ 1974587 h 2344739"/>
              <a:gd name="connsiteX89" fmla="*/ 8315581 w 12193149"/>
              <a:gd name="connsiteY89" fmla="*/ 1974913 h 2344739"/>
              <a:gd name="connsiteX90" fmla="*/ 8296322 w 12193149"/>
              <a:gd name="connsiteY90" fmla="*/ 1988808 h 2344739"/>
              <a:gd name="connsiteX91" fmla="*/ 8285424 w 12193149"/>
              <a:gd name="connsiteY91" fmla="*/ 1994631 h 2344739"/>
              <a:gd name="connsiteX92" fmla="*/ 8284298 w 12193149"/>
              <a:gd name="connsiteY92" fmla="*/ 1999074 h 2344739"/>
              <a:gd name="connsiteX93" fmla="*/ 8267224 w 12193149"/>
              <a:gd name="connsiteY93" fmla="*/ 2006249 h 2344739"/>
              <a:gd name="connsiteX94" fmla="*/ 8264525 w 12193149"/>
              <a:gd name="connsiteY94" fmla="*/ 2006019 h 2344739"/>
              <a:gd name="connsiteX95" fmla="*/ 8253181 w 12193149"/>
              <a:gd name="connsiteY95" fmla="*/ 2015862 h 2344739"/>
              <a:gd name="connsiteX96" fmla="*/ 8246982 w 12193149"/>
              <a:gd name="connsiteY96" fmla="*/ 2028854 h 2344739"/>
              <a:gd name="connsiteX97" fmla="*/ 8091420 w 12193149"/>
              <a:gd name="connsiteY97" fmla="*/ 2075015 h 2344739"/>
              <a:gd name="connsiteX98" fmla="*/ 7906555 w 12193149"/>
              <a:gd name="connsiteY98" fmla="*/ 2116988 h 2344739"/>
              <a:gd name="connsiteX99" fmla="*/ 7719893 w 12193149"/>
              <a:gd name="connsiteY99" fmla="*/ 2142703 h 2344739"/>
              <a:gd name="connsiteX100" fmla="*/ 7615495 w 12193149"/>
              <a:gd name="connsiteY100" fmla="*/ 2139232 h 2344739"/>
              <a:gd name="connsiteX101" fmla="*/ 7528691 w 12193149"/>
              <a:gd name="connsiteY101" fmla="*/ 2145060 h 2344739"/>
              <a:gd name="connsiteX102" fmla="*/ 7520719 w 12193149"/>
              <a:gd name="connsiteY102" fmla="*/ 2147613 h 2344739"/>
              <a:gd name="connsiteX103" fmla="*/ 7508559 w 12193149"/>
              <a:gd name="connsiteY103" fmla="*/ 2148948 h 2344739"/>
              <a:gd name="connsiteX104" fmla="*/ 7508188 w 12193149"/>
              <a:gd name="connsiteY104" fmla="*/ 2148621 h 2344739"/>
              <a:gd name="connsiteX105" fmla="*/ 7496943 w 12193149"/>
              <a:gd name="connsiteY105" fmla="*/ 2150573 h 2344739"/>
              <a:gd name="connsiteX106" fmla="*/ 7406539 w 12193149"/>
              <a:gd name="connsiteY106" fmla="*/ 2142468 h 2344739"/>
              <a:gd name="connsiteX107" fmla="*/ 7219707 w 12193149"/>
              <a:gd name="connsiteY107" fmla="*/ 2156680 h 2344739"/>
              <a:gd name="connsiteX108" fmla="*/ 7202249 w 12193149"/>
              <a:gd name="connsiteY108" fmla="*/ 2161230 h 2344739"/>
              <a:gd name="connsiteX109" fmla="*/ 7198152 w 12193149"/>
              <a:gd name="connsiteY109" fmla="*/ 2166588 h 2344739"/>
              <a:gd name="connsiteX110" fmla="*/ 7171956 w 12193149"/>
              <a:gd name="connsiteY110" fmla="*/ 2171236 h 2344739"/>
              <a:gd name="connsiteX111" fmla="*/ 7098136 w 12193149"/>
              <a:gd name="connsiteY111" fmla="*/ 2183464 h 2344739"/>
              <a:gd name="connsiteX112" fmla="*/ 7019644 w 12193149"/>
              <a:gd name="connsiteY112" fmla="*/ 2183090 h 2344739"/>
              <a:gd name="connsiteX113" fmla="*/ 6905294 w 12193149"/>
              <a:gd name="connsiteY113" fmla="*/ 2212596 h 2344739"/>
              <a:gd name="connsiteX114" fmla="*/ 6709370 w 12193149"/>
              <a:gd name="connsiteY114" fmla="*/ 2240551 h 2344739"/>
              <a:gd name="connsiteX115" fmla="*/ 6550602 w 12193149"/>
              <a:gd name="connsiteY115" fmla="*/ 2269327 h 2344739"/>
              <a:gd name="connsiteX116" fmla="*/ 6318708 w 12193149"/>
              <a:gd name="connsiteY116" fmla="*/ 2316127 h 2344739"/>
              <a:gd name="connsiteX117" fmla="*/ 6169822 w 12193149"/>
              <a:gd name="connsiteY117" fmla="*/ 2318214 h 2344739"/>
              <a:gd name="connsiteX118" fmla="*/ 6074996 w 12193149"/>
              <a:gd name="connsiteY118" fmla="*/ 2338676 h 2344739"/>
              <a:gd name="connsiteX119" fmla="*/ 6069677 w 12193149"/>
              <a:gd name="connsiteY119" fmla="*/ 2337139 h 2344739"/>
              <a:gd name="connsiteX120" fmla="*/ 6049786 w 12193149"/>
              <a:gd name="connsiteY120" fmla="*/ 2337822 h 2344739"/>
              <a:gd name="connsiteX121" fmla="*/ 6042433 w 12193149"/>
              <a:gd name="connsiteY121" fmla="*/ 2329473 h 2344739"/>
              <a:gd name="connsiteX122" fmla="*/ 6011238 w 12193149"/>
              <a:gd name="connsiteY122" fmla="*/ 2324380 h 2344739"/>
              <a:gd name="connsiteX123" fmla="*/ 5958523 w 12193149"/>
              <a:gd name="connsiteY123" fmla="*/ 2328024 h 2344739"/>
              <a:gd name="connsiteX124" fmla="*/ 5760067 w 12193149"/>
              <a:gd name="connsiteY124" fmla="*/ 2343716 h 2344739"/>
              <a:gd name="connsiteX125" fmla="*/ 5628108 w 12193149"/>
              <a:gd name="connsiteY125" fmla="*/ 2344739 h 2344739"/>
              <a:gd name="connsiteX126" fmla="*/ 5472054 w 12193149"/>
              <a:gd name="connsiteY126" fmla="*/ 2330719 h 2344739"/>
              <a:gd name="connsiteX127" fmla="*/ 5433909 w 12193149"/>
              <a:gd name="connsiteY127" fmla="*/ 2319466 h 2344739"/>
              <a:gd name="connsiteX128" fmla="*/ 5382817 w 12193149"/>
              <a:gd name="connsiteY128" fmla="*/ 2301764 h 2344739"/>
              <a:gd name="connsiteX129" fmla="*/ 5262912 w 12193149"/>
              <a:gd name="connsiteY129" fmla="*/ 2281347 h 2344739"/>
              <a:gd name="connsiteX130" fmla="*/ 5224109 w 12193149"/>
              <a:gd name="connsiteY130" fmla="*/ 2270223 h 2344739"/>
              <a:gd name="connsiteX131" fmla="*/ 5175808 w 12193149"/>
              <a:gd name="connsiteY131" fmla="*/ 2267233 h 2344739"/>
              <a:gd name="connsiteX132" fmla="*/ 5157702 w 12193149"/>
              <a:gd name="connsiteY132" fmla="*/ 2260010 h 2344739"/>
              <a:gd name="connsiteX133" fmla="*/ 5143747 w 12193149"/>
              <a:gd name="connsiteY133" fmla="*/ 2256610 h 2344739"/>
              <a:gd name="connsiteX134" fmla="*/ 5140744 w 12193149"/>
              <a:gd name="connsiteY134" fmla="*/ 2254509 h 2344739"/>
              <a:gd name="connsiteX135" fmla="*/ 5122807 w 12193149"/>
              <a:gd name="connsiteY135" fmla="*/ 2243656 h 2344739"/>
              <a:gd name="connsiteX136" fmla="*/ 5066938 w 12193149"/>
              <a:gd name="connsiteY136" fmla="*/ 2250227 h 2344739"/>
              <a:gd name="connsiteX137" fmla="*/ 5012662 w 12193149"/>
              <a:gd name="connsiteY137" fmla="*/ 2233846 h 2344739"/>
              <a:gd name="connsiteX138" fmla="*/ 4841589 w 12193149"/>
              <a:gd name="connsiteY138" fmla="*/ 2209829 h 2344739"/>
              <a:gd name="connsiteX139" fmla="*/ 4763595 w 12193149"/>
              <a:gd name="connsiteY139" fmla="*/ 2182061 h 2344739"/>
              <a:gd name="connsiteX140" fmla="*/ 4724334 w 12193149"/>
              <a:gd name="connsiteY140" fmla="*/ 2173047 h 2344739"/>
              <a:gd name="connsiteX141" fmla="*/ 4722324 w 12193149"/>
              <a:gd name="connsiteY141" fmla="*/ 2172298 h 2344739"/>
              <a:gd name="connsiteX142" fmla="*/ 4723259 w 12193149"/>
              <a:gd name="connsiteY142" fmla="*/ 2172087 h 2344739"/>
              <a:gd name="connsiteX143" fmla="*/ 4718350 w 12193149"/>
              <a:gd name="connsiteY143" fmla="*/ 2170817 h 2344739"/>
              <a:gd name="connsiteX144" fmla="*/ 4722324 w 12193149"/>
              <a:gd name="connsiteY144" fmla="*/ 2172298 h 2344739"/>
              <a:gd name="connsiteX145" fmla="*/ 4716674 w 12193149"/>
              <a:gd name="connsiteY145" fmla="*/ 2173573 h 2344739"/>
              <a:gd name="connsiteX146" fmla="*/ 4516962 w 12193149"/>
              <a:gd name="connsiteY146" fmla="*/ 2163671 h 2344739"/>
              <a:gd name="connsiteX147" fmla="*/ 4429691 w 12193149"/>
              <a:gd name="connsiteY147" fmla="*/ 2153020 h 2344739"/>
              <a:gd name="connsiteX148" fmla="*/ 4364023 w 12193149"/>
              <a:gd name="connsiteY148" fmla="*/ 2151674 h 2344739"/>
              <a:gd name="connsiteX149" fmla="*/ 4318114 w 12193149"/>
              <a:gd name="connsiteY149" fmla="*/ 2158289 h 2344739"/>
              <a:gd name="connsiteX150" fmla="*/ 4316258 w 12193149"/>
              <a:gd name="connsiteY150" fmla="*/ 2156948 h 2344739"/>
              <a:gd name="connsiteX151" fmla="*/ 4296292 w 12193149"/>
              <a:gd name="connsiteY151" fmla="*/ 2155069 h 2344739"/>
              <a:gd name="connsiteX152" fmla="*/ 4291212 w 12193149"/>
              <a:gd name="connsiteY152" fmla="*/ 2157986 h 2344739"/>
              <a:gd name="connsiteX153" fmla="*/ 4277290 w 12193149"/>
              <a:gd name="connsiteY153" fmla="*/ 2157740 h 2344739"/>
              <a:gd name="connsiteX154" fmla="*/ 4249265 w 12193149"/>
              <a:gd name="connsiteY154" fmla="*/ 2160064 h 2344739"/>
              <a:gd name="connsiteX155" fmla="*/ 4203199 w 12193149"/>
              <a:gd name="connsiteY155" fmla="*/ 2157269 h 2344739"/>
              <a:gd name="connsiteX156" fmla="*/ 4202893 w 12193149"/>
              <a:gd name="connsiteY156" fmla="*/ 2156010 h 2344739"/>
              <a:gd name="connsiteX157" fmla="*/ 4192396 w 12193149"/>
              <a:gd name="connsiteY157" fmla="*/ 2150376 h 2344739"/>
              <a:gd name="connsiteX158" fmla="*/ 4143893 w 12193149"/>
              <a:gd name="connsiteY158" fmla="*/ 2134511 h 2344739"/>
              <a:gd name="connsiteX159" fmla="*/ 4084245 w 12193149"/>
              <a:gd name="connsiteY159" fmla="*/ 2107978 h 2344739"/>
              <a:gd name="connsiteX160" fmla="*/ 4075694 w 12193149"/>
              <a:gd name="connsiteY160" fmla="*/ 2107143 h 2344739"/>
              <a:gd name="connsiteX161" fmla="*/ 4075575 w 12193149"/>
              <a:gd name="connsiteY161" fmla="*/ 2106844 h 2344739"/>
              <a:gd name="connsiteX162" fmla="*/ 4066658 w 12193149"/>
              <a:gd name="connsiteY162" fmla="*/ 2105400 h 2344739"/>
              <a:gd name="connsiteX163" fmla="*/ 4060102 w 12193149"/>
              <a:gd name="connsiteY163" fmla="*/ 2105618 h 2344739"/>
              <a:gd name="connsiteX164" fmla="*/ 4043512 w 12193149"/>
              <a:gd name="connsiteY164" fmla="*/ 2103997 h 2344739"/>
              <a:gd name="connsiteX165" fmla="*/ 4038145 w 12193149"/>
              <a:gd name="connsiteY165" fmla="*/ 2101563 h 2344739"/>
              <a:gd name="connsiteX166" fmla="*/ 4036511 w 12193149"/>
              <a:gd name="connsiteY166" fmla="*/ 2097896 h 2344739"/>
              <a:gd name="connsiteX167" fmla="*/ 4034926 w 12193149"/>
              <a:gd name="connsiteY167" fmla="*/ 2098131 h 2344739"/>
              <a:gd name="connsiteX168" fmla="*/ 4005686 w 12193149"/>
              <a:gd name="connsiteY168" fmla="*/ 2085563 h 2344739"/>
              <a:gd name="connsiteX169" fmla="*/ 3937994 w 12193149"/>
              <a:gd name="connsiteY169" fmla="*/ 2068106 h 2344739"/>
              <a:gd name="connsiteX170" fmla="*/ 3898423 w 12193149"/>
              <a:gd name="connsiteY170" fmla="*/ 2062451 h 2344739"/>
              <a:gd name="connsiteX171" fmla="*/ 3790908 w 12193149"/>
              <a:gd name="connsiteY171" fmla="*/ 2042213 h 2344739"/>
              <a:gd name="connsiteX172" fmla="*/ 3683661 w 12193149"/>
              <a:gd name="connsiteY172" fmla="*/ 2018290 h 2344739"/>
              <a:gd name="connsiteX173" fmla="*/ 3611183 w 12193149"/>
              <a:gd name="connsiteY173" fmla="*/ 1986019 h 2344739"/>
              <a:gd name="connsiteX174" fmla="*/ 3605003 w 12193149"/>
              <a:gd name="connsiteY174" fmla="*/ 1987381 h 2344739"/>
              <a:gd name="connsiteX175" fmla="*/ 3595884 w 12193149"/>
              <a:gd name="connsiteY175" fmla="*/ 1987545 h 2344739"/>
              <a:gd name="connsiteX176" fmla="*/ 3595649 w 12193149"/>
              <a:gd name="connsiteY176" fmla="*/ 1987276 h 2344739"/>
              <a:gd name="connsiteX177" fmla="*/ 3587126 w 12193149"/>
              <a:gd name="connsiteY177" fmla="*/ 1987966 h 2344739"/>
              <a:gd name="connsiteX178" fmla="*/ 3537283 w 12193149"/>
              <a:gd name="connsiteY178" fmla="*/ 1978267 h 2344739"/>
              <a:gd name="connsiteX179" fmla="*/ 3474371 w 12193149"/>
              <a:gd name="connsiteY179" fmla="*/ 1974606 h 2344739"/>
              <a:gd name="connsiteX180" fmla="*/ 3401876 w 12193149"/>
              <a:gd name="connsiteY180" fmla="*/ 1962558 h 2344739"/>
              <a:gd name="connsiteX181" fmla="*/ 3365036 w 12193149"/>
              <a:gd name="connsiteY181" fmla="*/ 1979510 h 2344739"/>
              <a:gd name="connsiteX182" fmla="*/ 3345174 w 12193149"/>
              <a:gd name="connsiteY182" fmla="*/ 1981192 h 2344739"/>
              <a:gd name="connsiteX183" fmla="*/ 3342846 w 12193149"/>
              <a:gd name="connsiteY183" fmla="*/ 1980217 h 2344739"/>
              <a:gd name="connsiteX184" fmla="*/ 3263504 w 12193149"/>
              <a:gd name="connsiteY184" fmla="*/ 1986094 h 2344739"/>
              <a:gd name="connsiteX185" fmla="*/ 3143704 w 12193149"/>
              <a:gd name="connsiteY185" fmla="*/ 1993869 h 2344739"/>
              <a:gd name="connsiteX186" fmla="*/ 3031439 w 12193149"/>
              <a:gd name="connsiteY186" fmla="*/ 1996512 h 2344739"/>
              <a:gd name="connsiteX187" fmla="*/ 2782717 w 12193149"/>
              <a:gd name="connsiteY187" fmla="*/ 2018333 h 2344739"/>
              <a:gd name="connsiteX188" fmla="*/ 2647675 w 12193149"/>
              <a:gd name="connsiteY188" fmla="*/ 2028869 h 2344739"/>
              <a:gd name="connsiteX189" fmla="*/ 2569176 w 12193149"/>
              <a:gd name="connsiteY189" fmla="*/ 2002628 h 2344739"/>
              <a:gd name="connsiteX190" fmla="*/ 2444403 w 12193149"/>
              <a:gd name="connsiteY190" fmla="*/ 2016529 h 2344739"/>
              <a:gd name="connsiteX191" fmla="*/ 2316260 w 12193149"/>
              <a:gd name="connsiteY191" fmla="*/ 2024996 h 2344739"/>
              <a:gd name="connsiteX192" fmla="*/ 2209726 w 12193149"/>
              <a:gd name="connsiteY192" fmla="*/ 2019763 h 2344739"/>
              <a:gd name="connsiteX193" fmla="*/ 2095813 w 12193149"/>
              <a:gd name="connsiteY193" fmla="*/ 2003052 h 2344739"/>
              <a:gd name="connsiteX194" fmla="*/ 1998504 w 12193149"/>
              <a:gd name="connsiteY194" fmla="*/ 1995032 h 2344739"/>
              <a:gd name="connsiteX195" fmla="*/ 1929320 w 12193149"/>
              <a:gd name="connsiteY195" fmla="*/ 2016977 h 2344739"/>
              <a:gd name="connsiteX196" fmla="*/ 1922798 w 12193149"/>
              <a:gd name="connsiteY196" fmla="*/ 2012146 h 2344739"/>
              <a:gd name="connsiteX197" fmla="*/ 1874228 w 12193149"/>
              <a:gd name="connsiteY197" fmla="*/ 2013741 h 2344739"/>
              <a:gd name="connsiteX198" fmla="*/ 1787803 w 12193149"/>
              <a:gd name="connsiteY198" fmla="*/ 2041363 h 2344739"/>
              <a:gd name="connsiteX199" fmla="*/ 1739352 w 12193149"/>
              <a:gd name="connsiteY199" fmla="*/ 2036312 h 2344739"/>
              <a:gd name="connsiteX200" fmla="*/ 1676219 w 12193149"/>
              <a:gd name="connsiteY200" fmla="*/ 2019963 h 2344739"/>
              <a:gd name="connsiteX201" fmla="*/ 1609817 w 12193149"/>
              <a:gd name="connsiteY201" fmla="*/ 2013066 h 2344739"/>
              <a:gd name="connsiteX202" fmla="*/ 1497258 w 12193149"/>
              <a:gd name="connsiteY202" fmla="*/ 1987476 h 2344739"/>
              <a:gd name="connsiteX203" fmla="*/ 1151127 w 12193149"/>
              <a:gd name="connsiteY203" fmla="*/ 1938041 h 2344739"/>
              <a:gd name="connsiteX204" fmla="*/ 859417 w 12193149"/>
              <a:gd name="connsiteY204" fmla="*/ 1928608 h 2344739"/>
              <a:gd name="connsiteX205" fmla="*/ 838688 w 12193149"/>
              <a:gd name="connsiteY205" fmla="*/ 1929821 h 2344739"/>
              <a:gd name="connsiteX206" fmla="*/ 817957 w 12193149"/>
              <a:gd name="connsiteY206" fmla="*/ 1927857 h 2344739"/>
              <a:gd name="connsiteX207" fmla="*/ 812654 w 12193149"/>
              <a:gd name="connsiteY207" fmla="*/ 1930751 h 2344739"/>
              <a:gd name="connsiteX208" fmla="*/ 721195 w 12193149"/>
              <a:gd name="connsiteY208" fmla="*/ 1929661 h 2344739"/>
              <a:gd name="connsiteX209" fmla="*/ 720890 w 12193149"/>
              <a:gd name="connsiteY209" fmla="*/ 1928399 h 2344739"/>
              <a:gd name="connsiteX210" fmla="*/ 710023 w 12193149"/>
              <a:gd name="connsiteY210" fmla="*/ 1922722 h 2344739"/>
              <a:gd name="connsiteX211" fmla="*/ 597940 w 12193149"/>
              <a:gd name="connsiteY211" fmla="*/ 1879864 h 2344739"/>
              <a:gd name="connsiteX212" fmla="*/ 579683 w 12193149"/>
              <a:gd name="connsiteY212" fmla="*/ 1877212 h 2344739"/>
              <a:gd name="connsiteX213" fmla="*/ 572865 w 12193149"/>
              <a:gd name="connsiteY213" fmla="*/ 1877401 h 2344739"/>
              <a:gd name="connsiteX214" fmla="*/ 446247 w 12193149"/>
              <a:gd name="connsiteY214" fmla="*/ 1839371 h 2344739"/>
              <a:gd name="connsiteX215" fmla="*/ 405163 w 12193149"/>
              <a:gd name="connsiteY215" fmla="*/ 1833548 h 2344739"/>
              <a:gd name="connsiteX216" fmla="*/ 293583 w 12193149"/>
              <a:gd name="connsiteY216" fmla="*/ 1812852 h 2344739"/>
              <a:gd name="connsiteX217" fmla="*/ 119529 w 12193149"/>
              <a:gd name="connsiteY217" fmla="*/ 1761047 h 2344739"/>
              <a:gd name="connsiteX218" fmla="*/ 16674 w 12193149"/>
              <a:gd name="connsiteY218" fmla="*/ 1758191 h 2344739"/>
              <a:gd name="connsiteX219" fmla="*/ 1150 w 12193149"/>
              <a:gd name="connsiteY219" fmla="*/ 1752722 h 2344739"/>
              <a:gd name="connsiteX220" fmla="*/ 1148 w 12193149"/>
              <a:gd name="connsiteY220" fmla="*/ 222213 h 2344739"/>
              <a:gd name="connsiteX221" fmla="*/ 1148 w 12193149"/>
              <a:gd name="connsiteY221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56690 w 12193149"/>
              <a:gd name="connsiteY67" fmla="*/ 1903228 h 2344739"/>
              <a:gd name="connsiteX68" fmla="*/ 9054601 w 12193149"/>
              <a:gd name="connsiteY68" fmla="*/ 1910755 h 2344739"/>
              <a:gd name="connsiteX69" fmla="*/ 9006634 w 12193149"/>
              <a:gd name="connsiteY69" fmla="*/ 1914040 h 2344739"/>
              <a:gd name="connsiteX70" fmla="*/ 9006349 w 12193149"/>
              <a:gd name="connsiteY70" fmla="*/ 1913800 h 2344739"/>
              <a:gd name="connsiteX71" fmla="*/ 8997380 w 12193149"/>
              <a:gd name="connsiteY71" fmla="*/ 1915011 h 2344739"/>
              <a:gd name="connsiteX72" fmla="*/ 8991542 w 12193149"/>
              <a:gd name="connsiteY72" fmla="*/ 1917072 h 2344739"/>
              <a:gd name="connsiteX73" fmla="*/ 8975485 w 12193149"/>
              <a:gd name="connsiteY73" fmla="*/ 1920298 h 2344739"/>
              <a:gd name="connsiteX74" fmla="*/ 8969159 w 12193149"/>
              <a:gd name="connsiteY74" fmla="*/ 1919598 h 2344739"/>
              <a:gd name="connsiteX75" fmla="*/ 8964196 w 12193149"/>
              <a:gd name="connsiteY75" fmla="*/ 1917373 h 2344739"/>
              <a:gd name="connsiteX76" fmla="*/ 8930136 w 12193149"/>
              <a:gd name="connsiteY76" fmla="*/ 1914185 h 2344739"/>
              <a:gd name="connsiteX77" fmla="*/ 8753592 w 12193149"/>
              <a:gd name="connsiteY77" fmla="*/ 1933417 h 2344739"/>
              <a:gd name="connsiteX78" fmla="*/ 8708995 w 12193149"/>
              <a:gd name="connsiteY78" fmla="*/ 1935518 h 2344739"/>
              <a:gd name="connsiteX79" fmla="*/ 8597219 w 12193149"/>
              <a:gd name="connsiteY79" fmla="*/ 1944090 h 2344739"/>
              <a:gd name="connsiteX80" fmla="*/ 8526378 w 12193149"/>
              <a:gd name="connsiteY80" fmla="*/ 1929248 h 2344739"/>
              <a:gd name="connsiteX81" fmla="*/ 8512131 w 12193149"/>
              <a:gd name="connsiteY81" fmla="*/ 1935163 h 2344739"/>
              <a:gd name="connsiteX82" fmla="*/ 8507315 w 12193149"/>
              <a:gd name="connsiteY82" fmla="*/ 1938164 h 2344739"/>
              <a:gd name="connsiteX83" fmla="*/ 8499116 w 12193149"/>
              <a:gd name="connsiteY83" fmla="*/ 1940902 h 2344739"/>
              <a:gd name="connsiteX84" fmla="*/ 8498742 w 12193149"/>
              <a:gd name="connsiteY84" fmla="*/ 1940723 h 2344739"/>
              <a:gd name="connsiteX85" fmla="*/ 8491397 w 12193149"/>
              <a:gd name="connsiteY85" fmla="*/ 1943773 h 2344739"/>
              <a:gd name="connsiteX86" fmla="*/ 8368330 w 12193149"/>
              <a:gd name="connsiteY86" fmla="*/ 1957815 h 2344739"/>
              <a:gd name="connsiteX87" fmla="*/ 8354947 w 12193149"/>
              <a:gd name="connsiteY87" fmla="*/ 1958009 h 2344739"/>
              <a:gd name="connsiteX88" fmla="*/ 8321252 w 12193149"/>
              <a:gd name="connsiteY88" fmla="*/ 1974587 h 2344739"/>
              <a:gd name="connsiteX89" fmla="*/ 8315581 w 12193149"/>
              <a:gd name="connsiteY89" fmla="*/ 1974913 h 2344739"/>
              <a:gd name="connsiteX90" fmla="*/ 8296322 w 12193149"/>
              <a:gd name="connsiteY90" fmla="*/ 1988808 h 2344739"/>
              <a:gd name="connsiteX91" fmla="*/ 8285424 w 12193149"/>
              <a:gd name="connsiteY91" fmla="*/ 1994631 h 2344739"/>
              <a:gd name="connsiteX92" fmla="*/ 8284298 w 12193149"/>
              <a:gd name="connsiteY92" fmla="*/ 1999074 h 2344739"/>
              <a:gd name="connsiteX93" fmla="*/ 8267224 w 12193149"/>
              <a:gd name="connsiteY93" fmla="*/ 2006249 h 2344739"/>
              <a:gd name="connsiteX94" fmla="*/ 8264525 w 12193149"/>
              <a:gd name="connsiteY94" fmla="*/ 2006019 h 2344739"/>
              <a:gd name="connsiteX95" fmla="*/ 8253181 w 12193149"/>
              <a:gd name="connsiteY95" fmla="*/ 2015862 h 2344739"/>
              <a:gd name="connsiteX96" fmla="*/ 8246982 w 12193149"/>
              <a:gd name="connsiteY96" fmla="*/ 2028854 h 2344739"/>
              <a:gd name="connsiteX97" fmla="*/ 8091420 w 12193149"/>
              <a:gd name="connsiteY97" fmla="*/ 2075015 h 2344739"/>
              <a:gd name="connsiteX98" fmla="*/ 7906555 w 12193149"/>
              <a:gd name="connsiteY98" fmla="*/ 2116988 h 2344739"/>
              <a:gd name="connsiteX99" fmla="*/ 7719893 w 12193149"/>
              <a:gd name="connsiteY99" fmla="*/ 2142703 h 2344739"/>
              <a:gd name="connsiteX100" fmla="*/ 7615495 w 12193149"/>
              <a:gd name="connsiteY100" fmla="*/ 2139232 h 2344739"/>
              <a:gd name="connsiteX101" fmla="*/ 7528691 w 12193149"/>
              <a:gd name="connsiteY101" fmla="*/ 2145060 h 2344739"/>
              <a:gd name="connsiteX102" fmla="*/ 7520719 w 12193149"/>
              <a:gd name="connsiteY102" fmla="*/ 2147613 h 2344739"/>
              <a:gd name="connsiteX103" fmla="*/ 7508559 w 12193149"/>
              <a:gd name="connsiteY103" fmla="*/ 2148948 h 2344739"/>
              <a:gd name="connsiteX104" fmla="*/ 7508188 w 12193149"/>
              <a:gd name="connsiteY104" fmla="*/ 2148621 h 2344739"/>
              <a:gd name="connsiteX105" fmla="*/ 7496943 w 12193149"/>
              <a:gd name="connsiteY105" fmla="*/ 2150573 h 2344739"/>
              <a:gd name="connsiteX106" fmla="*/ 7406539 w 12193149"/>
              <a:gd name="connsiteY106" fmla="*/ 2142468 h 2344739"/>
              <a:gd name="connsiteX107" fmla="*/ 7219707 w 12193149"/>
              <a:gd name="connsiteY107" fmla="*/ 2156680 h 2344739"/>
              <a:gd name="connsiteX108" fmla="*/ 7202249 w 12193149"/>
              <a:gd name="connsiteY108" fmla="*/ 2161230 h 2344739"/>
              <a:gd name="connsiteX109" fmla="*/ 7198152 w 12193149"/>
              <a:gd name="connsiteY109" fmla="*/ 2166588 h 2344739"/>
              <a:gd name="connsiteX110" fmla="*/ 7171956 w 12193149"/>
              <a:gd name="connsiteY110" fmla="*/ 2171236 h 2344739"/>
              <a:gd name="connsiteX111" fmla="*/ 7098136 w 12193149"/>
              <a:gd name="connsiteY111" fmla="*/ 2183464 h 2344739"/>
              <a:gd name="connsiteX112" fmla="*/ 7019644 w 12193149"/>
              <a:gd name="connsiteY112" fmla="*/ 2183090 h 2344739"/>
              <a:gd name="connsiteX113" fmla="*/ 6905294 w 12193149"/>
              <a:gd name="connsiteY113" fmla="*/ 2212596 h 2344739"/>
              <a:gd name="connsiteX114" fmla="*/ 6709370 w 12193149"/>
              <a:gd name="connsiteY114" fmla="*/ 2240551 h 2344739"/>
              <a:gd name="connsiteX115" fmla="*/ 6550602 w 12193149"/>
              <a:gd name="connsiteY115" fmla="*/ 2269327 h 2344739"/>
              <a:gd name="connsiteX116" fmla="*/ 6318708 w 12193149"/>
              <a:gd name="connsiteY116" fmla="*/ 2316127 h 2344739"/>
              <a:gd name="connsiteX117" fmla="*/ 6169822 w 12193149"/>
              <a:gd name="connsiteY117" fmla="*/ 2318214 h 2344739"/>
              <a:gd name="connsiteX118" fmla="*/ 6074996 w 12193149"/>
              <a:gd name="connsiteY118" fmla="*/ 2338676 h 2344739"/>
              <a:gd name="connsiteX119" fmla="*/ 6069677 w 12193149"/>
              <a:gd name="connsiteY119" fmla="*/ 2337139 h 2344739"/>
              <a:gd name="connsiteX120" fmla="*/ 6049786 w 12193149"/>
              <a:gd name="connsiteY120" fmla="*/ 2337822 h 2344739"/>
              <a:gd name="connsiteX121" fmla="*/ 6042433 w 12193149"/>
              <a:gd name="connsiteY121" fmla="*/ 2329473 h 2344739"/>
              <a:gd name="connsiteX122" fmla="*/ 6011238 w 12193149"/>
              <a:gd name="connsiteY122" fmla="*/ 2324380 h 2344739"/>
              <a:gd name="connsiteX123" fmla="*/ 5958523 w 12193149"/>
              <a:gd name="connsiteY123" fmla="*/ 2328024 h 2344739"/>
              <a:gd name="connsiteX124" fmla="*/ 5760067 w 12193149"/>
              <a:gd name="connsiteY124" fmla="*/ 2343716 h 2344739"/>
              <a:gd name="connsiteX125" fmla="*/ 5628108 w 12193149"/>
              <a:gd name="connsiteY125" fmla="*/ 2344739 h 2344739"/>
              <a:gd name="connsiteX126" fmla="*/ 5472054 w 12193149"/>
              <a:gd name="connsiteY126" fmla="*/ 2330719 h 2344739"/>
              <a:gd name="connsiteX127" fmla="*/ 5433909 w 12193149"/>
              <a:gd name="connsiteY127" fmla="*/ 2319466 h 2344739"/>
              <a:gd name="connsiteX128" fmla="*/ 5382817 w 12193149"/>
              <a:gd name="connsiteY128" fmla="*/ 2301764 h 2344739"/>
              <a:gd name="connsiteX129" fmla="*/ 5262912 w 12193149"/>
              <a:gd name="connsiteY129" fmla="*/ 2281347 h 2344739"/>
              <a:gd name="connsiteX130" fmla="*/ 5224109 w 12193149"/>
              <a:gd name="connsiteY130" fmla="*/ 2270223 h 2344739"/>
              <a:gd name="connsiteX131" fmla="*/ 5175808 w 12193149"/>
              <a:gd name="connsiteY131" fmla="*/ 2267233 h 2344739"/>
              <a:gd name="connsiteX132" fmla="*/ 5157702 w 12193149"/>
              <a:gd name="connsiteY132" fmla="*/ 2260010 h 2344739"/>
              <a:gd name="connsiteX133" fmla="*/ 5143747 w 12193149"/>
              <a:gd name="connsiteY133" fmla="*/ 2256610 h 2344739"/>
              <a:gd name="connsiteX134" fmla="*/ 5140744 w 12193149"/>
              <a:gd name="connsiteY134" fmla="*/ 2254509 h 2344739"/>
              <a:gd name="connsiteX135" fmla="*/ 5122807 w 12193149"/>
              <a:gd name="connsiteY135" fmla="*/ 2243656 h 2344739"/>
              <a:gd name="connsiteX136" fmla="*/ 5066938 w 12193149"/>
              <a:gd name="connsiteY136" fmla="*/ 2250227 h 2344739"/>
              <a:gd name="connsiteX137" fmla="*/ 5012662 w 12193149"/>
              <a:gd name="connsiteY137" fmla="*/ 2233846 h 2344739"/>
              <a:gd name="connsiteX138" fmla="*/ 4841589 w 12193149"/>
              <a:gd name="connsiteY138" fmla="*/ 2209829 h 2344739"/>
              <a:gd name="connsiteX139" fmla="*/ 4763595 w 12193149"/>
              <a:gd name="connsiteY139" fmla="*/ 2182061 h 2344739"/>
              <a:gd name="connsiteX140" fmla="*/ 4724334 w 12193149"/>
              <a:gd name="connsiteY140" fmla="*/ 2173047 h 2344739"/>
              <a:gd name="connsiteX141" fmla="*/ 4722324 w 12193149"/>
              <a:gd name="connsiteY141" fmla="*/ 2172298 h 2344739"/>
              <a:gd name="connsiteX142" fmla="*/ 4723259 w 12193149"/>
              <a:gd name="connsiteY142" fmla="*/ 2172087 h 2344739"/>
              <a:gd name="connsiteX143" fmla="*/ 4718350 w 12193149"/>
              <a:gd name="connsiteY143" fmla="*/ 2170817 h 2344739"/>
              <a:gd name="connsiteX144" fmla="*/ 4722324 w 12193149"/>
              <a:gd name="connsiteY144" fmla="*/ 2172298 h 2344739"/>
              <a:gd name="connsiteX145" fmla="*/ 4716674 w 12193149"/>
              <a:gd name="connsiteY145" fmla="*/ 2173573 h 2344739"/>
              <a:gd name="connsiteX146" fmla="*/ 4516962 w 12193149"/>
              <a:gd name="connsiteY146" fmla="*/ 2163671 h 2344739"/>
              <a:gd name="connsiteX147" fmla="*/ 4429691 w 12193149"/>
              <a:gd name="connsiteY147" fmla="*/ 2153020 h 2344739"/>
              <a:gd name="connsiteX148" fmla="*/ 4364023 w 12193149"/>
              <a:gd name="connsiteY148" fmla="*/ 2151674 h 2344739"/>
              <a:gd name="connsiteX149" fmla="*/ 4318114 w 12193149"/>
              <a:gd name="connsiteY149" fmla="*/ 2158289 h 2344739"/>
              <a:gd name="connsiteX150" fmla="*/ 4316258 w 12193149"/>
              <a:gd name="connsiteY150" fmla="*/ 2156948 h 2344739"/>
              <a:gd name="connsiteX151" fmla="*/ 4296292 w 12193149"/>
              <a:gd name="connsiteY151" fmla="*/ 2155069 h 2344739"/>
              <a:gd name="connsiteX152" fmla="*/ 4291212 w 12193149"/>
              <a:gd name="connsiteY152" fmla="*/ 2157986 h 2344739"/>
              <a:gd name="connsiteX153" fmla="*/ 4277290 w 12193149"/>
              <a:gd name="connsiteY153" fmla="*/ 2157740 h 2344739"/>
              <a:gd name="connsiteX154" fmla="*/ 4249265 w 12193149"/>
              <a:gd name="connsiteY154" fmla="*/ 2160064 h 2344739"/>
              <a:gd name="connsiteX155" fmla="*/ 4203199 w 12193149"/>
              <a:gd name="connsiteY155" fmla="*/ 2157269 h 2344739"/>
              <a:gd name="connsiteX156" fmla="*/ 4202893 w 12193149"/>
              <a:gd name="connsiteY156" fmla="*/ 2156010 h 2344739"/>
              <a:gd name="connsiteX157" fmla="*/ 4192396 w 12193149"/>
              <a:gd name="connsiteY157" fmla="*/ 2150376 h 2344739"/>
              <a:gd name="connsiteX158" fmla="*/ 4143893 w 12193149"/>
              <a:gd name="connsiteY158" fmla="*/ 2134511 h 2344739"/>
              <a:gd name="connsiteX159" fmla="*/ 4084245 w 12193149"/>
              <a:gd name="connsiteY159" fmla="*/ 2107978 h 2344739"/>
              <a:gd name="connsiteX160" fmla="*/ 4075694 w 12193149"/>
              <a:gd name="connsiteY160" fmla="*/ 2107143 h 2344739"/>
              <a:gd name="connsiteX161" fmla="*/ 4075575 w 12193149"/>
              <a:gd name="connsiteY161" fmla="*/ 2106844 h 2344739"/>
              <a:gd name="connsiteX162" fmla="*/ 4066658 w 12193149"/>
              <a:gd name="connsiteY162" fmla="*/ 2105400 h 2344739"/>
              <a:gd name="connsiteX163" fmla="*/ 4060102 w 12193149"/>
              <a:gd name="connsiteY163" fmla="*/ 2105618 h 2344739"/>
              <a:gd name="connsiteX164" fmla="*/ 4043512 w 12193149"/>
              <a:gd name="connsiteY164" fmla="*/ 2103997 h 2344739"/>
              <a:gd name="connsiteX165" fmla="*/ 4038145 w 12193149"/>
              <a:gd name="connsiteY165" fmla="*/ 2101563 h 2344739"/>
              <a:gd name="connsiteX166" fmla="*/ 4036511 w 12193149"/>
              <a:gd name="connsiteY166" fmla="*/ 2097896 h 2344739"/>
              <a:gd name="connsiteX167" fmla="*/ 4034926 w 12193149"/>
              <a:gd name="connsiteY167" fmla="*/ 2098131 h 2344739"/>
              <a:gd name="connsiteX168" fmla="*/ 4005686 w 12193149"/>
              <a:gd name="connsiteY168" fmla="*/ 2085563 h 2344739"/>
              <a:gd name="connsiteX169" fmla="*/ 3937994 w 12193149"/>
              <a:gd name="connsiteY169" fmla="*/ 2068106 h 2344739"/>
              <a:gd name="connsiteX170" fmla="*/ 3898423 w 12193149"/>
              <a:gd name="connsiteY170" fmla="*/ 2062451 h 2344739"/>
              <a:gd name="connsiteX171" fmla="*/ 3790908 w 12193149"/>
              <a:gd name="connsiteY171" fmla="*/ 2042213 h 2344739"/>
              <a:gd name="connsiteX172" fmla="*/ 3683661 w 12193149"/>
              <a:gd name="connsiteY172" fmla="*/ 2018290 h 2344739"/>
              <a:gd name="connsiteX173" fmla="*/ 3611183 w 12193149"/>
              <a:gd name="connsiteY173" fmla="*/ 1986019 h 2344739"/>
              <a:gd name="connsiteX174" fmla="*/ 3605003 w 12193149"/>
              <a:gd name="connsiteY174" fmla="*/ 1987381 h 2344739"/>
              <a:gd name="connsiteX175" fmla="*/ 3595884 w 12193149"/>
              <a:gd name="connsiteY175" fmla="*/ 1987545 h 2344739"/>
              <a:gd name="connsiteX176" fmla="*/ 3595649 w 12193149"/>
              <a:gd name="connsiteY176" fmla="*/ 1987276 h 2344739"/>
              <a:gd name="connsiteX177" fmla="*/ 3587126 w 12193149"/>
              <a:gd name="connsiteY177" fmla="*/ 1987966 h 2344739"/>
              <a:gd name="connsiteX178" fmla="*/ 3537283 w 12193149"/>
              <a:gd name="connsiteY178" fmla="*/ 1978267 h 2344739"/>
              <a:gd name="connsiteX179" fmla="*/ 3474371 w 12193149"/>
              <a:gd name="connsiteY179" fmla="*/ 1974606 h 2344739"/>
              <a:gd name="connsiteX180" fmla="*/ 3401876 w 12193149"/>
              <a:gd name="connsiteY180" fmla="*/ 1962558 h 2344739"/>
              <a:gd name="connsiteX181" fmla="*/ 3365036 w 12193149"/>
              <a:gd name="connsiteY181" fmla="*/ 1979510 h 2344739"/>
              <a:gd name="connsiteX182" fmla="*/ 3345174 w 12193149"/>
              <a:gd name="connsiteY182" fmla="*/ 1981192 h 2344739"/>
              <a:gd name="connsiteX183" fmla="*/ 3342846 w 12193149"/>
              <a:gd name="connsiteY183" fmla="*/ 1980217 h 2344739"/>
              <a:gd name="connsiteX184" fmla="*/ 3263504 w 12193149"/>
              <a:gd name="connsiteY184" fmla="*/ 1986094 h 2344739"/>
              <a:gd name="connsiteX185" fmla="*/ 3143704 w 12193149"/>
              <a:gd name="connsiteY185" fmla="*/ 1993869 h 2344739"/>
              <a:gd name="connsiteX186" fmla="*/ 3031439 w 12193149"/>
              <a:gd name="connsiteY186" fmla="*/ 1996512 h 2344739"/>
              <a:gd name="connsiteX187" fmla="*/ 2782717 w 12193149"/>
              <a:gd name="connsiteY187" fmla="*/ 2018333 h 2344739"/>
              <a:gd name="connsiteX188" fmla="*/ 2647675 w 12193149"/>
              <a:gd name="connsiteY188" fmla="*/ 2028869 h 2344739"/>
              <a:gd name="connsiteX189" fmla="*/ 2569176 w 12193149"/>
              <a:gd name="connsiteY189" fmla="*/ 2002628 h 2344739"/>
              <a:gd name="connsiteX190" fmla="*/ 2444403 w 12193149"/>
              <a:gd name="connsiteY190" fmla="*/ 2016529 h 2344739"/>
              <a:gd name="connsiteX191" fmla="*/ 2316260 w 12193149"/>
              <a:gd name="connsiteY191" fmla="*/ 2024996 h 2344739"/>
              <a:gd name="connsiteX192" fmla="*/ 2209726 w 12193149"/>
              <a:gd name="connsiteY192" fmla="*/ 2019763 h 2344739"/>
              <a:gd name="connsiteX193" fmla="*/ 2095813 w 12193149"/>
              <a:gd name="connsiteY193" fmla="*/ 2003052 h 2344739"/>
              <a:gd name="connsiteX194" fmla="*/ 1998504 w 12193149"/>
              <a:gd name="connsiteY194" fmla="*/ 1995032 h 2344739"/>
              <a:gd name="connsiteX195" fmla="*/ 1929320 w 12193149"/>
              <a:gd name="connsiteY195" fmla="*/ 2016977 h 2344739"/>
              <a:gd name="connsiteX196" fmla="*/ 1922798 w 12193149"/>
              <a:gd name="connsiteY196" fmla="*/ 2012146 h 2344739"/>
              <a:gd name="connsiteX197" fmla="*/ 1874228 w 12193149"/>
              <a:gd name="connsiteY197" fmla="*/ 2013741 h 2344739"/>
              <a:gd name="connsiteX198" fmla="*/ 1787803 w 12193149"/>
              <a:gd name="connsiteY198" fmla="*/ 2041363 h 2344739"/>
              <a:gd name="connsiteX199" fmla="*/ 1739352 w 12193149"/>
              <a:gd name="connsiteY199" fmla="*/ 2036312 h 2344739"/>
              <a:gd name="connsiteX200" fmla="*/ 1676219 w 12193149"/>
              <a:gd name="connsiteY200" fmla="*/ 2019963 h 2344739"/>
              <a:gd name="connsiteX201" fmla="*/ 1609817 w 12193149"/>
              <a:gd name="connsiteY201" fmla="*/ 2013066 h 2344739"/>
              <a:gd name="connsiteX202" fmla="*/ 1497258 w 12193149"/>
              <a:gd name="connsiteY202" fmla="*/ 1987476 h 2344739"/>
              <a:gd name="connsiteX203" fmla="*/ 1151127 w 12193149"/>
              <a:gd name="connsiteY203" fmla="*/ 1938041 h 2344739"/>
              <a:gd name="connsiteX204" fmla="*/ 859417 w 12193149"/>
              <a:gd name="connsiteY204" fmla="*/ 1928608 h 2344739"/>
              <a:gd name="connsiteX205" fmla="*/ 838688 w 12193149"/>
              <a:gd name="connsiteY205" fmla="*/ 1929821 h 2344739"/>
              <a:gd name="connsiteX206" fmla="*/ 817957 w 12193149"/>
              <a:gd name="connsiteY206" fmla="*/ 1927857 h 2344739"/>
              <a:gd name="connsiteX207" fmla="*/ 812654 w 12193149"/>
              <a:gd name="connsiteY207" fmla="*/ 1930751 h 2344739"/>
              <a:gd name="connsiteX208" fmla="*/ 721195 w 12193149"/>
              <a:gd name="connsiteY208" fmla="*/ 1929661 h 2344739"/>
              <a:gd name="connsiteX209" fmla="*/ 720890 w 12193149"/>
              <a:gd name="connsiteY209" fmla="*/ 1928399 h 2344739"/>
              <a:gd name="connsiteX210" fmla="*/ 710023 w 12193149"/>
              <a:gd name="connsiteY210" fmla="*/ 1922722 h 2344739"/>
              <a:gd name="connsiteX211" fmla="*/ 597940 w 12193149"/>
              <a:gd name="connsiteY211" fmla="*/ 1879864 h 2344739"/>
              <a:gd name="connsiteX212" fmla="*/ 579683 w 12193149"/>
              <a:gd name="connsiteY212" fmla="*/ 1877212 h 2344739"/>
              <a:gd name="connsiteX213" fmla="*/ 572865 w 12193149"/>
              <a:gd name="connsiteY213" fmla="*/ 1877401 h 2344739"/>
              <a:gd name="connsiteX214" fmla="*/ 446247 w 12193149"/>
              <a:gd name="connsiteY214" fmla="*/ 1839371 h 2344739"/>
              <a:gd name="connsiteX215" fmla="*/ 405163 w 12193149"/>
              <a:gd name="connsiteY215" fmla="*/ 1833548 h 2344739"/>
              <a:gd name="connsiteX216" fmla="*/ 293583 w 12193149"/>
              <a:gd name="connsiteY216" fmla="*/ 1812852 h 2344739"/>
              <a:gd name="connsiteX217" fmla="*/ 119529 w 12193149"/>
              <a:gd name="connsiteY217" fmla="*/ 1761047 h 2344739"/>
              <a:gd name="connsiteX218" fmla="*/ 16674 w 12193149"/>
              <a:gd name="connsiteY218" fmla="*/ 1758191 h 2344739"/>
              <a:gd name="connsiteX219" fmla="*/ 1150 w 12193149"/>
              <a:gd name="connsiteY219" fmla="*/ 1752722 h 2344739"/>
              <a:gd name="connsiteX220" fmla="*/ 1148 w 12193149"/>
              <a:gd name="connsiteY220" fmla="*/ 222213 h 2344739"/>
              <a:gd name="connsiteX221" fmla="*/ 1148 w 12193149"/>
              <a:gd name="connsiteY221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38590 w 12193149"/>
              <a:gd name="connsiteY65" fmla="*/ 1869293 h 2344739"/>
              <a:gd name="connsiteX66" fmla="*/ 9232518 w 12193149"/>
              <a:gd name="connsiteY66" fmla="*/ 1893149 h 2344739"/>
              <a:gd name="connsiteX67" fmla="*/ 9156690 w 12193149"/>
              <a:gd name="connsiteY67" fmla="*/ 1903228 h 2344739"/>
              <a:gd name="connsiteX68" fmla="*/ 9054601 w 12193149"/>
              <a:gd name="connsiteY68" fmla="*/ 1910755 h 2344739"/>
              <a:gd name="connsiteX69" fmla="*/ 9006634 w 12193149"/>
              <a:gd name="connsiteY69" fmla="*/ 1914040 h 2344739"/>
              <a:gd name="connsiteX70" fmla="*/ 9006349 w 12193149"/>
              <a:gd name="connsiteY70" fmla="*/ 1913800 h 2344739"/>
              <a:gd name="connsiteX71" fmla="*/ 8997380 w 12193149"/>
              <a:gd name="connsiteY71" fmla="*/ 1915011 h 2344739"/>
              <a:gd name="connsiteX72" fmla="*/ 8991542 w 12193149"/>
              <a:gd name="connsiteY72" fmla="*/ 1917072 h 2344739"/>
              <a:gd name="connsiteX73" fmla="*/ 8975485 w 12193149"/>
              <a:gd name="connsiteY73" fmla="*/ 1920298 h 2344739"/>
              <a:gd name="connsiteX74" fmla="*/ 8969159 w 12193149"/>
              <a:gd name="connsiteY74" fmla="*/ 1919598 h 2344739"/>
              <a:gd name="connsiteX75" fmla="*/ 8964196 w 12193149"/>
              <a:gd name="connsiteY75" fmla="*/ 1917373 h 2344739"/>
              <a:gd name="connsiteX76" fmla="*/ 8930136 w 12193149"/>
              <a:gd name="connsiteY76" fmla="*/ 1914185 h 2344739"/>
              <a:gd name="connsiteX77" fmla="*/ 8753592 w 12193149"/>
              <a:gd name="connsiteY77" fmla="*/ 1933417 h 2344739"/>
              <a:gd name="connsiteX78" fmla="*/ 8708995 w 12193149"/>
              <a:gd name="connsiteY78" fmla="*/ 1935518 h 2344739"/>
              <a:gd name="connsiteX79" fmla="*/ 8597219 w 12193149"/>
              <a:gd name="connsiteY79" fmla="*/ 1944090 h 2344739"/>
              <a:gd name="connsiteX80" fmla="*/ 8526378 w 12193149"/>
              <a:gd name="connsiteY80" fmla="*/ 1929248 h 2344739"/>
              <a:gd name="connsiteX81" fmla="*/ 8512131 w 12193149"/>
              <a:gd name="connsiteY81" fmla="*/ 1935163 h 2344739"/>
              <a:gd name="connsiteX82" fmla="*/ 8507315 w 12193149"/>
              <a:gd name="connsiteY82" fmla="*/ 1938164 h 2344739"/>
              <a:gd name="connsiteX83" fmla="*/ 8499116 w 12193149"/>
              <a:gd name="connsiteY83" fmla="*/ 1940902 h 2344739"/>
              <a:gd name="connsiteX84" fmla="*/ 8498742 w 12193149"/>
              <a:gd name="connsiteY84" fmla="*/ 1940723 h 2344739"/>
              <a:gd name="connsiteX85" fmla="*/ 8491397 w 12193149"/>
              <a:gd name="connsiteY85" fmla="*/ 1943773 h 2344739"/>
              <a:gd name="connsiteX86" fmla="*/ 8368330 w 12193149"/>
              <a:gd name="connsiteY86" fmla="*/ 1957815 h 2344739"/>
              <a:gd name="connsiteX87" fmla="*/ 8354947 w 12193149"/>
              <a:gd name="connsiteY87" fmla="*/ 1958009 h 2344739"/>
              <a:gd name="connsiteX88" fmla="*/ 8321252 w 12193149"/>
              <a:gd name="connsiteY88" fmla="*/ 1974587 h 2344739"/>
              <a:gd name="connsiteX89" fmla="*/ 8315581 w 12193149"/>
              <a:gd name="connsiteY89" fmla="*/ 1974913 h 2344739"/>
              <a:gd name="connsiteX90" fmla="*/ 8296322 w 12193149"/>
              <a:gd name="connsiteY90" fmla="*/ 1988808 h 2344739"/>
              <a:gd name="connsiteX91" fmla="*/ 8285424 w 12193149"/>
              <a:gd name="connsiteY91" fmla="*/ 1994631 h 2344739"/>
              <a:gd name="connsiteX92" fmla="*/ 8284298 w 12193149"/>
              <a:gd name="connsiteY92" fmla="*/ 1999074 h 2344739"/>
              <a:gd name="connsiteX93" fmla="*/ 8267224 w 12193149"/>
              <a:gd name="connsiteY93" fmla="*/ 2006249 h 2344739"/>
              <a:gd name="connsiteX94" fmla="*/ 8264525 w 12193149"/>
              <a:gd name="connsiteY94" fmla="*/ 2006019 h 2344739"/>
              <a:gd name="connsiteX95" fmla="*/ 8253181 w 12193149"/>
              <a:gd name="connsiteY95" fmla="*/ 2015862 h 2344739"/>
              <a:gd name="connsiteX96" fmla="*/ 8246982 w 12193149"/>
              <a:gd name="connsiteY96" fmla="*/ 2028854 h 2344739"/>
              <a:gd name="connsiteX97" fmla="*/ 8091420 w 12193149"/>
              <a:gd name="connsiteY97" fmla="*/ 2075015 h 2344739"/>
              <a:gd name="connsiteX98" fmla="*/ 7906555 w 12193149"/>
              <a:gd name="connsiteY98" fmla="*/ 2116988 h 2344739"/>
              <a:gd name="connsiteX99" fmla="*/ 7719893 w 12193149"/>
              <a:gd name="connsiteY99" fmla="*/ 2142703 h 2344739"/>
              <a:gd name="connsiteX100" fmla="*/ 7615495 w 12193149"/>
              <a:gd name="connsiteY100" fmla="*/ 2139232 h 2344739"/>
              <a:gd name="connsiteX101" fmla="*/ 7528691 w 12193149"/>
              <a:gd name="connsiteY101" fmla="*/ 2145060 h 2344739"/>
              <a:gd name="connsiteX102" fmla="*/ 7520719 w 12193149"/>
              <a:gd name="connsiteY102" fmla="*/ 2147613 h 2344739"/>
              <a:gd name="connsiteX103" fmla="*/ 7508559 w 12193149"/>
              <a:gd name="connsiteY103" fmla="*/ 2148948 h 2344739"/>
              <a:gd name="connsiteX104" fmla="*/ 7508188 w 12193149"/>
              <a:gd name="connsiteY104" fmla="*/ 2148621 h 2344739"/>
              <a:gd name="connsiteX105" fmla="*/ 7496943 w 12193149"/>
              <a:gd name="connsiteY105" fmla="*/ 2150573 h 2344739"/>
              <a:gd name="connsiteX106" fmla="*/ 7406539 w 12193149"/>
              <a:gd name="connsiteY106" fmla="*/ 2142468 h 2344739"/>
              <a:gd name="connsiteX107" fmla="*/ 7219707 w 12193149"/>
              <a:gd name="connsiteY107" fmla="*/ 2156680 h 2344739"/>
              <a:gd name="connsiteX108" fmla="*/ 7202249 w 12193149"/>
              <a:gd name="connsiteY108" fmla="*/ 2161230 h 2344739"/>
              <a:gd name="connsiteX109" fmla="*/ 7198152 w 12193149"/>
              <a:gd name="connsiteY109" fmla="*/ 2166588 h 2344739"/>
              <a:gd name="connsiteX110" fmla="*/ 7171956 w 12193149"/>
              <a:gd name="connsiteY110" fmla="*/ 2171236 h 2344739"/>
              <a:gd name="connsiteX111" fmla="*/ 7098136 w 12193149"/>
              <a:gd name="connsiteY111" fmla="*/ 2183464 h 2344739"/>
              <a:gd name="connsiteX112" fmla="*/ 7019644 w 12193149"/>
              <a:gd name="connsiteY112" fmla="*/ 2183090 h 2344739"/>
              <a:gd name="connsiteX113" fmla="*/ 6905294 w 12193149"/>
              <a:gd name="connsiteY113" fmla="*/ 2212596 h 2344739"/>
              <a:gd name="connsiteX114" fmla="*/ 6709370 w 12193149"/>
              <a:gd name="connsiteY114" fmla="*/ 2240551 h 2344739"/>
              <a:gd name="connsiteX115" fmla="*/ 6550602 w 12193149"/>
              <a:gd name="connsiteY115" fmla="*/ 2269327 h 2344739"/>
              <a:gd name="connsiteX116" fmla="*/ 6318708 w 12193149"/>
              <a:gd name="connsiteY116" fmla="*/ 2316127 h 2344739"/>
              <a:gd name="connsiteX117" fmla="*/ 6169822 w 12193149"/>
              <a:gd name="connsiteY117" fmla="*/ 2318214 h 2344739"/>
              <a:gd name="connsiteX118" fmla="*/ 6074996 w 12193149"/>
              <a:gd name="connsiteY118" fmla="*/ 2338676 h 2344739"/>
              <a:gd name="connsiteX119" fmla="*/ 6069677 w 12193149"/>
              <a:gd name="connsiteY119" fmla="*/ 2337139 h 2344739"/>
              <a:gd name="connsiteX120" fmla="*/ 6049786 w 12193149"/>
              <a:gd name="connsiteY120" fmla="*/ 2337822 h 2344739"/>
              <a:gd name="connsiteX121" fmla="*/ 6042433 w 12193149"/>
              <a:gd name="connsiteY121" fmla="*/ 2329473 h 2344739"/>
              <a:gd name="connsiteX122" fmla="*/ 6011238 w 12193149"/>
              <a:gd name="connsiteY122" fmla="*/ 2324380 h 2344739"/>
              <a:gd name="connsiteX123" fmla="*/ 5958523 w 12193149"/>
              <a:gd name="connsiteY123" fmla="*/ 2328024 h 2344739"/>
              <a:gd name="connsiteX124" fmla="*/ 5760067 w 12193149"/>
              <a:gd name="connsiteY124" fmla="*/ 2343716 h 2344739"/>
              <a:gd name="connsiteX125" fmla="*/ 5628108 w 12193149"/>
              <a:gd name="connsiteY125" fmla="*/ 2344739 h 2344739"/>
              <a:gd name="connsiteX126" fmla="*/ 5472054 w 12193149"/>
              <a:gd name="connsiteY126" fmla="*/ 2330719 h 2344739"/>
              <a:gd name="connsiteX127" fmla="*/ 5433909 w 12193149"/>
              <a:gd name="connsiteY127" fmla="*/ 2319466 h 2344739"/>
              <a:gd name="connsiteX128" fmla="*/ 5382817 w 12193149"/>
              <a:gd name="connsiteY128" fmla="*/ 2301764 h 2344739"/>
              <a:gd name="connsiteX129" fmla="*/ 5262912 w 12193149"/>
              <a:gd name="connsiteY129" fmla="*/ 2281347 h 2344739"/>
              <a:gd name="connsiteX130" fmla="*/ 5224109 w 12193149"/>
              <a:gd name="connsiteY130" fmla="*/ 2270223 h 2344739"/>
              <a:gd name="connsiteX131" fmla="*/ 5175808 w 12193149"/>
              <a:gd name="connsiteY131" fmla="*/ 2267233 h 2344739"/>
              <a:gd name="connsiteX132" fmla="*/ 5157702 w 12193149"/>
              <a:gd name="connsiteY132" fmla="*/ 2260010 h 2344739"/>
              <a:gd name="connsiteX133" fmla="*/ 5143747 w 12193149"/>
              <a:gd name="connsiteY133" fmla="*/ 2256610 h 2344739"/>
              <a:gd name="connsiteX134" fmla="*/ 5140744 w 12193149"/>
              <a:gd name="connsiteY134" fmla="*/ 2254509 h 2344739"/>
              <a:gd name="connsiteX135" fmla="*/ 5122807 w 12193149"/>
              <a:gd name="connsiteY135" fmla="*/ 2243656 h 2344739"/>
              <a:gd name="connsiteX136" fmla="*/ 5066938 w 12193149"/>
              <a:gd name="connsiteY136" fmla="*/ 2250227 h 2344739"/>
              <a:gd name="connsiteX137" fmla="*/ 5012662 w 12193149"/>
              <a:gd name="connsiteY137" fmla="*/ 2233846 h 2344739"/>
              <a:gd name="connsiteX138" fmla="*/ 4841589 w 12193149"/>
              <a:gd name="connsiteY138" fmla="*/ 2209829 h 2344739"/>
              <a:gd name="connsiteX139" fmla="*/ 4763595 w 12193149"/>
              <a:gd name="connsiteY139" fmla="*/ 2182061 h 2344739"/>
              <a:gd name="connsiteX140" fmla="*/ 4724334 w 12193149"/>
              <a:gd name="connsiteY140" fmla="*/ 2173047 h 2344739"/>
              <a:gd name="connsiteX141" fmla="*/ 4722324 w 12193149"/>
              <a:gd name="connsiteY141" fmla="*/ 2172298 h 2344739"/>
              <a:gd name="connsiteX142" fmla="*/ 4723259 w 12193149"/>
              <a:gd name="connsiteY142" fmla="*/ 2172087 h 2344739"/>
              <a:gd name="connsiteX143" fmla="*/ 4718350 w 12193149"/>
              <a:gd name="connsiteY143" fmla="*/ 2170817 h 2344739"/>
              <a:gd name="connsiteX144" fmla="*/ 4722324 w 12193149"/>
              <a:gd name="connsiteY144" fmla="*/ 2172298 h 2344739"/>
              <a:gd name="connsiteX145" fmla="*/ 4716674 w 12193149"/>
              <a:gd name="connsiteY145" fmla="*/ 2173573 h 2344739"/>
              <a:gd name="connsiteX146" fmla="*/ 4516962 w 12193149"/>
              <a:gd name="connsiteY146" fmla="*/ 2163671 h 2344739"/>
              <a:gd name="connsiteX147" fmla="*/ 4429691 w 12193149"/>
              <a:gd name="connsiteY147" fmla="*/ 2153020 h 2344739"/>
              <a:gd name="connsiteX148" fmla="*/ 4364023 w 12193149"/>
              <a:gd name="connsiteY148" fmla="*/ 2151674 h 2344739"/>
              <a:gd name="connsiteX149" fmla="*/ 4318114 w 12193149"/>
              <a:gd name="connsiteY149" fmla="*/ 2158289 h 2344739"/>
              <a:gd name="connsiteX150" fmla="*/ 4316258 w 12193149"/>
              <a:gd name="connsiteY150" fmla="*/ 2156948 h 2344739"/>
              <a:gd name="connsiteX151" fmla="*/ 4296292 w 12193149"/>
              <a:gd name="connsiteY151" fmla="*/ 2155069 h 2344739"/>
              <a:gd name="connsiteX152" fmla="*/ 4291212 w 12193149"/>
              <a:gd name="connsiteY152" fmla="*/ 2157986 h 2344739"/>
              <a:gd name="connsiteX153" fmla="*/ 4277290 w 12193149"/>
              <a:gd name="connsiteY153" fmla="*/ 2157740 h 2344739"/>
              <a:gd name="connsiteX154" fmla="*/ 4249265 w 12193149"/>
              <a:gd name="connsiteY154" fmla="*/ 2160064 h 2344739"/>
              <a:gd name="connsiteX155" fmla="*/ 4203199 w 12193149"/>
              <a:gd name="connsiteY155" fmla="*/ 2157269 h 2344739"/>
              <a:gd name="connsiteX156" fmla="*/ 4202893 w 12193149"/>
              <a:gd name="connsiteY156" fmla="*/ 2156010 h 2344739"/>
              <a:gd name="connsiteX157" fmla="*/ 4192396 w 12193149"/>
              <a:gd name="connsiteY157" fmla="*/ 2150376 h 2344739"/>
              <a:gd name="connsiteX158" fmla="*/ 4143893 w 12193149"/>
              <a:gd name="connsiteY158" fmla="*/ 2134511 h 2344739"/>
              <a:gd name="connsiteX159" fmla="*/ 4084245 w 12193149"/>
              <a:gd name="connsiteY159" fmla="*/ 2107978 h 2344739"/>
              <a:gd name="connsiteX160" fmla="*/ 4075694 w 12193149"/>
              <a:gd name="connsiteY160" fmla="*/ 2107143 h 2344739"/>
              <a:gd name="connsiteX161" fmla="*/ 4075575 w 12193149"/>
              <a:gd name="connsiteY161" fmla="*/ 2106844 h 2344739"/>
              <a:gd name="connsiteX162" fmla="*/ 4066658 w 12193149"/>
              <a:gd name="connsiteY162" fmla="*/ 2105400 h 2344739"/>
              <a:gd name="connsiteX163" fmla="*/ 4060102 w 12193149"/>
              <a:gd name="connsiteY163" fmla="*/ 2105618 h 2344739"/>
              <a:gd name="connsiteX164" fmla="*/ 4043512 w 12193149"/>
              <a:gd name="connsiteY164" fmla="*/ 2103997 h 2344739"/>
              <a:gd name="connsiteX165" fmla="*/ 4038145 w 12193149"/>
              <a:gd name="connsiteY165" fmla="*/ 2101563 h 2344739"/>
              <a:gd name="connsiteX166" fmla="*/ 4036511 w 12193149"/>
              <a:gd name="connsiteY166" fmla="*/ 2097896 h 2344739"/>
              <a:gd name="connsiteX167" fmla="*/ 4034926 w 12193149"/>
              <a:gd name="connsiteY167" fmla="*/ 2098131 h 2344739"/>
              <a:gd name="connsiteX168" fmla="*/ 4005686 w 12193149"/>
              <a:gd name="connsiteY168" fmla="*/ 2085563 h 2344739"/>
              <a:gd name="connsiteX169" fmla="*/ 3937994 w 12193149"/>
              <a:gd name="connsiteY169" fmla="*/ 2068106 h 2344739"/>
              <a:gd name="connsiteX170" fmla="*/ 3898423 w 12193149"/>
              <a:gd name="connsiteY170" fmla="*/ 2062451 h 2344739"/>
              <a:gd name="connsiteX171" fmla="*/ 3790908 w 12193149"/>
              <a:gd name="connsiteY171" fmla="*/ 2042213 h 2344739"/>
              <a:gd name="connsiteX172" fmla="*/ 3683661 w 12193149"/>
              <a:gd name="connsiteY172" fmla="*/ 2018290 h 2344739"/>
              <a:gd name="connsiteX173" fmla="*/ 3611183 w 12193149"/>
              <a:gd name="connsiteY173" fmla="*/ 1986019 h 2344739"/>
              <a:gd name="connsiteX174" fmla="*/ 3605003 w 12193149"/>
              <a:gd name="connsiteY174" fmla="*/ 1987381 h 2344739"/>
              <a:gd name="connsiteX175" fmla="*/ 3595884 w 12193149"/>
              <a:gd name="connsiteY175" fmla="*/ 1987545 h 2344739"/>
              <a:gd name="connsiteX176" fmla="*/ 3595649 w 12193149"/>
              <a:gd name="connsiteY176" fmla="*/ 1987276 h 2344739"/>
              <a:gd name="connsiteX177" fmla="*/ 3587126 w 12193149"/>
              <a:gd name="connsiteY177" fmla="*/ 1987966 h 2344739"/>
              <a:gd name="connsiteX178" fmla="*/ 3537283 w 12193149"/>
              <a:gd name="connsiteY178" fmla="*/ 1978267 h 2344739"/>
              <a:gd name="connsiteX179" fmla="*/ 3474371 w 12193149"/>
              <a:gd name="connsiteY179" fmla="*/ 1974606 h 2344739"/>
              <a:gd name="connsiteX180" fmla="*/ 3401876 w 12193149"/>
              <a:gd name="connsiteY180" fmla="*/ 1962558 h 2344739"/>
              <a:gd name="connsiteX181" fmla="*/ 3365036 w 12193149"/>
              <a:gd name="connsiteY181" fmla="*/ 1979510 h 2344739"/>
              <a:gd name="connsiteX182" fmla="*/ 3345174 w 12193149"/>
              <a:gd name="connsiteY182" fmla="*/ 1981192 h 2344739"/>
              <a:gd name="connsiteX183" fmla="*/ 3342846 w 12193149"/>
              <a:gd name="connsiteY183" fmla="*/ 1980217 h 2344739"/>
              <a:gd name="connsiteX184" fmla="*/ 3263504 w 12193149"/>
              <a:gd name="connsiteY184" fmla="*/ 1986094 h 2344739"/>
              <a:gd name="connsiteX185" fmla="*/ 3143704 w 12193149"/>
              <a:gd name="connsiteY185" fmla="*/ 1993869 h 2344739"/>
              <a:gd name="connsiteX186" fmla="*/ 3031439 w 12193149"/>
              <a:gd name="connsiteY186" fmla="*/ 1996512 h 2344739"/>
              <a:gd name="connsiteX187" fmla="*/ 2782717 w 12193149"/>
              <a:gd name="connsiteY187" fmla="*/ 2018333 h 2344739"/>
              <a:gd name="connsiteX188" fmla="*/ 2647675 w 12193149"/>
              <a:gd name="connsiteY188" fmla="*/ 2028869 h 2344739"/>
              <a:gd name="connsiteX189" fmla="*/ 2569176 w 12193149"/>
              <a:gd name="connsiteY189" fmla="*/ 2002628 h 2344739"/>
              <a:gd name="connsiteX190" fmla="*/ 2444403 w 12193149"/>
              <a:gd name="connsiteY190" fmla="*/ 2016529 h 2344739"/>
              <a:gd name="connsiteX191" fmla="*/ 2316260 w 12193149"/>
              <a:gd name="connsiteY191" fmla="*/ 2024996 h 2344739"/>
              <a:gd name="connsiteX192" fmla="*/ 2209726 w 12193149"/>
              <a:gd name="connsiteY192" fmla="*/ 2019763 h 2344739"/>
              <a:gd name="connsiteX193" fmla="*/ 2095813 w 12193149"/>
              <a:gd name="connsiteY193" fmla="*/ 2003052 h 2344739"/>
              <a:gd name="connsiteX194" fmla="*/ 1998504 w 12193149"/>
              <a:gd name="connsiteY194" fmla="*/ 1995032 h 2344739"/>
              <a:gd name="connsiteX195" fmla="*/ 1929320 w 12193149"/>
              <a:gd name="connsiteY195" fmla="*/ 2016977 h 2344739"/>
              <a:gd name="connsiteX196" fmla="*/ 1922798 w 12193149"/>
              <a:gd name="connsiteY196" fmla="*/ 2012146 h 2344739"/>
              <a:gd name="connsiteX197" fmla="*/ 1874228 w 12193149"/>
              <a:gd name="connsiteY197" fmla="*/ 2013741 h 2344739"/>
              <a:gd name="connsiteX198" fmla="*/ 1787803 w 12193149"/>
              <a:gd name="connsiteY198" fmla="*/ 2041363 h 2344739"/>
              <a:gd name="connsiteX199" fmla="*/ 1739352 w 12193149"/>
              <a:gd name="connsiteY199" fmla="*/ 2036312 h 2344739"/>
              <a:gd name="connsiteX200" fmla="*/ 1676219 w 12193149"/>
              <a:gd name="connsiteY200" fmla="*/ 2019963 h 2344739"/>
              <a:gd name="connsiteX201" fmla="*/ 1609817 w 12193149"/>
              <a:gd name="connsiteY201" fmla="*/ 2013066 h 2344739"/>
              <a:gd name="connsiteX202" fmla="*/ 1497258 w 12193149"/>
              <a:gd name="connsiteY202" fmla="*/ 1987476 h 2344739"/>
              <a:gd name="connsiteX203" fmla="*/ 1151127 w 12193149"/>
              <a:gd name="connsiteY203" fmla="*/ 1938041 h 2344739"/>
              <a:gd name="connsiteX204" fmla="*/ 859417 w 12193149"/>
              <a:gd name="connsiteY204" fmla="*/ 1928608 h 2344739"/>
              <a:gd name="connsiteX205" fmla="*/ 838688 w 12193149"/>
              <a:gd name="connsiteY205" fmla="*/ 1929821 h 2344739"/>
              <a:gd name="connsiteX206" fmla="*/ 817957 w 12193149"/>
              <a:gd name="connsiteY206" fmla="*/ 1927857 h 2344739"/>
              <a:gd name="connsiteX207" fmla="*/ 812654 w 12193149"/>
              <a:gd name="connsiteY207" fmla="*/ 1930751 h 2344739"/>
              <a:gd name="connsiteX208" fmla="*/ 721195 w 12193149"/>
              <a:gd name="connsiteY208" fmla="*/ 1929661 h 2344739"/>
              <a:gd name="connsiteX209" fmla="*/ 720890 w 12193149"/>
              <a:gd name="connsiteY209" fmla="*/ 1928399 h 2344739"/>
              <a:gd name="connsiteX210" fmla="*/ 710023 w 12193149"/>
              <a:gd name="connsiteY210" fmla="*/ 1922722 h 2344739"/>
              <a:gd name="connsiteX211" fmla="*/ 597940 w 12193149"/>
              <a:gd name="connsiteY211" fmla="*/ 1879864 h 2344739"/>
              <a:gd name="connsiteX212" fmla="*/ 579683 w 12193149"/>
              <a:gd name="connsiteY212" fmla="*/ 1877212 h 2344739"/>
              <a:gd name="connsiteX213" fmla="*/ 572865 w 12193149"/>
              <a:gd name="connsiteY213" fmla="*/ 1877401 h 2344739"/>
              <a:gd name="connsiteX214" fmla="*/ 446247 w 12193149"/>
              <a:gd name="connsiteY214" fmla="*/ 1839371 h 2344739"/>
              <a:gd name="connsiteX215" fmla="*/ 405163 w 12193149"/>
              <a:gd name="connsiteY215" fmla="*/ 1833548 h 2344739"/>
              <a:gd name="connsiteX216" fmla="*/ 293583 w 12193149"/>
              <a:gd name="connsiteY216" fmla="*/ 1812852 h 2344739"/>
              <a:gd name="connsiteX217" fmla="*/ 119529 w 12193149"/>
              <a:gd name="connsiteY217" fmla="*/ 1761047 h 2344739"/>
              <a:gd name="connsiteX218" fmla="*/ 16674 w 12193149"/>
              <a:gd name="connsiteY218" fmla="*/ 1758191 h 2344739"/>
              <a:gd name="connsiteX219" fmla="*/ 1150 w 12193149"/>
              <a:gd name="connsiteY219" fmla="*/ 1752722 h 2344739"/>
              <a:gd name="connsiteX220" fmla="*/ 1148 w 12193149"/>
              <a:gd name="connsiteY220" fmla="*/ 222213 h 2344739"/>
              <a:gd name="connsiteX221" fmla="*/ 1148 w 12193149"/>
              <a:gd name="connsiteY221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083317 w 12193149"/>
              <a:gd name="connsiteY58" fmla="*/ 1743296 h 2344739"/>
              <a:gd name="connsiteX59" fmla="*/ 10040388 w 12193149"/>
              <a:gd name="connsiteY59" fmla="*/ 1741632 h 2344739"/>
              <a:gd name="connsiteX60" fmla="*/ 9961167 w 12193149"/>
              <a:gd name="connsiteY60" fmla="*/ 1757147 h 2344739"/>
              <a:gd name="connsiteX61" fmla="*/ 9848940 w 12193149"/>
              <a:gd name="connsiteY61" fmla="*/ 1763915 h 2344739"/>
              <a:gd name="connsiteX62" fmla="*/ 9729457 w 12193149"/>
              <a:gd name="connsiteY62" fmla="*/ 1784122 h 2344739"/>
              <a:gd name="connsiteX63" fmla="*/ 9585655 w 12193149"/>
              <a:gd name="connsiteY63" fmla="*/ 1795542 h 2344739"/>
              <a:gd name="connsiteX64" fmla="*/ 9338590 w 12193149"/>
              <a:gd name="connsiteY64" fmla="*/ 1869293 h 2344739"/>
              <a:gd name="connsiteX65" fmla="*/ 9232518 w 12193149"/>
              <a:gd name="connsiteY65" fmla="*/ 1893149 h 2344739"/>
              <a:gd name="connsiteX66" fmla="*/ 9156690 w 12193149"/>
              <a:gd name="connsiteY66" fmla="*/ 1903228 h 2344739"/>
              <a:gd name="connsiteX67" fmla="*/ 9054601 w 12193149"/>
              <a:gd name="connsiteY67" fmla="*/ 1910755 h 2344739"/>
              <a:gd name="connsiteX68" fmla="*/ 9006634 w 12193149"/>
              <a:gd name="connsiteY68" fmla="*/ 1914040 h 2344739"/>
              <a:gd name="connsiteX69" fmla="*/ 9006349 w 12193149"/>
              <a:gd name="connsiteY69" fmla="*/ 1913800 h 2344739"/>
              <a:gd name="connsiteX70" fmla="*/ 8997380 w 12193149"/>
              <a:gd name="connsiteY70" fmla="*/ 1915011 h 2344739"/>
              <a:gd name="connsiteX71" fmla="*/ 8991542 w 12193149"/>
              <a:gd name="connsiteY71" fmla="*/ 1917072 h 2344739"/>
              <a:gd name="connsiteX72" fmla="*/ 8975485 w 12193149"/>
              <a:gd name="connsiteY72" fmla="*/ 1920298 h 2344739"/>
              <a:gd name="connsiteX73" fmla="*/ 8969159 w 12193149"/>
              <a:gd name="connsiteY73" fmla="*/ 1919598 h 2344739"/>
              <a:gd name="connsiteX74" fmla="*/ 8964196 w 12193149"/>
              <a:gd name="connsiteY74" fmla="*/ 1917373 h 2344739"/>
              <a:gd name="connsiteX75" fmla="*/ 8930136 w 12193149"/>
              <a:gd name="connsiteY75" fmla="*/ 1914185 h 2344739"/>
              <a:gd name="connsiteX76" fmla="*/ 8753592 w 12193149"/>
              <a:gd name="connsiteY76" fmla="*/ 1933417 h 2344739"/>
              <a:gd name="connsiteX77" fmla="*/ 8708995 w 12193149"/>
              <a:gd name="connsiteY77" fmla="*/ 1935518 h 2344739"/>
              <a:gd name="connsiteX78" fmla="*/ 8597219 w 12193149"/>
              <a:gd name="connsiteY78" fmla="*/ 1944090 h 2344739"/>
              <a:gd name="connsiteX79" fmla="*/ 8526378 w 12193149"/>
              <a:gd name="connsiteY79" fmla="*/ 1929248 h 2344739"/>
              <a:gd name="connsiteX80" fmla="*/ 8512131 w 12193149"/>
              <a:gd name="connsiteY80" fmla="*/ 1935163 h 2344739"/>
              <a:gd name="connsiteX81" fmla="*/ 8507315 w 12193149"/>
              <a:gd name="connsiteY81" fmla="*/ 1938164 h 2344739"/>
              <a:gd name="connsiteX82" fmla="*/ 8499116 w 12193149"/>
              <a:gd name="connsiteY82" fmla="*/ 1940902 h 2344739"/>
              <a:gd name="connsiteX83" fmla="*/ 8498742 w 12193149"/>
              <a:gd name="connsiteY83" fmla="*/ 1940723 h 2344739"/>
              <a:gd name="connsiteX84" fmla="*/ 8491397 w 12193149"/>
              <a:gd name="connsiteY84" fmla="*/ 1943773 h 2344739"/>
              <a:gd name="connsiteX85" fmla="*/ 8368330 w 12193149"/>
              <a:gd name="connsiteY85" fmla="*/ 1957815 h 2344739"/>
              <a:gd name="connsiteX86" fmla="*/ 8354947 w 12193149"/>
              <a:gd name="connsiteY86" fmla="*/ 1958009 h 2344739"/>
              <a:gd name="connsiteX87" fmla="*/ 8321252 w 12193149"/>
              <a:gd name="connsiteY87" fmla="*/ 1974587 h 2344739"/>
              <a:gd name="connsiteX88" fmla="*/ 8315581 w 12193149"/>
              <a:gd name="connsiteY88" fmla="*/ 1974913 h 2344739"/>
              <a:gd name="connsiteX89" fmla="*/ 8296322 w 12193149"/>
              <a:gd name="connsiteY89" fmla="*/ 1988808 h 2344739"/>
              <a:gd name="connsiteX90" fmla="*/ 8285424 w 12193149"/>
              <a:gd name="connsiteY90" fmla="*/ 1994631 h 2344739"/>
              <a:gd name="connsiteX91" fmla="*/ 8284298 w 12193149"/>
              <a:gd name="connsiteY91" fmla="*/ 1999074 h 2344739"/>
              <a:gd name="connsiteX92" fmla="*/ 8267224 w 12193149"/>
              <a:gd name="connsiteY92" fmla="*/ 2006249 h 2344739"/>
              <a:gd name="connsiteX93" fmla="*/ 8264525 w 12193149"/>
              <a:gd name="connsiteY93" fmla="*/ 2006019 h 2344739"/>
              <a:gd name="connsiteX94" fmla="*/ 8253181 w 12193149"/>
              <a:gd name="connsiteY94" fmla="*/ 2015862 h 2344739"/>
              <a:gd name="connsiteX95" fmla="*/ 8246982 w 12193149"/>
              <a:gd name="connsiteY95" fmla="*/ 2028854 h 2344739"/>
              <a:gd name="connsiteX96" fmla="*/ 8091420 w 12193149"/>
              <a:gd name="connsiteY96" fmla="*/ 2075015 h 2344739"/>
              <a:gd name="connsiteX97" fmla="*/ 7906555 w 12193149"/>
              <a:gd name="connsiteY97" fmla="*/ 2116988 h 2344739"/>
              <a:gd name="connsiteX98" fmla="*/ 7719893 w 12193149"/>
              <a:gd name="connsiteY98" fmla="*/ 2142703 h 2344739"/>
              <a:gd name="connsiteX99" fmla="*/ 7615495 w 12193149"/>
              <a:gd name="connsiteY99" fmla="*/ 2139232 h 2344739"/>
              <a:gd name="connsiteX100" fmla="*/ 7528691 w 12193149"/>
              <a:gd name="connsiteY100" fmla="*/ 2145060 h 2344739"/>
              <a:gd name="connsiteX101" fmla="*/ 7520719 w 12193149"/>
              <a:gd name="connsiteY101" fmla="*/ 2147613 h 2344739"/>
              <a:gd name="connsiteX102" fmla="*/ 7508559 w 12193149"/>
              <a:gd name="connsiteY102" fmla="*/ 2148948 h 2344739"/>
              <a:gd name="connsiteX103" fmla="*/ 7508188 w 12193149"/>
              <a:gd name="connsiteY103" fmla="*/ 2148621 h 2344739"/>
              <a:gd name="connsiteX104" fmla="*/ 7496943 w 12193149"/>
              <a:gd name="connsiteY104" fmla="*/ 2150573 h 2344739"/>
              <a:gd name="connsiteX105" fmla="*/ 7406539 w 12193149"/>
              <a:gd name="connsiteY105" fmla="*/ 2142468 h 2344739"/>
              <a:gd name="connsiteX106" fmla="*/ 7219707 w 12193149"/>
              <a:gd name="connsiteY106" fmla="*/ 2156680 h 2344739"/>
              <a:gd name="connsiteX107" fmla="*/ 7202249 w 12193149"/>
              <a:gd name="connsiteY107" fmla="*/ 2161230 h 2344739"/>
              <a:gd name="connsiteX108" fmla="*/ 7198152 w 12193149"/>
              <a:gd name="connsiteY108" fmla="*/ 2166588 h 2344739"/>
              <a:gd name="connsiteX109" fmla="*/ 7171956 w 12193149"/>
              <a:gd name="connsiteY109" fmla="*/ 2171236 h 2344739"/>
              <a:gd name="connsiteX110" fmla="*/ 7098136 w 12193149"/>
              <a:gd name="connsiteY110" fmla="*/ 2183464 h 2344739"/>
              <a:gd name="connsiteX111" fmla="*/ 7019644 w 12193149"/>
              <a:gd name="connsiteY111" fmla="*/ 2183090 h 2344739"/>
              <a:gd name="connsiteX112" fmla="*/ 6905294 w 12193149"/>
              <a:gd name="connsiteY112" fmla="*/ 2212596 h 2344739"/>
              <a:gd name="connsiteX113" fmla="*/ 6709370 w 12193149"/>
              <a:gd name="connsiteY113" fmla="*/ 2240551 h 2344739"/>
              <a:gd name="connsiteX114" fmla="*/ 6550602 w 12193149"/>
              <a:gd name="connsiteY114" fmla="*/ 2269327 h 2344739"/>
              <a:gd name="connsiteX115" fmla="*/ 6318708 w 12193149"/>
              <a:gd name="connsiteY115" fmla="*/ 2316127 h 2344739"/>
              <a:gd name="connsiteX116" fmla="*/ 6169822 w 12193149"/>
              <a:gd name="connsiteY116" fmla="*/ 2318214 h 2344739"/>
              <a:gd name="connsiteX117" fmla="*/ 6074996 w 12193149"/>
              <a:gd name="connsiteY117" fmla="*/ 2338676 h 2344739"/>
              <a:gd name="connsiteX118" fmla="*/ 6069677 w 12193149"/>
              <a:gd name="connsiteY118" fmla="*/ 2337139 h 2344739"/>
              <a:gd name="connsiteX119" fmla="*/ 6049786 w 12193149"/>
              <a:gd name="connsiteY119" fmla="*/ 2337822 h 2344739"/>
              <a:gd name="connsiteX120" fmla="*/ 6042433 w 12193149"/>
              <a:gd name="connsiteY120" fmla="*/ 2329473 h 2344739"/>
              <a:gd name="connsiteX121" fmla="*/ 6011238 w 12193149"/>
              <a:gd name="connsiteY121" fmla="*/ 2324380 h 2344739"/>
              <a:gd name="connsiteX122" fmla="*/ 5958523 w 12193149"/>
              <a:gd name="connsiteY122" fmla="*/ 2328024 h 2344739"/>
              <a:gd name="connsiteX123" fmla="*/ 5760067 w 12193149"/>
              <a:gd name="connsiteY123" fmla="*/ 2343716 h 2344739"/>
              <a:gd name="connsiteX124" fmla="*/ 5628108 w 12193149"/>
              <a:gd name="connsiteY124" fmla="*/ 2344739 h 2344739"/>
              <a:gd name="connsiteX125" fmla="*/ 5472054 w 12193149"/>
              <a:gd name="connsiteY125" fmla="*/ 2330719 h 2344739"/>
              <a:gd name="connsiteX126" fmla="*/ 5433909 w 12193149"/>
              <a:gd name="connsiteY126" fmla="*/ 2319466 h 2344739"/>
              <a:gd name="connsiteX127" fmla="*/ 5382817 w 12193149"/>
              <a:gd name="connsiteY127" fmla="*/ 2301764 h 2344739"/>
              <a:gd name="connsiteX128" fmla="*/ 5262912 w 12193149"/>
              <a:gd name="connsiteY128" fmla="*/ 2281347 h 2344739"/>
              <a:gd name="connsiteX129" fmla="*/ 5224109 w 12193149"/>
              <a:gd name="connsiteY129" fmla="*/ 2270223 h 2344739"/>
              <a:gd name="connsiteX130" fmla="*/ 5175808 w 12193149"/>
              <a:gd name="connsiteY130" fmla="*/ 2267233 h 2344739"/>
              <a:gd name="connsiteX131" fmla="*/ 5157702 w 12193149"/>
              <a:gd name="connsiteY131" fmla="*/ 2260010 h 2344739"/>
              <a:gd name="connsiteX132" fmla="*/ 5143747 w 12193149"/>
              <a:gd name="connsiteY132" fmla="*/ 2256610 h 2344739"/>
              <a:gd name="connsiteX133" fmla="*/ 5140744 w 12193149"/>
              <a:gd name="connsiteY133" fmla="*/ 2254509 h 2344739"/>
              <a:gd name="connsiteX134" fmla="*/ 5122807 w 12193149"/>
              <a:gd name="connsiteY134" fmla="*/ 2243656 h 2344739"/>
              <a:gd name="connsiteX135" fmla="*/ 5066938 w 12193149"/>
              <a:gd name="connsiteY135" fmla="*/ 2250227 h 2344739"/>
              <a:gd name="connsiteX136" fmla="*/ 5012662 w 12193149"/>
              <a:gd name="connsiteY136" fmla="*/ 2233846 h 2344739"/>
              <a:gd name="connsiteX137" fmla="*/ 4841589 w 12193149"/>
              <a:gd name="connsiteY137" fmla="*/ 2209829 h 2344739"/>
              <a:gd name="connsiteX138" fmla="*/ 4763595 w 12193149"/>
              <a:gd name="connsiteY138" fmla="*/ 2182061 h 2344739"/>
              <a:gd name="connsiteX139" fmla="*/ 4724334 w 12193149"/>
              <a:gd name="connsiteY139" fmla="*/ 2173047 h 2344739"/>
              <a:gd name="connsiteX140" fmla="*/ 4722324 w 12193149"/>
              <a:gd name="connsiteY140" fmla="*/ 2172298 h 2344739"/>
              <a:gd name="connsiteX141" fmla="*/ 4723259 w 12193149"/>
              <a:gd name="connsiteY141" fmla="*/ 2172087 h 2344739"/>
              <a:gd name="connsiteX142" fmla="*/ 4718350 w 12193149"/>
              <a:gd name="connsiteY142" fmla="*/ 2170817 h 2344739"/>
              <a:gd name="connsiteX143" fmla="*/ 4722324 w 12193149"/>
              <a:gd name="connsiteY143" fmla="*/ 2172298 h 2344739"/>
              <a:gd name="connsiteX144" fmla="*/ 4716674 w 12193149"/>
              <a:gd name="connsiteY144" fmla="*/ 2173573 h 2344739"/>
              <a:gd name="connsiteX145" fmla="*/ 4516962 w 12193149"/>
              <a:gd name="connsiteY145" fmla="*/ 2163671 h 2344739"/>
              <a:gd name="connsiteX146" fmla="*/ 4429691 w 12193149"/>
              <a:gd name="connsiteY146" fmla="*/ 2153020 h 2344739"/>
              <a:gd name="connsiteX147" fmla="*/ 4364023 w 12193149"/>
              <a:gd name="connsiteY147" fmla="*/ 2151674 h 2344739"/>
              <a:gd name="connsiteX148" fmla="*/ 4318114 w 12193149"/>
              <a:gd name="connsiteY148" fmla="*/ 2158289 h 2344739"/>
              <a:gd name="connsiteX149" fmla="*/ 4316258 w 12193149"/>
              <a:gd name="connsiteY149" fmla="*/ 2156948 h 2344739"/>
              <a:gd name="connsiteX150" fmla="*/ 4296292 w 12193149"/>
              <a:gd name="connsiteY150" fmla="*/ 2155069 h 2344739"/>
              <a:gd name="connsiteX151" fmla="*/ 4291212 w 12193149"/>
              <a:gd name="connsiteY151" fmla="*/ 2157986 h 2344739"/>
              <a:gd name="connsiteX152" fmla="*/ 4277290 w 12193149"/>
              <a:gd name="connsiteY152" fmla="*/ 2157740 h 2344739"/>
              <a:gd name="connsiteX153" fmla="*/ 4249265 w 12193149"/>
              <a:gd name="connsiteY153" fmla="*/ 2160064 h 2344739"/>
              <a:gd name="connsiteX154" fmla="*/ 4203199 w 12193149"/>
              <a:gd name="connsiteY154" fmla="*/ 2157269 h 2344739"/>
              <a:gd name="connsiteX155" fmla="*/ 4202893 w 12193149"/>
              <a:gd name="connsiteY155" fmla="*/ 2156010 h 2344739"/>
              <a:gd name="connsiteX156" fmla="*/ 4192396 w 12193149"/>
              <a:gd name="connsiteY156" fmla="*/ 2150376 h 2344739"/>
              <a:gd name="connsiteX157" fmla="*/ 4143893 w 12193149"/>
              <a:gd name="connsiteY157" fmla="*/ 2134511 h 2344739"/>
              <a:gd name="connsiteX158" fmla="*/ 4084245 w 12193149"/>
              <a:gd name="connsiteY158" fmla="*/ 2107978 h 2344739"/>
              <a:gd name="connsiteX159" fmla="*/ 4075694 w 12193149"/>
              <a:gd name="connsiteY159" fmla="*/ 2107143 h 2344739"/>
              <a:gd name="connsiteX160" fmla="*/ 4075575 w 12193149"/>
              <a:gd name="connsiteY160" fmla="*/ 2106844 h 2344739"/>
              <a:gd name="connsiteX161" fmla="*/ 4066658 w 12193149"/>
              <a:gd name="connsiteY161" fmla="*/ 2105400 h 2344739"/>
              <a:gd name="connsiteX162" fmla="*/ 4060102 w 12193149"/>
              <a:gd name="connsiteY162" fmla="*/ 2105618 h 2344739"/>
              <a:gd name="connsiteX163" fmla="*/ 4043512 w 12193149"/>
              <a:gd name="connsiteY163" fmla="*/ 2103997 h 2344739"/>
              <a:gd name="connsiteX164" fmla="*/ 4038145 w 12193149"/>
              <a:gd name="connsiteY164" fmla="*/ 2101563 h 2344739"/>
              <a:gd name="connsiteX165" fmla="*/ 4036511 w 12193149"/>
              <a:gd name="connsiteY165" fmla="*/ 2097896 h 2344739"/>
              <a:gd name="connsiteX166" fmla="*/ 4034926 w 12193149"/>
              <a:gd name="connsiteY166" fmla="*/ 2098131 h 2344739"/>
              <a:gd name="connsiteX167" fmla="*/ 4005686 w 12193149"/>
              <a:gd name="connsiteY167" fmla="*/ 2085563 h 2344739"/>
              <a:gd name="connsiteX168" fmla="*/ 3937994 w 12193149"/>
              <a:gd name="connsiteY168" fmla="*/ 2068106 h 2344739"/>
              <a:gd name="connsiteX169" fmla="*/ 3898423 w 12193149"/>
              <a:gd name="connsiteY169" fmla="*/ 2062451 h 2344739"/>
              <a:gd name="connsiteX170" fmla="*/ 3790908 w 12193149"/>
              <a:gd name="connsiteY170" fmla="*/ 2042213 h 2344739"/>
              <a:gd name="connsiteX171" fmla="*/ 3683661 w 12193149"/>
              <a:gd name="connsiteY171" fmla="*/ 2018290 h 2344739"/>
              <a:gd name="connsiteX172" fmla="*/ 3611183 w 12193149"/>
              <a:gd name="connsiteY172" fmla="*/ 1986019 h 2344739"/>
              <a:gd name="connsiteX173" fmla="*/ 3605003 w 12193149"/>
              <a:gd name="connsiteY173" fmla="*/ 1987381 h 2344739"/>
              <a:gd name="connsiteX174" fmla="*/ 3595884 w 12193149"/>
              <a:gd name="connsiteY174" fmla="*/ 1987545 h 2344739"/>
              <a:gd name="connsiteX175" fmla="*/ 3595649 w 12193149"/>
              <a:gd name="connsiteY175" fmla="*/ 1987276 h 2344739"/>
              <a:gd name="connsiteX176" fmla="*/ 3587126 w 12193149"/>
              <a:gd name="connsiteY176" fmla="*/ 1987966 h 2344739"/>
              <a:gd name="connsiteX177" fmla="*/ 3537283 w 12193149"/>
              <a:gd name="connsiteY177" fmla="*/ 1978267 h 2344739"/>
              <a:gd name="connsiteX178" fmla="*/ 3474371 w 12193149"/>
              <a:gd name="connsiteY178" fmla="*/ 1974606 h 2344739"/>
              <a:gd name="connsiteX179" fmla="*/ 3401876 w 12193149"/>
              <a:gd name="connsiteY179" fmla="*/ 1962558 h 2344739"/>
              <a:gd name="connsiteX180" fmla="*/ 3365036 w 12193149"/>
              <a:gd name="connsiteY180" fmla="*/ 1979510 h 2344739"/>
              <a:gd name="connsiteX181" fmla="*/ 3345174 w 12193149"/>
              <a:gd name="connsiteY181" fmla="*/ 1981192 h 2344739"/>
              <a:gd name="connsiteX182" fmla="*/ 3342846 w 12193149"/>
              <a:gd name="connsiteY182" fmla="*/ 1980217 h 2344739"/>
              <a:gd name="connsiteX183" fmla="*/ 3263504 w 12193149"/>
              <a:gd name="connsiteY183" fmla="*/ 1986094 h 2344739"/>
              <a:gd name="connsiteX184" fmla="*/ 3143704 w 12193149"/>
              <a:gd name="connsiteY184" fmla="*/ 1993869 h 2344739"/>
              <a:gd name="connsiteX185" fmla="*/ 3031439 w 12193149"/>
              <a:gd name="connsiteY185" fmla="*/ 1996512 h 2344739"/>
              <a:gd name="connsiteX186" fmla="*/ 2782717 w 12193149"/>
              <a:gd name="connsiteY186" fmla="*/ 2018333 h 2344739"/>
              <a:gd name="connsiteX187" fmla="*/ 2647675 w 12193149"/>
              <a:gd name="connsiteY187" fmla="*/ 2028869 h 2344739"/>
              <a:gd name="connsiteX188" fmla="*/ 2569176 w 12193149"/>
              <a:gd name="connsiteY188" fmla="*/ 2002628 h 2344739"/>
              <a:gd name="connsiteX189" fmla="*/ 2444403 w 12193149"/>
              <a:gd name="connsiteY189" fmla="*/ 2016529 h 2344739"/>
              <a:gd name="connsiteX190" fmla="*/ 2316260 w 12193149"/>
              <a:gd name="connsiteY190" fmla="*/ 2024996 h 2344739"/>
              <a:gd name="connsiteX191" fmla="*/ 2209726 w 12193149"/>
              <a:gd name="connsiteY191" fmla="*/ 2019763 h 2344739"/>
              <a:gd name="connsiteX192" fmla="*/ 2095813 w 12193149"/>
              <a:gd name="connsiteY192" fmla="*/ 2003052 h 2344739"/>
              <a:gd name="connsiteX193" fmla="*/ 1998504 w 12193149"/>
              <a:gd name="connsiteY193" fmla="*/ 1995032 h 2344739"/>
              <a:gd name="connsiteX194" fmla="*/ 1929320 w 12193149"/>
              <a:gd name="connsiteY194" fmla="*/ 2016977 h 2344739"/>
              <a:gd name="connsiteX195" fmla="*/ 1922798 w 12193149"/>
              <a:gd name="connsiteY195" fmla="*/ 2012146 h 2344739"/>
              <a:gd name="connsiteX196" fmla="*/ 1874228 w 12193149"/>
              <a:gd name="connsiteY196" fmla="*/ 2013741 h 2344739"/>
              <a:gd name="connsiteX197" fmla="*/ 1787803 w 12193149"/>
              <a:gd name="connsiteY197" fmla="*/ 2041363 h 2344739"/>
              <a:gd name="connsiteX198" fmla="*/ 1739352 w 12193149"/>
              <a:gd name="connsiteY198" fmla="*/ 2036312 h 2344739"/>
              <a:gd name="connsiteX199" fmla="*/ 1676219 w 12193149"/>
              <a:gd name="connsiteY199" fmla="*/ 2019963 h 2344739"/>
              <a:gd name="connsiteX200" fmla="*/ 1609817 w 12193149"/>
              <a:gd name="connsiteY200" fmla="*/ 2013066 h 2344739"/>
              <a:gd name="connsiteX201" fmla="*/ 1497258 w 12193149"/>
              <a:gd name="connsiteY201" fmla="*/ 1987476 h 2344739"/>
              <a:gd name="connsiteX202" fmla="*/ 1151127 w 12193149"/>
              <a:gd name="connsiteY202" fmla="*/ 1938041 h 2344739"/>
              <a:gd name="connsiteX203" fmla="*/ 859417 w 12193149"/>
              <a:gd name="connsiteY203" fmla="*/ 1928608 h 2344739"/>
              <a:gd name="connsiteX204" fmla="*/ 838688 w 12193149"/>
              <a:gd name="connsiteY204" fmla="*/ 1929821 h 2344739"/>
              <a:gd name="connsiteX205" fmla="*/ 817957 w 12193149"/>
              <a:gd name="connsiteY205" fmla="*/ 1927857 h 2344739"/>
              <a:gd name="connsiteX206" fmla="*/ 812654 w 12193149"/>
              <a:gd name="connsiteY206" fmla="*/ 1930751 h 2344739"/>
              <a:gd name="connsiteX207" fmla="*/ 721195 w 12193149"/>
              <a:gd name="connsiteY207" fmla="*/ 1929661 h 2344739"/>
              <a:gd name="connsiteX208" fmla="*/ 720890 w 12193149"/>
              <a:gd name="connsiteY208" fmla="*/ 1928399 h 2344739"/>
              <a:gd name="connsiteX209" fmla="*/ 710023 w 12193149"/>
              <a:gd name="connsiteY209" fmla="*/ 1922722 h 2344739"/>
              <a:gd name="connsiteX210" fmla="*/ 597940 w 12193149"/>
              <a:gd name="connsiteY210" fmla="*/ 1879864 h 2344739"/>
              <a:gd name="connsiteX211" fmla="*/ 579683 w 12193149"/>
              <a:gd name="connsiteY211" fmla="*/ 1877212 h 2344739"/>
              <a:gd name="connsiteX212" fmla="*/ 572865 w 12193149"/>
              <a:gd name="connsiteY212" fmla="*/ 1877401 h 2344739"/>
              <a:gd name="connsiteX213" fmla="*/ 446247 w 12193149"/>
              <a:gd name="connsiteY213" fmla="*/ 1839371 h 2344739"/>
              <a:gd name="connsiteX214" fmla="*/ 405163 w 12193149"/>
              <a:gd name="connsiteY214" fmla="*/ 1833548 h 2344739"/>
              <a:gd name="connsiteX215" fmla="*/ 293583 w 12193149"/>
              <a:gd name="connsiteY215" fmla="*/ 1812852 h 2344739"/>
              <a:gd name="connsiteX216" fmla="*/ 119529 w 12193149"/>
              <a:gd name="connsiteY216" fmla="*/ 1761047 h 2344739"/>
              <a:gd name="connsiteX217" fmla="*/ 16674 w 12193149"/>
              <a:gd name="connsiteY217" fmla="*/ 1758191 h 2344739"/>
              <a:gd name="connsiteX218" fmla="*/ 1150 w 12193149"/>
              <a:gd name="connsiteY218" fmla="*/ 1752722 h 2344739"/>
              <a:gd name="connsiteX219" fmla="*/ 1148 w 12193149"/>
              <a:gd name="connsiteY219" fmla="*/ 222213 h 2344739"/>
              <a:gd name="connsiteX220" fmla="*/ 1148 w 12193149"/>
              <a:gd name="connsiteY220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083317 w 12193149"/>
              <a:gd name="connsiteY58" fmla="*/ 1743296 h 2344739"/>
              <a:gd name="connsiteX59" fmla="*/ 10040388 w 12193149"/>
              <a:gd name="connsiteY59" fmla="*/ 1741632 h 2344739"/>
              <a:gd name="connsiteX60" fmla="*/ 9961167 w 12193149"/>
              <a:gd name="connsiteY60" fmla="*/ 1757147 h 2344739"/>
              <a:gd name="connsiteX61" fmla="*/ 9848940 w 12193149"/>
              <a:gd name="connsiteY61" fmla="*/ 1763915 h 2344739"/>
              <a:gd name="connsiteX62" fmla="*/ 9729457 w 12193149"/>
              <a:gd name="connsiteY62" fmla="*/ 1784122 h 2344739"/>
              <a:gd name="connsiteX63" fmla="*/ 9613704 w 12193149"/>
              <a:gd name="connsiteY63" fmla="*/ 1812371 h 2344739"/>
              <a:gd name="connsiteX64" fmla="*/ 9338590 w 12193149"/>
              <a:gd name="connsiteY64" fmla="*/ 1869293 h 2344739"/>
              <a:gd name="connsiteX65" fmla="*/ 9232518 w 12193149"/>
              <a:gd name="connsiteY65" fmla="*/ 1893149 h 2344739"/>
              <a:gd name="connsiteX66" fmla="*/ 9156690 w 12193149"/>
              <a:gd name="connsiteY66" fmla="*/ 1903228 h 2344739"/>
              <a:gd name="connsiteX67" fmla="*/ 9054601 w 12193149"/>
              <a:gd name="connsiteY67" fmla="*/ 1910755 h 2344739"/>
              <a:gd name="connsiteX68" fmla="*/ 9006634 w 12193149"/>
              <a:gd name="connsiteY68" fmla="*/ 1914040 h 2344739"/>
              <a:gd name="connsiteX69" fmla="*/ 9006349 w 12193149"/>
              <a:gd name="connsiteY69" fmla="*/ 1913800 h 2344739"/>
              <a:gd name="connsiteX70" fmla="*/ 8997380 w 12193149"/>
              <a:gd name="connsiteY70" fmla="*/ 1915011 h 2344739"/>
              <a:gd name="connsiteX71" fmla="*/ 8991542 w 12193149"/>
              <a:gd name="connsiteY71" fmla="*/ 1917072 h 2344739"/>
              <a:gd name="connsiteX72" fmla="*/ 8975485 w 12193149"/>
              <a:gd name="connsiteY72" fmla="*/ 1920298 h 2344739"/>
              <a:gd name="connsiteX73" fmla="*/ 8969159 w 12193149"/>
              <a:gd name="connsiteY73" fmla="*/ 1919598 h 2344739"/>
              <a:gd name="connsiteX74" fmla="*/ 8964196 w 12193149"/>
              <a:gd name="connsiteY74" fmla="*/ 1917373 h 2344739"/>
              <a:gd name="connsiteX75" fmla="*/ 8930136 w 12193149"/>
              <a:gd name="connsiteY75" fmla="*/ 1914185 h 2344739"/>
              <a:gd name="connsiteX76" fmla="*/ 8753592 w 12193149"/>
              <a:gd name="connsiteY76" fmla="*/ 1933417 h 2344739"/>
              <a:gd name="connsiteX77" fmla="*/ 8708995 w 12193149"/>
              <a:gd name="connsiteY77" fmla="*/ 1935518 h 2344739"/>
              <a:gd name="connsiteX78" fmla="*/ 8597219 w 12193149"/>
              <a:gd name="connsiteY78" fmla="*/ 1944090 h 2344739"/>
              <a:gd name="connsiteX79" fmla="*/ 8526378 w 12193149"/>
              <a:gd name="connsiteY79" fmla="*/ 1929248 h 2344739"/>
              <a:gd name="connsiteX80" fmla="*/ 8512131 w 12193149"/>
              <a:gd name="connsiteY80" fmla="*/ 1935163 h 2344739"/>
              <a:gd name="connsiteX81" fmla="*/ 8507315 w 12193149"/>
              <a:gd name="connsiteY81" fmla="*/ 1938164 h 2344739"/>
              <a:gd name="connsiteX82" fmla="*/ 8499116 w 12193149"/>
              <a:gd name="connsiteY82" fmla="*/ 1940902 h 2344739"/>
              <a:gd name="connsiteX83" fmla="*/ 8498742 w 12193149"/>
              <a:gd name="connsiteY83" fmla="*/ 1940723 h 2344739"/>
              <a:gd name="connsiteX84" fmla="*/ 8491397 w 12193149"/>
              <a:gd name="connsiteY84" fmla="*/ 1943773 h 2344739"/>
              <a:gd name="connsiteX85" fmla="*/ 8368330 w 12193149"/>
              <a:gd name="connsiteY85" fmla="*/ 1957815 h 2344739"/>
              <a:gd name="connsiteX86" fmla="*/ 8354947 w 12193149"/>
              <a:gd name="connsiteY86" fmla="*/ 1958009 h 2344739"/>
              <a:gd name="connsiteX87" fmla="*/ 8321252 w 12193149"/>
              <a:gd name="connsiteY87" fmla="*/ 1974587 h 2344739"/>
              <a:gd name="connsiteX88" fmla="*/ 8315581 w 12193149"/>
              <a:gd name="connsiteY88" fmla="*/ 1974913 h 2344739"/>
              <a:gd name="connsiteX89" fmla="*/ 8296322 w 12193149"/>
              <a:gd name="connsiteY89" fmla="*/ 1988808 h 2344739"/>
              <a:gd name="connsiteX90" fmla="*/ 8285424 w 12193149"/>
              <a:gd name="connsiteY90" fmla="*/ 1994631 h 2344739"/>
              <a:gd name="connsiteX91" fmla="*/ 8284298 w 12193149"/>
              <a:gd name="connsiteY91" fmla="*/ 1999074 h 2344739"/>
              <a:gd name="connsiteX92" fmla="*/ 8267224 w 12193149"/>
              <a:gd name="connsiteY92" fmla="*/ 2006249 h 2344739"/>
              <a:gd name="connsiteX93" fmla="*/ 8264525 w 12193149"/>
              <a:gd name="connsiteY93" fmla="*/ 2006019 h 2344739"/>
              <a:gd name="connsiteX94" fmla="*/ 8253181 w 12193149"/>
              <a:gd name="connsiteY94" fmla="*/ 2015862 h 2344739"/>
              <a:gd name="connsiteX95" fmla="*/ 8246982 w 12193149"/>
              <a:gd name="connsiteY95" fmla="*/ 2028854 h 2344739"/>
              <a:gd name="connsiteX96" fmla="*/ 8091420 w 12193149"/>
              <a:gd name="connsiteY96" fmla="*/ 2075015 h 2344739"/>
              <a:gd name="connsiteX97" fmla="*/ 7906555 w 12193149"/>
              <a:gd name="connsiteY97" fmla="*/ 2116988 h 2344739"/>
              <a:gd name="connsiteX98" fmla="*/ 7719893 w 12193149"/>
              <a:gd name="connsiteY98" fmla="*/ 2142703 h 2344739"/>
              <a:gd name="connsiteX99" fmla="*/ 7615495 w 12193149"/>
              <a:gd name="connsiteY99" fmla="*/ 2139232 h 2344739"/>
              <a:gd name="connsiteX100" fmla="*/ 7528691 w 12193149"/>
              <a:gd name="connsiteY100" fmla="*/ 2145060 h 2344739"/>
              <a:gd name="connsiteX101" fmla="*/ 7520719 w 12193149"/>
              <a:gd name="connsiteY101" fmla="*/ 2147613 h 2344739"/>
              <a:gd name="connsiteX102" fmla="*/ 7508559 w 12193149"/>
              <a:gd name="connsiteY102" fmla="*/ 2148948 h 2344739"/>
              <a:gd name="connsiteX103" fmla="*/ 7508188 w 12193149"/>
              <a:gd name="connsiteY103" fmla="*/ 2148621 h 2344739"/>
              <a:gd name="connsiteX104" fmla="*/ 7496943 w 12193149"/>
              <a:gd name="connsiteY104" fmla="*/ 2150573 h 2344739"/>
              <a:gd name="connsiteX105" fmla="*/ 7406539 w 12193149"/>
              <a:gd name="connsiteY105" fmla="*/ 2142468 h 2344739"/>
              <a:gd name="connsiteX106" fmla="*/ 7219707 w 12193149"/>
              <a:gd name="connsiteY106" fmla="*/ 2156680 h 2344739"/>
              <a:gd name="connsiteX107" fmla="*/ 7202249 w 12193149"/>
              <a:gd name="connsiteY107" fmla="*/ 2161230 h 2344739"/>
              <a:gd name="connsiteX108" fmla="*/ 7198152 w 12193149"/>
              <a:gd name="connsiteY108" fmla="*/ 2166588 h 2344739"/>
              <a:gd name="connsiteX109" fmla="*/ 7171956 w 12193149"/>
              <a:gd name="connsiteY109" fmla="*/ 2171236 h 2344739"/>
              <a:gd name="connsiteX110" fmla="*/ 7098136 w 12193149"/>
              <a:gd name="connsiteY110" fmla="*/ 2183464 h 2344739"/>
              <a:gd name="connsiteX111" fmla="*/ 7019644 w 12193149"/>
              <a:gd name="connsiteY111" fmla="*/ 2183090 h 2344739"/>
              <a:gd name="connsiteX112" fmla="*/ 6905294 w 12193149"/>
              <a:gd name="connsiteY112" fmla="*/ 2212596 h 2344739"/>
              <a:gd name="connsiteX113" fmla="*/ 6709370 w 12193149"/>
              <a:gd name="connsiteY113" fmla="*/ 2240551 h 2344739"/>
              <a:gd name="connsiteX114" fmla="*/ 6550602 w 12193149"/>
              <a:gd name="connsiteY114" fmla="*/ 2269327 h 2344739"/>
              <a:gd name="connsiteX115" fmla="*/ 6318708 w 12193149"/>
              <a:gd name="connsiteY115" fmla="*/ 2316127 h 2344739"/>
              <a:gd name="connsiteX116" fmla="*/ 6169822 w 12193149"/>
              <a:gd name="connsiteY116" fmla="*/ 2318214 h 2344739"/>
              <a:gd name="connsiteX117" fmla="*/ 6074996 w 12193149"/>
              <a:gd name="connsiteY117" fmla="*/ 2338676 h 2344739"/>
              <a:gd name="connsiteX118" fmla="*/ 6069677 w 12193149"/>
              <a:gd name="connsiteY118" fmla="*/ 2337139 h 2344739"/>
              <a:gd name="connsiteX119" fmla="*/ 6049786 w 12193149"/>
              <a:gd name="connsiteY119" fmla="*/ 2337822 h 2344739"/>
              <a:gd name="connsiteX120" fmla="*/ 6042433 w 12193149"/>
              <a:gd name="connsiteY120" fmla="*/ 2329473 h 2344739"/>
              <a:gd name="connsiteX121" fmla="*/ 6011238 w 12193149"/>
              <a:gd name="connsiteY121" fmla="*/ 2324380 h 2344739"/>
              <a:gd name="connsiteX122" fmla="*/ 5958523 w 12193149"/>
              <a:gd name="connsiteY122" fmla="*/ 2328024 h 2344739"/>
              <a:gd name="connsiteX123" fmla="*/ 5760067 w 12193149"/>
              <a:gd name="connsiteY123" fmla="*/ 2343716 h 2344739"/>
              <a:gd name="connsiteX124" fmla="*/ 5628108 w 12193149"/>
              <a:gd name="connsiteY124" fmla="*/ 2344739 h 2344739"/>
              <a:gd name="connsiteX125" fmla="*/ 5472054 w 12193149"/>
              <a:gd name="connsiteY125" fmla="*/ 2330719 h 2344739"/>
              <a:gd name="connsiteX126" fmla="*/ 5433909 w 12193149"/>
              <a:gd name="connsiteY126" fmla="*/ 2319466 h 2344739"/>
              <a:gd name="connsiteX127" fmla="*/ 5382817 w 12193149"/>
              <a:gd name="connsiteY127" fmla="*/ 2301764 h 2344739"/>
              <a:gd name="connsiteX128" fmla="*/ 5262912 w 12193149"/>
              <a:gd name="connsiteY128" fmla="*/ 2281347 h 2344739"/>
              <a:gd name="connsiteX129" fmla="*/ 5224109 w 12193149"/>
              <a:gd name="connsiteY129" fmla="*/ 2270223 h 2344739"/>
              <a:gd name="connsiteX130" fmla="*/ 5175808 w 12193149"/>
              <a:gd name="connsiteY130" fmla="*/ 2267233 h 2344739"/>
              <a:gd name="connsiteX131" fmla="*/ 5157702 w 12193149"/>
              <a:gd name="connsiteY131" fmla="*/ 2260010 h 2344739"/>
              <a:gd name="connsiteX132" fmla="*/ 5143747 w 12193149"/>
              <a:gd name="connsiteY132" fmla="*/ 2256610 h 2344739"/>
              <a:gd name="connsiteX133" fmla="*/ 5140744 w 12193149"/>
              <a:gd name="connsiteY133" fmla="*/ 2254509 h 2344739"/>
              <a:gd name="connsiteX134" fmla="*/ 5122807 w 12193149"/>
              <a:gd name="connsiteY134" fmla="*/ 2243656 h 2344739"/>
              <a:gd name="connsiteX135" fmla="*/ 5066938 w 12193149"/>
              <a:gd name="connsiteY135" fmla="*/ 2250227 h 2344739"/>
              <a:gd name="connsiteX136" fmla="*/ 5012662 w 12193149"/>
              <a:gd name="connsiteY136" fmla="*/ 2233846 h 2344739"/>
              <a:gd name="connsiteX137" fmla="*/ 4841589 w 12193149"/>
              <a:gd name="connsiteY137" fmla="*/ 2209829 h 2344739"/>
              <a:gd name="connsiteX138" fmla="*/ 4763595 w 12193149"/>
              <a:gd name="connsiteY138" fmla="*/ 2182061 h 2344739"/>
              <a:gd name="connsiteX139" fmla="*/ 4724334 w 12193149"/>
              <a:gd name="connsiteY139" fmla="*/ 2173047 h 2344739"/>
              <a:gd name="connsiteX140" fmla="*/ 4722324 w 12193149"/>
              <a:gd name="connsiteY140" fmla="*/ 2172298 h 2344739"/>
              <a:gd name="connsiteX141" fmla="*/ 4723259 w 12193149"/>
              <a:gd name="connsiteY141" fmla="*/ 2172087 h 2344739"/>
              <a:gd name="connsiteX142" fmla="*/ 4718350 w 12193149"/>
              <a:gd name="connsiteY142" fmla="*/ 2170817 h 2344739"/>
              <a:gd name="connsiteX143" fmla="*/ 4722324 w 12193149"/>
              <a:gd name="connsiteY143" fmla="*/ 2172298 h 2344739"/>
              <a:gd name="connsiteX144" fmla="*/ 4716674 w 12193149"/>
              <a:gd name="connsiteY144" fmla="*/ 2173573 h 2344739"/>
              <a:gd name="connsiteX145" fmla="*/ 4516962 w 12193149"/>
              <a:gd name="connsiteY145" fmla="*/ 2163671 h 2344739"/>
              <a:gd name="connsiteX146" fmla="*/ 4429691 w 12193149"/>
              <a:gd name="connsiteY146" fmla="*/ 2153020 h 2344739"/>
              <a:gd name="connsiteX147" fmla="*/ 4364023 w 12193149"/>
              <a:gd name="connsiteY147" fmla="*/ 2151674 h 2344739"/>
              <a:gd name="connsiteX148" fmla="*/ 4318114 w 12193149"/>
              <a:gd name="connsiteY148" fmla="*/ 2158289 h 2344739"/>
              <a:gd name="connsiteX149" fmla="*/ 4316258 w 12193149"/>
              <a:gd name="connsiteY149" fmla="*/ 2156948 h 2344739"/>
              <a:gd name="connsiteX150" fmla="*/ 4296292 w 12193149"/>
              <a:gd name="connsiteY150" fmla="*/ 2155069 h 2344739"/>
              <a:gd name="connsiteX151" fmla="*/ 4291212 w 12193149"/>
              <a:gd name="connsiteY151" fmla="*/ 2157986 h 2344739"/>
              <a:gd name="connsiteX152" fmla="*/ 4277290 w 12193149"/>
              <a:gd name="connsiteY152" fmla="*/ 2157740 h 2344739"/>
              <a:gd name="connsiteX153" fmla="*/ 4249265 w 12193149"/>
              <a:gd name="connsiteY153" fmla="*/ 2160064 h 2344739"/>
              <a:gd name="connsiteX154" fmla="*/ 4203199 w 12193149"/>
              <a:gd name="connsiteY154" fmla="*/ 2157269 h 2344739"/>
              <a:gd name="connsiteX155" fmla="*/ 4202893 w 12193149"/>
              <a:gd name="connsiteY155" fmla="*/ 2156010 h 2344739"/>
              <a:gd name="connsiteX156" fmla="*/ 4192396 w 12193149"/>
              <a:gd name="connsiteY156" fmla="*/ 2150376 h 2344739"/>
              <a:gd name="connsiteX157" fmla="*/ 4143893 w 12193149"/>
              <a:gd name="connsiteY157" fmla="*/ 2134511 h 2344739"/>
              <a:gd name="connsiteX158" fmla="*/ 4084245 w 12193149"/>
              <a:gd name="connsiteY158" fmla="*/ 2107978 h 2344739"/>
              <a:gd name="connsiteX159" fmla="*/ 4075694 w 12193149"/>
              <a:gd name="connsiteY159" fmla="*/ 2107143 h 2344739"/>
              <a:gd name="connsiteX160" fmla="*/ 4075575 w 12193149"/>
              <a:gd name="connsiteY160" fmla="*/ 2106844 h 2344739"/>
              <a:gd name="connsiteX161" fmla="*/ 4066658 w 12193149"/>
              <a:gd name="connsiteY161" fmla="*/ 2105400 h 2344739"/>
              <a:gd name="connsiteX162" fmla="*/ 4060102 w 12193149"/>
              <a:gd name="connsiteY162" fmla="*/ 2105618 h 2344739"/>
              <a:gd name="connsiteX163" fmla="*/ 4043512 w 12193149"/>
              <a:gd name="connsiteY163" fmla="*/ 2103997 h 2344739"/>
              <a:gd name="connsiteX164" fmla="*/ 4038145 w 12193149"/>
              <a:gd name="connsiteY164" fmla="*/ 2101563 h 2344739"/>
              <a:gd name="connsiteX165" fmla="*/ 4036511 w 12193149"/>
              <a:gd name="connsiteY165" fmla="*/ 2097896 h 2344739"/>
              <a:gd name="connsiteX166" fmla="*/ 4034926 w 12193149"/>
              <a:gd name="connsiteY166" fmla="*/ 2098131 h 2344739"/>
              <a:gd name="connsiteX167" fmla="*/ 4005686 w 12193149"/>
              <a:gd name="connsiteY167" fmla="*/ 2085563 h 2344739"/>
              <a:gd name="connsiteX168" fmla="*/ 3937994 w 12193149"/>
              <a:gd name="connsiteY168" fmla="*/ 2068106 h 2344739"/>
              <a:gd name="connsiteX169" fmla="*/ 3898423 w 12193149"/>
              <a:gd name="connsiteY169" fmla="*/ 2062451 h 2344739"/>
              <a:gd name="connsiteX170" fmla="*/ 3790908 w 12193149"/>
              <a:gd name="connsiteY170" fmla="*/ 2042213 h 2344739"/>
              <a:gd name="connsiteX171" fmla="*/ 3683661 w 12193149"/>
              <a:gd name="connsiteY171" fmla="*/ 2018290 h 2344739"/>
              <a:gd name="connsiteX172" fmla="*/ 3611183 w 12193149"/>
              <a:gd name="connsiteY172" fmla="*/ 1986019 h 2344739"/>
              <a:gd name="connsiteX173" fmla="*/ 3605003 w 12193149"/>
              <a:gd name="connsiteY173" fmla="*/ 1987381 h 2344739"/>
              <a:gd name="connsiteX174" fmla="*/ 3595884 w 12193149"/>
              <a:gd name="connsiteY174" fmla="*/ 1987545 h 2344739"/>
              <a:gd name="connsiteX175" fmla="*/ 3595649 w 12193149"/>
              <a:gd name="connsiteY175" fmla="*/ 1987276 h 2344739"/>
              <a:gd name="connsiteX176" fmla="*/ 3587126 w 12193149"/>
              <a:gd name="connsiteY176" fmla="*/ 1987966 h 2344739"/>
              <a:gd name="connsiteX177" fmla="*/ 3537283 w 12193149"/>
              <a:gd name="connsiteY177" fmla="*/ 1978267 h 2344739"/>
              <a:gd name="connsiteX178" fmla="*/ 3474371 w 12193149"/>
              <a:gd name="connsiteY178" fmla="*/ 1974606 h 2344739"/>
              <a:gd name="connsiteX179" fmla="*/ 3401876 w 12193149"/>
              <a:gd name="connsiteY179" fmla="*/ 1962558 h 2344739"/>
              <a:gd name="connsiteX180" fmla="*/ 3365036 w 12193149"/>
              <a:gd name="connsiteY180" fmla="*/ 1979510 h 2344739"/>
              <a:gd name="connsiteX181" fmla="*/ 3345174 w 12193149"/>
              <a:gd name="connsiteY181" fmla="*/ 1981192 h 2344739"/>
              <a:gd name="connsiteX182" fmla="*/ 3342846 w 12193149"/>
              <a:gd name="connsiteY182" fmla="*/ 1980217 h 2344739"/>
              <a:gd name="connsiteX183" fmla="*/ 3263504 w 12193149"/>
              <a:gd name="connsiteY183" fmla="*/ 1986094 h 2344739"/>
              <a:gd name="connsiteX184" fmla="*/ 3143704 w 12193149"/>
              <a:gd name="connsiteY184" fmla="*/ 1993869 h 2344739"/>
              <a:gd name="connsiteX185" fmla="*/ 3031439 w 12193149"/>
              <a:gd name="connsiteY185" fmla="*/ 1996512 h 2344739"/>
              <a:gd name="connsiteX186" fmla="*/ 2782717 w 12193149"/>
              <a:gd name="connsiteY186" fmla="*/ 2018333 h 2344739"/>
              <a:gd name="connsiteX187" fmla="*/ 2647675 w 12193149"/>
              <a:gd name="connsiteY187" fmla="*/ 2028869 h 2344739"/>
              <a:gd name="connsiteX188" fmla="*/ 2569176 w 12193149"/>
              <a:gd name="connsiteY188" fmla="*/ 2002628 h 2344739"/>
              <a:gd name="connsiteX189" fmla="*/ 2444403 w 12193149"/>
              <a:gd name="connsiteY189" fmla="*/ 2016529 h 2344739"/>
              <a:gd name="connsiteX190" fmla="*/ 2316260 w 12193149"/>
              <a:gd name="connsiteY190" fmla="*/ 2024996 h 2344739"/>
              <a:gd name="connsiteX191" fmla="*/ 2209726 w 12193149"/>
              <a:gd name="connsiteY191" fmla="*/ 2019763 h 2344739"/>
              <a:gd name="connsiteX192" fmla="*/ 2095813 w 12193149"/>
              <a:gd name="connsiteY192" fmla="*/ 2003052 h 2344739"/>
              <a:gd name="connsiteX193" fmla="*/ 1998504 w 12193149"/>
              <a:gd name="connsiteY193" fmla="*/ 1995032 h 2344739"/>
              <a:gd name="connsiteX194" fmla="*/ 1929320 w 12193149"/>
              <a:gd name="connsiteY194" fmla="*/ 2016977 h 2344739"/>
              <a:gd name="connsiteX195" fmla="*/ 1922798 w 12193149"/>
              <a:gd name="connsiteY195" fmla="*/ 2012146 h 2344739"/>
              <a:gd name="connsiteX196" fmla="*/ 1874228 w 12193149"/>
              <a:gd name="connsiteY196" fmla="*/ 2013741 h 2344739"/>
              <a:gd name="connsiteX197" fmla="*/ 1787803 w 12193149"/>
              <a:gd name="connsiteY197" fmla="*/ 2041363 h 2344739"/>
              <a:gd name="connsiteX198" fmla="*/ 1739352 w 12193149"/>
              <a:gd name="connsiteY198" fmla="*/ 2036312 h 2344739"/>
              <a:gd name="connsiteX199" fmla="*/ 1676219 w 12193149"/>
              <a:gd name="connsiteY199" fmla="*/ 2019963 h 2344739"/>
              <a:gd name="connsiteX200" fmla="*/ 1609817 w 12193149"/>
              <a:gd name="connsiteY200" fmla="*/ 2013066 h 2344739"/>
              <a:gd name="connsiteX201" fmla="*/ 1497258 w 12193149"/>
              <a:gd name="connsiteY201" fmla="*/ 1987476 h 2344739"/>
              <a:gd name="connsiteX202" fmla="*/ 1151127 w 12193149"/>
              <a:gd name="connsiteY202" fmla="*/ 1938041 h 2344739"/>
              <a:gd name="connsiteX203" fmla="*/ 859417 w 12193149"/>
              <a:gd name="connsiteY203" fmla="*/ 1928608 h 2344739"/>
              <a:gd name="connsiteX204" fmla="*/ 838688 w 12193149"/>
              <a:gd name="connsiteY204" fmla="*/ 1929821 h 2344739"/>
              <a:gd name="connsiteX205" fmla="*/ 817957 w 12193149"/>
              <a:gd name="connsiteY205" fmla="*/ 1927857 h 2344739"/>
              <a:gd name="connsiteX206" fmla="*/ 812654 w 12193149"/>
              <a:gd name="connsiteY206" fmla="*/ 1930751 h 2344739"/>
              <a:gd name="connsiteX207" fmla="*/ 721195 w 12193149"/>
              <a:gd name="connsiteY207" fmla="*/ 1929661 h 2344739"/>
              <a:gd name="connsiteX208" fmla="*/ 720890 w 12193149"/>
              <a:gd name="connsiteY208" fmla="*/ 1928399 h 2344739"/>
              <a:gd name="connsiteX209" fmla="*/ 710023 w 12193149"/>
              <a:gd name="connsiteY209" fmla="*/ 1922722 h 2344739"/>
              <a:gd name="connsiteX210" fmla="*/ 597940 w 12193149"/>
              <a:gd name="connsiteY210" fmla="*/ 1879864 h 2344739"/>
              <a:gd name="connsiteX211" fmla="*/ 579683 w 12193149"/>
              <a:gd name="connsiteY211" fmla="*/ 1877212 h 2344739"/>
              <a:gd name="connsiteX212" fmla="*/ 572865 w 12193149"/>
              <a:gd name="connsiteY212" fmla="*/ 1877401 h 2344739"/>
              <a:gd name="connsiteX213" fmla="*/ 446247 w 12193149"/>
              <a:gd name="connsiteY213" fmla="*/ 1839371 h 2344739"/>
              <a:gd name="connsiteX214" fmla="*/ 405163 w 12193149"/>
              <a:gd name="connsiteY214" fmla="*/ 1833548 h 2344739"/>
              <a:gd name="connsiteX215" fmla="*/ 293583 w 12193149"/>
              <a:gd name="connsiteY215" fmla="*/ 1812852 h 2344739"/>
              <a:gd name="connsiteX216" fmla="*/ 119529 w 12193149"/>
              <a:gd name="connsiteY216" fmla="*/ 1761047 h 2344739"/>
              <a:gd name="connsiteX217" fmla="*/ 16674 w 12193149"/>
              <a:gd name="connsiteY217" fmla="*/ 1758191 h 2344739"/>
              <a:gd name="connsiteX218" fmla="*/ 1150 w 12193149"/>
              <a:gd name="connsiteY218" fmla="*/ 1752722 h 2344739"/>
              <a:gd name="connsiteX219" fmla="*/ 1148 w 12193149"/>
              <a:gd name="connsiteY219" fmla="*/ 222213 h 2344739"/>
              <a:gd name="connsiteX220" fmla="*/ 1148 w 12193149"/>
              <a:gd name="connsiteY220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083317 w 12193149"/>
              <a:gd name="connsiteY58" fmla="*/ 1743296 h 2344739"/>
              <a:gd name="connsiteX59" fmla="*/ 10040388 w 12193149"/>
              <a:gd name="connsiteY59" fmla="*/ 1741632 h 2344739"/>
              <a:gd name="connsiteX60" fmla="*/ 9961167 w 12193149"/>
              <a:gd name="connsiteY60" fmla="*/ 1757147 h 2344739"/>
              <a:gd name="connsiteX61" fmla="*/ 9848940 w 12193149"/>
              <a:gd name="connsiteY61" fmla="*/ 1763915 h 2344739"/>
              <a:gd name="connsiteX62" fmla="*/ 9729457 w 12193149"/>
              <a:gd name="connsiteY62" fmla="*/ 1784122 h 2344739"/>
              <a:gd name="connsiteX63" fmla="*/ 9613704 w 12193149"/>
              <a:gd name="connsiteY63" fmla="*/ 1812371 h 2344739"/>
              <a:gd name="connsiteX64" fmla="*/ 9338590 w 12193149"/>
              <a:gd name="connsiteY64" fmla="*/ 1869293 h 2344739"/>
              <a:gd name="connsiteX65" fmla="*/ 9232518 w 12193149"/>
              <a:gd name="connsiteY65" fmla="*/ 1893149 h 2344739"/>
              <a:gd name="connsiteX66" fmla="*/ 9156690 w 12193149"/>
              <a:gd name="connsiteY66" fmla="*/ 1903228 h 2344739"/>
              <a:gd name="connsiteX67" fmla="*/ 9054601 w 12193149"/>
              <a:gd name="connsiteY67" fmla="*/ 1910755 h 2344739"/>
              <a:gd name="connsiteX68" fmla="*/ 9006634 w 12193149"/>
              <a:gd name="connsiteY68" fmla="*/ 1914040 h 2344739"/>
              <a:gd name="connsiteX69" fmla="*/ 9006349 w 12193149"/>
              <a:gd name="connsiteY69" fmla="*/ 1913800 h 2344739"/>
              <a:gd name="connsiteX70" fmla="*/ 8997380 w 12193149"/>
              <a:gd name="connsiteY70" fmla="*/ 1915011 h 2344739"/>
              <a:gd name="connsiteX71" fmla="*/ 8991542 w 12193149"/>
              <a:gd name="connsiteY71" fmla="*/ 1917072 h 2344739"/>
              <a:gd name="connsiteX72" fmla="*/ 8975485 w 12193149"/>
              <a:gd name="connsiteY72" fmla="*/ 1920298 h 2344739"/>
              <a:gd name="connsiteX73" fmla="*/ 8969159 w 12193149"/>
              <a:gd name="connsiteY73" fmla="*/ 1919598 h 2344739"/>
              <a:gd name="connsiteX74" fmla="*/ 8964196 w 12193149"/>
              <a:gd name="connsiteY74" fmla="*/ 1917373 h 2344739"/>
              <a:gd name="connsiteX75" fmla="*/ 8930136 w 12193149"/>
              <a:gd name="connsiteY75" fmla="*/ 1914185 h 2344739"/>
              <a:gd name="connsiteX76" fmla="*/ 8753592 w 12193149"/>
              <a:gd name="connsiteY76" fmla="*/ 1933417 h 2344739"/>
              <a:gd name="connsiteX77" fmla="*/ 8708995 w 12193149"/>
              <a:gd name="connsiteY77" fmla="*/ 1935518 h 2344739"/>
              <a:gd name="connsiteX78" fmla="*/ 8597219 w 12193149"/>
              <a:gd name="connsiteY78" fmla="*/ 1944090 h 2344739"/>
              <a:gd name="connsiteX79" fmla="*/ 8526378 w 12193149"/>
              <a:gd name="connsiteY79" fmla="*/ 1929248 h 2344739"/>
              <a:gd name="connsiteX80" fmla="*/ 8512131 w 12193149"/>
              <a:gd name="connsiteY80" fmla="*/ 1935163 h 2344739"/>
              <a:gd name="connsiteX81" fmla="*/ 8507315 w 12193149"/>
              <a:gd name="connsiteY81" fmla="*/ 1938164 h 2344739"/>
              <a:gd name="connsiteX82" fmla="*/ 8499116 w 12193149"/>
              <a:gd name="connsiteY82" fmla="*/ 1940902 h 2344739"/>
              <a:gd name="connsiteX83" fmla="*/ 8498742 w 12193149"/>
              <a:gd name="connsiteY83" fmla="*/ 1940723 h 2344739"/>
              <a:gd name="connsiteX84" fmla="*/ 8491397 w 12193149"/>
              <a:gd name="connsiteY84" fmla="*/ 1943773 h 2344739"/>
              <a:gd name="connsiteX85" fmla="*/ 8368330 w 12193149"/>
              <a:gd name="connsiteY85" fmla="*/ 1957815 h 2344739"/>
              <a:gd name="connsiteX86" fmla="*/ 8354947 w 12193149"/>
              <a:gd name="connsiteY86" fmla="*/ 1958009 h 2344739"/>
              <a:gd name="connsiteX87" fmla="*/ 8321252 w 12193149"/>
              <a:gd name="connsiteY87" fmla="*/ 1974587 h 2344739"/>
              <a:gd name="connsiteX88" fmla="*/ 8315581 w 12193149"/>
              <a:gd name="connsiteY88" fmla="*/ 1974913 h 2344739"/>
              <a:gd name="connsiteX89" fmla="*/ 8296322 w 12193149"/>
              <a:gd name="connsiteY89" fmla="*/ 1988808 h 2344739"/>
              <a:gd name="connsiteX90" fmla="*/ 8285424 w 12193149"/>
              <a:gd name="connsiteY90" fmla="*/ 1994631 h 2344739"/>
              <a:gd name="connsiteX91" fmla="*/ 8284298 w 12193149"/>
              <a:gd name="connsiteY91" fmla="*/ 1999074 h 2344739"/>
              <a:gd name="connsiteX92" fmla="*/ 8267224 w 12193149"/>
              <a:gd name="connsiteY92" fmla="*/ 2006249 h 2344739"/>
              <a:gd name="connsiteX93" fmla="*/ 8264525 w 12193149"/>
              <a:gd name="connsiteY93" fmla="*/ 2006019 h 2344739"/>
              <a:gd name="connsiteX94" fmla="*/ 8253181 w 12193149"/>
              <a:gd name="connsiteY94" fmla="*/ 2015862 h 2344739"/>
              <a:gd name="connsiteX95" fmla="*/ 8246982 w 12193149"/>
              <a:gd name="connsiteY95" fmla="*/ 2028854 h 2344739"/>
              <a:gd name="connsiteX96" fmla="*/ 8091420 w 12193149"/>
              <a:gd name="connsiteY96" fmla="*/ 2075015 h 2344739"/>
              <a:gd name="connsiteX97" fmla="*/ 7906555 w 12193149"/>
              <a:gd name="connsiteY97" fmla="*/ 2116988 h 2344739"/>
              <a:gd name="connsiteX98" fmla="*/ 7719893 w 12193149"/>
              <a:gd name="connsiteY98" fmla="*/ 2142703 h 2344739"/>
              <a:gd name="connsiteX99" fmla="*/ 7615495 w 12193149"/>
              <a:gd name="connsiteY99" fmla="*/ 2139232 h 2344739"/>
              <a:gd name="connsiteX100" fmla="*/ 7528691 w 12193149"/>
              <a:gd name="connsiteY100" fmla="*/ 2145060 h 2344739"/>
              <a:gd name="connsiteX101" fmla="*/ 7520719 w 12193149"/>
              <a:gd name="connsiteY101" fmla="*/ 2147613 h 2344739"/>
              <a:gd name="connsiteX102" fmla="*/ 7508559 w 12193149"/>
              <a:gd name="connsiteY102" fmla="*/ 2148948 h 2344739"/>
              <a:gd name="connsiteX103" fmla="*/ 7508188 w 12193149"/>
              <a:gd name="connsiteY103" fmla="*/ 2148621 h 2344739"/>
              <a:gd name="connsiteX104" fmla="*/ 7496943 w 12193149"/>
              <a:gd name="connsiteY104" fmla="*/ 2150573 h 2344739"/>
              <a:gd name="connsiteX105" fmla="*/ 7219707 w 12193149"/>
              <a:gd name="connsiteY105" fmla="*/ 2156680 h 2344739"/>
              <a:gd name="connsiteX106" fmla="*/ 7202249 w 12193149"/>
              <a:gd name="connsiteY106" fmla="*/ 2161230 h 2344739"/>
              <a:gd name="connsiteX107" fmla="*/ 7198152 w 12193149"/>
              <a:gd name="connsiteY107" fmla="*/ 2166588 h 2344739"/>
              <a:gd name="connsiteX108" fmla="*/ 7171956 w 12193149"/>
              <a:gd name="connsiteY108" fmla="*/ 2171236 h 2344739"/>
              <a:gd name="connsiteX109" fmla="*/ 7098136 w 12193149"/>
              <a:gd name="connsiteY109" fmla="*/ 2183464 h 2344739"/>
              <a:gd name="connsiteX110" fmla="*/ 7019644 w 12193149"/>
              <a:gd name="connsiteY110" fmla="*/ 2183090 h 2344739"/>
              <a:gd name="connsiteX111" fmla="*/ 6905294 w 12193149"/>
              <a:gd name="connsiteY111" fmla="*/ 2212596 h 2344739"/>
              <a:gd name="connsiteX112" fmla="*/ 6709370 w 12193149"/>
              <a:gd name="connsiteY112" fmla="*/ 2240551 h 2344739"/>
              <a:gd name="connsiteX113" fmla="*/ 6550602 w 12193149"/>
              <a:gd name="connsiteY113" fmla="*/ 2269327 h 2344739"/>
              <a:gd name="connsiteX114" fmla="*/ 6318708 w 12193149"/>
              <a:gd name="connsiteY114" fmla="*/ 2316127 h 2344739"/>
              <a:gd name="connsiteX115" fmla="*/ 6169822 w 12193149"/>
              <a:gd name="connsiteY115" fmla="*/ 2318214 h 2344739"/>
              <a:gd name="connsiteX116" fmla="*/ 6074996 w 12193149"/>
              <a:gd name="connsiteY116" fmla="*/ 2338676 h 2344739"/>
              <a:gd name="connsiteX117" fmla="*/ 6069677 w 12193149"/>
              <a:gd name="connsiteY117" fmla="*/ 2337139 h 2344739"/>
              <a:gd name="connsiteX118" fmla="*/ 6049786 w 12193149"/>
              <a:gd name="connsiteY118" fmla="*/ 2337822 h 2344739"/>
              <a:gd name="connsiteX119" fmla="*/ 6042433 w 12193149"/>
              <a:gd name="connsiteY119" fmla="*/ 2329473 h 2344739"/>
              <a:gd name="connsiteX120" fmla="*/ 6011238 w 12193149"/>
              <a:gd name="connsiteY120" fmla="*/ 2324380 h 2344739"/>
              <a:gd name="connsiteX121" fmla="*/ 5958523 w 12193149"/>
              <a:gd name="connsiteY121" fmla="*/ 2328024 h 2344739"/>
              <a:gd name="connsiteX122" fmla="*/ 5760067 w 12193149"/>
              <a:gd name="connsiteY122" fmla="*/ 2343716 h 2344739"/>
              <a:gd name="connsiteX123" fmla="*/ 5628108 w 12193149"/>
              <a:gd name="connsiteY123" fmla="*/ 2344739 h 2344739"/>
              <a:gd name="connsiteX124" fmla="*/ 5472054 w 12193149"/>
              <a:gd name="connsiteY124" fmla="*/ 2330719 h 2344739"/>
              <a:gd name="connsiteX125" fmla="*/ 5433909 w 12193149"/>
              <a:gd name="connsiteY125" fmla="*/ 2319466 h 2344739"/>
              <a:gd name="connsiteX126" fmla="*/ 5382817 w 12193149"/>
              <a:gd name="connsiteY126" fmla="*/ 2301764 h 2344739"/>
              <a:gd name="connsiteX127" fmla="*/ 5262912 w 12193149"/>
              <a:gd name="connsiteY127" fmla="*/ 2281347 h 2344739"/>
              <a:gd name="connsiteX128" fmla="*/ 5224109 w 12193149"/>
              <a:gd name="connsiteY128" fmla="*/ 2270223 h 2344739"/>
              <a:gd name="connsiteX129" fmla="*/ 5175808 w 12193149"/>
              <a:gd name="connsiteY129" fmla="*/ 2267233 h 2344739"/>
              <a:gd name="connsiteX130" fmla="*/ 5157702 w 12193149"/>
              <a:gd name="connsiteY130" fmla="*/ 2260010 h 2344739"/>
              <a:gd name="connsiteX131" fmla="*/ 5143747 w 12193149"/>
              <a:gd name="connsiteY131" fmla="*/ 2256610 h 2344739"/>
              <a:gd name="connsiteX132" fmla="*/ 5140744 w 12193149"/>
              <a:gd name="connsiteY132" fmla="*/ 2254509 h 2344739"/>
              <a:gd name="connsiteX133" fmla="*/ 5122807 w 12193149"/>
              <a:gd name="connsiteY133" fmla="*/ 2243656 h 2344739"/>
              <a:gd name="connsiteX134" fmla="*/ 5066938 w 12193149"/>
              <a:gd name="connsiteY134" fmla="*/ 2250227 h 2344739"/>
              <a:gd name="connsiteX135" fmla="*/ 5012662 w 12193149"/>
              <a:gd name="connsiteY135" fmla="*/ 2233846 h 2344739"/>
              <a:gd name="connsiteX136" fmla="*/ 4841589 w 12193149"/>
              <a:gd name="connsiteY136" fmla="*/ 2209829 h 2344739"/>
              <a:gd name="connsiteX137" fmla="*/ 4763595 w 12193149"/>
              <a:gd name="connsiteY137" fmla="*/ 2182061 h 2344739"/>
              <a:gd name="connsiteX138" fmla="*/ 4724334 w 12193149"/>
              <a:gd name="connsiteY138" fmla="*/ 2173047 h 2344739"/>
              <a:gd name="connsiteX139" fmla="*/ 4722324 w 12193149"/>
              <a:gd name="connsiteY139" fmla="*/ 2172298 h 2344739"/>
              <a:gd name="connsiteX140" fmla="*/ 4723259 w 12193149"/>
              <a:gd name="connsiteY140" fmla="*/ 2172087 h 2344739"/>
              <a:gd name="connsiteX141" fmla="*/ 4718350 w 12193149"/>
              <a:gd name="connsiteY141" fmla="*/ 2170817 h 2344739"/>
              <a:gd name="connsiteX142" fmla="*/ 4722324 w 12193149"/>
              <a:gd name="connsiteY142" fmla="*/ 2172298 h 2344739"/>
              <a:gd name="connsiteX143" fmla="*/ 4716674 w 12193149"/>
              <a:gd name="connsiteY143" fmla="*/ 2173573 h 2344739"/>
              <a:gd name="connsiteX144" fmla="*/ 4516962 w 12193149"/>
              <a:gd name="connsiteY144" fmla="*/ 2163671 h 2344739"/>
              <a:gd name="connsiteX145" fmla="*/ 4429691 w 12193149"/>
              <a:gd name="connsiteY145" fmla="*/ 2153020 h 2344739"/>
              <a:gd name="connsiteX146" fmla="*/ 4364023 w 12193149"/>
              <a:gd name="connsiteY146" fmla="*/ 2151674 h 2344739"/>
              <a:gd name="connsiteX147" fmla="*/ 4318114 w 12193149"/>
              <a:gd name="connsiteY147" fmla="*/ 2158289 h 2344739"/>
              <a:gd name="connsiteX148" fmla="*/ 4316258 w 12193149"/>
              <a:gd name="connsiteY148" fmla="*/ 2156948 h 2344739"/>
              <a:gd name="connsiteX149" fmla="*/ 4296292 w 12193149"/>
              <a:gd name="connsiteY149" fmla="*/ 2155069 h 2344739"/>
              <a:gd name="connsiteX150" fmla="*/ 4291212 w 12193149"/>
              <a:gd name="connsiteY150" fmla="*/ 2157986 h 2344739"/>
              <a:gd name="connsiteX151" fmla="*/ 4277290 w 12193149"/>
              <a:gd name="connsiteY151" fmla="*/ 2157740 h 2344739"/>
              <a:gd name="connsiteX152" fmla="*/ 4249265 w 12193149"/>
              <a:gd name="connsiteY152" fmla="*/ 2160064 h 2344739"/>
              <a:gd name="connsiteX153" fmla="*/ 4203199 w 12193149"/>
              <a:gd name="connsiteY153" fmla="*/ 2157269 h 2344739"/>
              <a:gd name="connsiteX154" fmla="*/ 4202893 w 12193149"/>
              <a:gd name="connsiteY154" fmla="*/ 2156010 h 2344739"/>
              <a:gd name="connsiteX155" fmla="*/ 4192396 w 12193149"/>
              <a:gd name="connsiteY155" fmla="*/ 2150376 h 2344739"/>
              <a:gd name="connsiteX156" fmla="*/ 4143893 w 12193149"/>
              <a:gd name="connsiteY156" fmla="*/ 2134511 h 2344739"/>
              <a:gd name="connsiteX157" fmla="*/ 4084245 w 12193149"/>
              <a:gd name="connsiteY157" fmla="*/ 2107978 h 2344739"/>
              <a:gd name="connsiteX158" fmla="*/ 4075694 w 12193149"/>
              <a:gd name="connsiteY158" fmla="*/ 2107143 h 2344739"/>
              <a:gd name="connsiteX159" fmla="*/ 4075575 w 12193149"/>
              <a:gd name="connsiteY159" fmla="*/ 2106844 h 2344739"/>
              <a:gd name="connsiteX160" fmla="*/ 4066658 w 12193149"/>
              <a:gd name="connsiteY160" fmla="*/ 2105400 h 2344739"/>
              <a:gd name="connsiteX161" fmla="*/ 4060102 w 12193149"/>
              <a:gd name="connsiteY161" fmla="*/ 2105618 h 2344739"/>
              <a:gd name="connsiteX162" fmla="*/ 4043512 w 12193149"/>
              <a:gd name="connsiteY162" fmla="*/ 2103997 h 2344739"/>
              <a:gd name="connsiteX163" fmla="*/ 4038145 w 12193149"/>
              <a:gd name="connsiteY163" fmla="*/ 2101563 h 2344739"/>
              <a:gd name="connsiteX164" fmla="*/ 4036511 w 12193149"/>
              <a:gd name="connsiteY164" fmla="*/ 2097896 h 2344739"/>
              <a:gd name="connsiteX165" fmla="*/ 4034926 w 12193149"/>
              <a:gd name="connsiteY165" fmla="*/ 2098131 h 2344739"/>
              <a:gd name="connsiteX166" fmla="*/ 4005686 w 12193149"/>
              <a:gd name="connsiteY166" fmla="*/ 2085563 h 2344739"/>
              <a:gd name="connsiteX167" fmla="*/ 3937994 w 12193149"/>
              <a:gd name="connsiteY167" fmla="*/ 2068106 h 2344739"/>
              <a:gd name="connsiteX168" fmla="*/ 3898423 w 12193149"/>
              <a:gd name="connsiteY168" fmla="*/ 2062451 h 2344739"/>
              <a:gd name="connsiteX169" fmla="*/ 3790908 w 12193149"/>
              <a:gd name="connsiteY169" fmla="*/ 2042213 h 2344739"/>
              <a:gd name="connsiteX170" fmla="*/ 3683661 w 12193149"/>
              <a:gd name="connsiteY170" fmla="*/ 2018290 h 2344739"/>
              <a:gd name="connsiteX171" fmla="*/ 3611183 w 12193149"/>
              <a:gd name="connsiteY171" fmla="*/ 1986019 h 2344739"/>
              <a:gd name="connsiteX172" fmla="*/ 3605003 w 12193149"/>
              <a:gd name="connsiteY172" fmla="*/ 1987381 h 2344739"/>
              <a:gd name="connsiteX173" fmla="*/ 3595884 w 12193149"/>
              <a:gd name="connsiteY173" fmla="*/ 1987545 h 2344739"/>
              <a:gd name="connsiteX174" fmla="*/ 3595649 w 12193149"/>
              <a:gd name="connsiteY174" fmla="*/ 1987276 h 2344739"/>
              <a:gd name="connsiteX175" fmla="*/ 3587126 w 12193149"/>
              <a:gd name="connsiteY175" fmla="*/ 1987966 h 2344739"/>
              <a:gd name="connsiteX176" fmla="*/ 3537283 w 12193149"/>
              <a:gd name="connsiteY176" fmla="*/ 1978267 h 2344739"/>
              <a:gd name="connsiteX177" fmla="*/ 3474371 w 12193149"/>
              <a:gd name="connsiteY177" fmla="*/ 1974606 h 2344739"/>
              <a:gd name="connsiteX178" fmla="*/ 3401876 w 12193149"/>
              <a:gd name="connsiteY178" fmla="*/ 1962558 h 2344739"/>
              <a:gd name="connsiteX179" fmla="*/ 3365036 w 12193149"/>
              <a:gd name="connsiteY179" fmla="*/ 1979510 h 2344739"/>
              <a:gd name="connsiteX180" fmla="*/ 3345174 w 12193149"/>
              <a:gd name="connsiteY180" fmla="*/ 1981192 h 2344739"/>
              <a:gd name="connsiteX181" fmla="*/ 3342846 w 12193149"/>
              <a:gd name="connsiteY181" fmla="*/ 1980217 h 2344739"/>
              <a:gd name="connsiteX182" fmla="*/ 3263504 w 12193149"/>
              <a:gd name="connsiteY182" fmla="*/ 1986094 h 2344739"/>
              <a:gd name="connsiteX183" fmla="*/ 3143704 w 12193149"/>
              <a:gd name="connsiteY183" fmla="*/ 1993869 h 2344739"/>
              <a:gd name="connsiteX184" fmla="*/ 3031439 w 12193149"/>
              <a:gd name="connsiteY184" fmla="*/ 1996512 h 2344739"/>
              <a:gd name="connsiteX185" fmla="*/ 2782717 w 12193149"/>
              <a:gd name="connsiteY185" fmla="*/ 2018333 h 2344739"/>
              <a:gd name="connsiteX186" fmla="*/ 2647675 w 12193149"/>
              <a:gd name="connsiteY186" fmla="*/ 2028869 h 2344739"/>
              <a:gd name="connsiteX187" fmla="*/ 2569176 w 12193149"/>
              <a:gd name="connsiteY187" fmla="*/ 2002628 h 2344739"/>
              <a:gd name="connsiteX188" fmla="*/ 2444403 w 12193149"/>
              <a:gd name="connsiteY188" fmla="*/ 2016529 h 2344739"/>
              <a:gd name="connsiteX189" fmla="*/ 2316260 w 12193149"/>
              <a:gd name="connsiteY189" fmla="*/ 2024996 h 2344739"/>
              <a:gd name="connsiteX190" fmla="*/ 2209726 w 12193149"/>
              <a:gd name="connsiteY190" fmla="*/ 2019763 h 2344739"/>
              <a:gd name="connsiteX191" fmla="*/ 2095813 w 12193149"/>
              <a:gd name="connsiteY191" fmla="*/ 2003052 h 2344739"/>
              <a:gd name="connsiteX192" fmla="*/ 1998504 w 12193149"/>
              <a:gd name="connsiteY192" fmla="*/ 1995032 h 2344739"/>
              <a:gd name="connsiteX193" fmla="*/ 1929320 w 12193149"/>
              <a:gd name="connsiteY193" fmla="*/ 2016977 h 2344739"/>
              <a:gd name="connsiteX194" fmla="*/ 1922798 w 12193149"/>
              <a:gd name="connsiteY194" fmla="*/ 2012146 h 2344739"/>
              <a:gd name="connsiteX195" fmla="*/ 1874228 w 12193149"/>
              <a:gd name="connsiteY195" fmla="*/ 2013741 h 2344739"/>
              <a:gd name="connsiteX196" fmla="*/ 1787803 w 12193149"/>
              <a:gd name="connsiteY196" fmla="*/ 2041363 h 2344739"/>
              <a:gd name="connsiteX197" fmla="*/ 1739352 w 12193149"/>
              <a:gd name="connsiteY197" fmla="*/ 2036312 h 2344739"/>
              <a:gd name="connsiteX198" fmla="*/ 1676219 w 12193149"/>
              <a:gd name="connsiteY198" fmla="*/ 2019963 h 2344739"/>
              <a:gd name="connsiteX199" fmla="*/ 1609817 w 12193149"/>
              <a:gd name="connsiteY199" fmla="*/ 2013066 h 2344739"/>
              <a:gd name="connsiteX200" fmla="*/ 1497258 w 12193149"/>
              <a:gd name="connsiteY200" fmla="*/ 1987476 h 2344739"/>
              <a:gd name="connsiteX201" fmla="*/ 1151127 w 12193149"/>
              <a:gd name="connsiteY201" fmla="*/ 1938041 h 2344739"/>
              <a:gd name="connsiteX202" fmla="*/ 859417 w 12193149"/>
              <a:gd name="connsiteY202" fmla="*/ 1928608 h 2344739"/>
              <a:gd name="connsiteX203" fmla="*/ 838688 w 12193149"/>
              <a:gd name="connsiteY203" fmla="*/ 1929821 h 2344739"/>
              <a:gd name="connsiteX204" fmla="*/ 817957 w 12193149"/>
              <a:gd name="connsiteY204" fmla="*/ 1927857 h 2344739"/>
              <a:gd name="connsiteX205" fmla="*/ 812654 w 12193149"/>
              <a:gd name="connsiteY205" fmla="*/ 1930751 h 2344739"/>
              <a:gd name="connsiteX206" fmla="*/ 721195 w 12193149"/>
              <a:gd name="connsiteY206" fmla="*/ 1929661 h 2344739"/>
              <a:gd name="connsiteX207" fmla="*/ 720890 w 12193149"/>
              <a:gd name="connsiteY207" fmla="*/ 1928399 h 2344739"/>
              <a:gd name="connsiteX208" fmla="*/ 710023 w 12193149"/>
              <a:gd name="connsiteY208" fmla="*/ 1922722 h 2344739"/>
              <a:gd name="connsiteX209" fmla="*/ 597940 w 12193149"/>
              <a:gd name="connsiteY209" fmla="*/ 1879864 h 2344739"/>
              <a:gd name="connsiteX210" fmla="*/ 579683 w 12193149"/>
              <a:gd name="connsiteY210" fmla="*/ 1877212 h 2344739"/>
              <a:gd name="connsiteX211" fmla="*/ 572865 w 12193149"/>
              <a:gd name="connsiteY211" fmla="*/ 1877401 h 2344739"/>
              <a:gd name="connsiteX212" fmla="*/ 446247 w 12193149"/>
              <a:gd name="connsiteY212" fmla="*/ 1839371 h 2344739"/>
              <a:gd name="connsiteX213" fmla="*/ 405163 w 12193149"/>
              <a:gd name="connsiteY213" fmla="*/ 1833548 h 2344739"/>
              <a:gd name="connsiteX214" fmla="*/ 293583 w 12193149"/>
              <a:gd name="connsiteY214" fmla="*/ 1812852 h 2344739"/>
              <a:gd name="connsiteX215" fmla="*/ 119529 w 12193149"/>
              <a:gd name="connsiteY215" fmla="*/ 1761047 h 2344739"/>
              <a:gd name="connsiteX216" fmla="*/ 16674 w 12193149"/>
              <a:gd name="connsiteY216" fmla="*/ 1758191 h 2344739"/>
              <a:gd name="connsiteX217" fmla="*/ 1150 w 12193149"/>
              <a:gd name="connsiteY217" fmla="*/ 1752722 h 2344739"/>
              <a:gd name="connsiteX218" fmla="*/ 1148 w 12193149"/>
              <a:gd name="connsiteY218" fmla="*/ 222213 h 2344739"/>
              <a:gd name="connsiteX219" fmla="*/ 1148 w 12193149"/>
              <a:gd name="connsiteY219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590693 w 12193149"/>
              <a:gd name="connsiteY23" fmla="*/ 963777 h 2344739"/>
              <a:gd name="connsiteX24" fmla="*/ 11506817 w 12193149"/>
              <a:gd name="connsiteY24" fmla="*/ 1033623 h 2344739"/>
              <a:gd name="connsiteX25" fmla="*/ 11280332 w 12193149"/>
              <a:gd name="connsiteY25" fmla="*/ 1223571 h 2344739"/>
              <a:gd name="connsiteX26" fmla="*/ 11228309 w 12193149"/>
              <a:gd name="connsiteY26" fmla="*/ 1276236 h 2344739"/>
              <a:gd name="connsiteX27" fmla="*/ 11218087 w 12193149"/>
              <a:gd name="connsiteY27" fmla="*/ 1275961 h 2344739"/>
              <a:gd name="connsiteX28" fmla="*/ 11217184 w 12193149"/>
              <a:gd name="connsiteY28" fmla="*/ 1275018 h 2344739"/>
              <a:gd name="connsiteX29" fmla="*/ 11188885 w 12193149"/>
              <a:gd name="connsiteY29" fmla="*/ 1292383 h 2344739"/>
              <a:gd name="connsiteX30" fmla="*/ 11184501 w 12193149"/>
              <a:gd name="connsiteY30" fmla="*/ 1292525 h 2344739"/>
              <a:gd name="connsiteX31" fmla="*/ 11166854 w 12193149"/>
              <a:gd name="connsiteY31" fmla="*/ 1306612 h 2344739"/>
              <a:gd name="connsiteX32" fmla="*/ 11157311 w 12193149"/>
              <a:gd name="connsiteY32" fmla="*/ 1312414 h 2344739"/>
              <a:gd name="connsiteX33" fmla="*/ 11155496 w 12193149"/>
              <a:gd name="connsiteY33" fmla="*/ 1317097 h 2344739"/>
              <a:gd name="connsiteX34" fmla="*/ 11140961 w 12193149"/>
              <a:gd name="connsiteY34" fmla="*/ 1324115 h 2344739"/>
              <a:gd name="connsiteX35" fmla="*/ 11138961 w 12193149"/>
              <a:gd name="connsiteY35" fmla="*/ 1323772 h 2344739"/>
              <a:gd name="connsiteX36" fmla="*/ 11128208 w 12193149"/>
              <a:gd name="connsiteY36" fmla="*/ 1333832 h 2344739"/>
              <a:gd name="connsiteX37" fmla="*/ 11120691 w 12193149"/>
              <a:gd name="connsiteY37" fmla="*/ 1347424 h 2344739"/>
              <a:gd name="connsiteX38" fmla="*/ 10894683 w 12193149"/>
              <a:gd name="connsiteY38" fmla="*/ 1473399 h 2344739"/>
              <a:gd name="connsiteX39" fmla="*/ 10773300 w 12193149"/>
              <a:gd name="connsiteY39" fmla="*/ 1523191 h 2344739"/>
              <a:gd name="connsiteX40" fmla="*/ 10627668 w 12193149"/>
              <a:gd name="connsiteY40" fmla="*/ 1559229 h 2344739"/>
              <a:gd name="connsiteX41" fmla="*/ 10581895 w 12193149"/>
              <a:gd name="connsiteY41" fmla="*/ 1568689 h 2344739"/>
              <a:gd name="connsiteX42" fmla="*/ 10547790 w 12193149"/>
              <a:gd name="connsiteY42" fmla="*/ 1598423 h 2344739"/>
              <a:gd name="connsiteX43" fmla="*/ 10529643 w 12193149"/>
              <a:gd name="connsiteY43" fmla="*/ 1596907 h 2344739"/>
              <a:gd name="connsiteX44" fmla="*/ 10526446 w 12193149"/>
              <a:gd name="connsiteY44" fmla="*/ 1596411 h 2344739"/>
              <a:gd name="connsiteX45" fmla="*/ 10515129 w 12193149"/>
              <a:gd name="connsiteY45" fmla="*/ 1599537 h 2344739"/>
              <a:gd name="connsiteX46" fmla="*/ 10491735 w 12193149"/>
              <a:gd name="connsiteY46" fmla="*/ 1594156 h 2344739"/>
              <a:gd name="connsiteX47" fmla="*/ 10471418 w 12193149"/>
              <a:gd name="connsiteY47" fmla="*/ 1601693 h 2344739"/>
              <a:gd name="connsiteX48" fmla="*/ 10377042 w 12193149"/>
              <a:gd name="connsiteY48" fmla="*/ 1644598 h 2344739"/>
              <a:gd name="connsiteX49" fmla="*/ 10319338 w 12193149"/>
              <a:gd name="connsiteY49" fmla="*/ 1666221 h 2344739"/>
              <a:gd name="connsiteX50" fmla="*/ 10295467 w 12193149"/>
              <a:gd name="connsiteY50" fmla="*/ 1668079 h 2344739"/>
              <a:gd name="connsiteX51" fmla="*/ 10263443 w 12193149"/>
              <a:gd name="connsiteY51" fmla="*/ 1674948 h 2344739"/>
              <a:gd name="connsiteX52" fmla="*/ 10205418 w 12193149"/>
              <a:gd name="connsiteY52" fmla="*/ 1682149 h 2344739"/>
              <a:gd name="connsiteX53" fmla="*/ 10177759 w 12193149"/>
              <a:gd name="connsiteY53" fmla="*/ 1692943 h 2344739"/>
              <a:gd name="connsiteX54" fmla="*/ 10165070 w 12193149"/>
              <a:gd name="connsiteY54" fmla="*/ 1693739 h 2344739"/>
              <a:gd name="connsiteX55" fmla="*/ 10156308 w 12193149"/>
              <a:gd name="connsiteY55" fmla="*/ 1707487 h 2344739"/>
              <a:gd name="connsiteX56" fmla="*/ 10118267 w 12193149"/>
              <a:gd name="connsiteY56" fmla="*/ 1731142 h 2344739"/>
              <a:gd name="connsiteX57" fmla="*/ 10083317 w 12193149"/>
              <a:gd name="connsiteY57" fmla="*/ 1743296 h 2344739"/>
              <a:gd name="connsiteX58" fmla="*/ 10040388 w 12193149"/>
              <a:gd name="connsiteY58" fmla="*/ 1741632 h 2344739"/>
              <a:gd name="connsiteX59" fmla="*/ 9961167 w 12193149"/>
              <a:gd name="connsiteY59" fmla="*/ 1757147 h 2344739"/>
              <a:gd name="connsiteX60" fmla="*/ 9848940 w 12193149"/>
              <a:gd name="connsiteY60" fmla="*/ 1763915 h 2344739"/>
              <a:gd name="connsiteX61" fmla="*/ 9729457 w 12193149"/>
              <a:gd name="connsiteY61" fmla="*/ 1784122 h 2344739"/>
              <a:gd name="connsiteX62" fmla="*/ 9613704 w 12193149"/>
              <a:gd name="connsiteY62" fmla="*/ 1812371 h 2344739"/>
              <a:gd name="connsiteX63" fmla="*/ 9338590 w 12193149"/>
              <a:gd name="connsiteY63" fmla="*/ 1869293 h 2344739"/>
              <a:gd name="connsiteX64" fmla="*/ 9232518 w 12193149"/>
              <a:gd name="connsiteY64" fmla="*/ 1893149 h 2344739"/>
              <a:gd name="connsiteX65" fmla="*/ 9156690 w 12193149"/>
              <a:gd name="connsiteY65" fmla="*/ 1903228 h 2344739"/>
              <a:gd name="connsiteX66" fmla="*/ 9054601 w 12193149"/>
              <a:gd name="connsiteY66" fmla="*/ 1910755 h 2344739"/>
              <a:gd name="connsiteX67" fmla="*/ 9006634 w 12193149"/>
              <a:gd name="connsiteY67" fmla="*/ 1914040 h 2344739"/>
              <a:gd name="connsiteX68" fmla="*/ 9006349 w 12193149"/>
              <a:gd name="connsiteY68" fmla="*/ 1913800 h 2344739"/>
              <a:gd name="connsiteX69" fmla="*/ 8997380 w 12193149"/>
              <a:gd name="connsiteY69" fmla="*/ 1915011 h 2344739"/>
              <a:gd name="connsiteX70" fmla="*/ 8991542 w 12193149"/>
              <a:gd name="connsiteY70" fmla="*/ 1917072 h 2344739"/>
              <a:gd name="connsiteX71" fmla="*/ 8975485 w 12193149"/>
              <a:gd name="connsiteY71" fmla="*/ 1920298 h 2344739"/>
              <a:gd name="connsiteX72" fmla="*/ 8969159 w 12193149"/>
              <a:gd name="connsiteY72" fmla="*/ 1919598 h 2344739"/>
              <a:gd name="connsiteX73" fmla="*/ 8964196 w 12193149"/>
              <a:gd name="connsiteY73" fmla="*/ 1917373 h 2344739"/>
              <a:gd name="connsiteX74" fmla="*/ 8930136 w 12193149"/>
              <a:gd name="connsiteY74" fmla="*/ 1914185 h 2344739"/>
              <a:gd name="connsiteX75" fmla="*/ 8753592 w 12193149"/>
              <a:gd name="connsiteY75" fmla="*/ 1933417 h 2344739"/>
              <a:gd name="connsiteX76" fmla="*/ 8708995 w 12193149"/>
              <a:gd name="connsiteY76" fmla="*/ 1935518 h 2344739"/>
              <a:gd name="connsiteX77" fmla="*/ 8597219 w 12193149"/>
              <a:gd name="connsiteY77" fmla="*/ 1944090 h 2344739"/>
              <a:gd name="connsiteX78" fmla="*/ 8526378 w 12193149"/>
              <a:gd name="connsiteY78" fmla="*/ 1929248 h 2344739"/>
              <a:gd name="connsiteX79" fmla="*/ 8512131 w 12193149"/>
              <a:gd name="connsiteY79" fmla="*/ 1935163 h 2344739"/>
              <a:gd name="connsiteX80" fmla="*/ 8507315 w 12193149"/>
              <a:gd name="connsiteY80" fmla="*/ 1938164 h 2344739"/>
              <a:gd name="connsiteX81" fmla="*/ 8499116 w 12193149"/>
              <a:gd name="connsiteY81" fmla="*/ 1940902 h 2344739"/>
              <a:gd name="connsiteX82" fmla="*/ 8498742 w 12193149"/>
              <a:gd name="connsiteY82" fmla="*/ 1940723 h 2344739"/>
              <a:gd name="connsiteX83" fmla="*/ 8491397 w 12193149"/>
              <a:gd name="connsiteY83" fmla="*/ 1943773 h 2344739"/>
              <a:gd name="connsiteX84" fmla="*/ 8368330 w 12193149"/>
              <a:gd name="connsiteY84" fmla="*/ 1957815 h 2344739"/>
              <a:gd name="connsiteX85" fmla="*/ 8354947 w 12193149"/>
              <a:gd name="connsiteY85" fmla="*/ 1958009 h 2344739"/>
              <a:gd name="connsiteX86" fmla="*/ 8321252 w 12193149"/>
              <a:gd name="connsiteY86" fmla="*/ 1974587 h 2344739"/>
              <a:gd name="connsiteX87" fmla="*/ 8315581 w 12193149"/>
              <a:gd name="connsiteY87" fmla="*/ 1974913 h 2344739"/>
              <a:gd name="connsiteX88" fmla="*/ 8296322 w 12193149"/>
              <a:gd name="connsiteY88" fmla="*/ 1988808 h 2344739"/>
              <a:gd name="connsiteX89" fmla="*/ 8285424 w 12193149"/>
              <a:gd name="connsiteY89" fmla="*/ 1994631 h 2344739"/>
              <a:gd name="connsiteX90" fmla="*/ 8284298 w 12193149"/>
              <a:gd name="connsiteY90" fmla="*/ 1999074 h 2344739"/>
              <a:gd name="connsiteX91" fmla="*/ 8267224 w 12193149"/>
              <a:gd name="connsiteY91" fmla="*/ 2006249 h 2344739"/>
              <a:gd name="connsiteX92" fmla="*/ 8264525 w 12193149"/>
              <a:gd name="connsiteY92" fmla="*/ 2006019 h 2344739"/>
              <a:gd name="connsiteX93" fmla="*/ 8253181 w 12193149"/>
              <a:gd name="connsiteY93" fmla="*/ 2015862 h 2344739"/>
              <a:gd name="connsiteX94" fmla="*/ 8246982 w 12193149"/>
              <a:gd name="connsiteY94" fmla="*/ 2028854 h 2344739"/>
              <a:gd name="connsiteX95" fmla="*/ 8091420 w 12193149"/>
              <a:gd name="connsiteY95" fmla="*/ 2075015 h 2344739"/>
              <a:gd name="connsiteX96" fmla="*/ 7906555 w 12193149"/>
              <a:gd name="connsiteY96" fmla="*/ 2116988 h 2344739"/>
              <a:gd name="connsiteX97" fmla="*/ 7719893 w 12193149"/>
              <a:gd name="connsiteY97" fmla="*/ 2142703 h 2344739"/>
              <a:gd name="connsiteX98" fmla="*/ 7615495 w 12193149"/>
              <a:gd name="connsiteY98" fmla="*/ 2139232 h 2344739"/>
              <a:gd name="connsiteX99" fmla="*/ 7528691 w 12193149"/>
              <a:gd name="connsiteY99" fmla="*/ 2145060 h 2344739"/>
              <a:gd name="connsiteX100" fmla="*/ 7520719 w 12193149"/>
              <a:gd name="connsiteY100" fmla="*/ 2147613 h 2344739"/>
              <a:gd name="connsiteX101" fmla="*/ 7508559 w 12193149"/>
              <a:gd name="connsiteY101" fmla="*/ 2148948 h 2344739"/>
              <a:gd name="connsiteX102" fmla="*/ 7508188 w 12193149"/>
              <a:gd name="connsiteY102" fmla="*/ 2148621 h 2344739"/>
              <a:gd name="connsiteX103" fmla="*/ 7496943 w 12193149"/>
              <a:gd name="connsiteY103" fmla="*/ 2150573 h 2344739"/>
              <a:gd name="connsiteX104" fmla="*/ 7219707 w 12193149"/>
              <a:gd name="connsiteY104" fmla="*/ 2156680 h 2344739"/>
              <a:gd name="connsiteX105" fmla="*/ 7202249 w 12193149"/>
              <a:gd name="connsiteY105" fmla="*/ 2161230 h 2344739"/>
              <a:gd name="connsiteX106" fmla="*/ 7198152 w 12193149"/>
              <a:gd name="connsiteY106" fmla="*/ 2166588 h 2344739"/>
              <a:gd name="connsiteX107" fmla="*/ 7171956 w 12193149"/>
              <a:gd name="connsiteY107" fmla="*/ 2171236 h 2344739"/>
              <a:gd name="connsiteX108" fmla="*/ 7098136 w 12193149"/>
              <a:gd name="connsiteY108" fmla="*/ 2183464 h 2344739"/>
              <a:gd name="connsiteX109" fmla="*/ 7019644 w 12193149"/>
              <a:gd name="connsiteY109" fmla="*/ 2183090 h 2344739"/>
              <a:gd name="connsiteX110" fmla="*/ 6905294 w 12193149"/>
              <a:gd name="connsiteY110" fmla="*/ 2212596 h 2344739"/>
              <a:gd name="connsiteX111" fmla="*/ 6709370 w 12193149"/>
              <a:gd name="connsiteY111" fmla="*/ 2240551 h 2344739"/>
              <a:gd name="connsiteX112" fmla="*/ 6550602 w 12193149"/>
              <a:gd name="connsiteY112" fmla="*/ 2269327 h 2344739"/>
              <a:gd name="connsiteX113" fmla="*/ 6318708 w 12193149"/>
              <a:gd name="connsiteY113" fmla="*/ 2316127 h 2344739"/>
              <a:gd name="connsiteX114" fmla="*/ 6169822 w 12193149"/>
              <a:gd name="connsiteY114" fmla="*/ 2318214 h 2344739"/>
              <a:gd name="connsiteX115" fmla="*/ 6074996 w 12193149"/>
              <a:gd name="connsiteY115" fmla="*/ 2338676 h 2344739"/>
              <a:gd name="connsiteX116" fmla="*/ 6069677 w 12193149"/>
              <a:gd name="connsiteY116" fmla="*/ 2337139 h 2344739"/>
              <a:gd name="connsiteX117" fmla="*/ 6049786 w 12193149"/>
              <a:gd name="connsiteY117" fmla="*/ 2337822 h 2344739"/>
              <a:gd name="connsiteX118" fmla="*/ 6042433 w 12193149"/>
              <a:gd name="connsiteY118" fmla="*/ 2329473 h 2344739"/>
              <a:gd name="connsiteX119" fmla="*/ 6011238 w 12193149"/>
              <a:gd name="connsiteY119" fmla="*/ 2324380 h 2344739"/>
              <a:gd name="connsiteX120" fmla="*/ 5958523 w 12193149"/>
              <a:gd name="connsiteY120" fmla="*/ 2328024 h 2344739"/>
              <a:gd name="connsiteX121" fmla="*/ 5760067 w 12193149"/>
              <a:gd name="connsiteY121" fmla="*/ 2343716 h 2344739"/>
              <a:gd name="connsiteX122" fmla="*/ 5628108 w 12193149"/>
              <a:gd name="connsiteY122" fmla="*/ 2344739 h 2344739"/>
              <a:gd name="connsiteX123" fmla="*/ 5472054 w 12193149"/>
              <a:gd name="connsiteY123" fmla="*/ 2330719 h 2344739"/>
              <a:gd name="connsiteX124" fmla="*/ 5433909 w 12193149"/>
              <a:gd name="connsiteY124" fmla="*/ 2319466 h 2344739"/>
              <a:gd name="connsiteX125" fmla="*/ 5382817 w 12193149"/>
              <a:gd name="connsiteY125" fmla="*/ 2301764 h 2344739"/>
              <a:gd name="connsiteX126" fmla="*/ 5262912 w 12193149"/>
              <a:gd name="connsiteY126" fmla="*/ 2281347 h 2344739"/>
              <a:gd name="connsiteX127" fmla="*/ 5224109 w 12193149"/>
              <a:gd name="connsiteY127" fmla="*/ 2270223 h 2344739"/>
              <a:gd name="connsiteX128" fmla="*/ 5175808 w 12193149"/>
              <a:gd name="connsiteY128" fmla="*/ 2267233 h 2344739"/>
              <a:gd name="connsiteX129" fmla="*/ 5157702 w 12193149"/>
              <a:gd name="connsiteY129" fmla="*/ 2260010 h 2344739"/>
              <a:gd name="connsiteX130" fmla="*/ 5143747 w 12193149"/>
              <a:gd name="connsiteY130" fmla="*/ 2256610 h 2344739"/>
              <a:gd name="connsiteX131" fmla="*/ 5140744 w 12193149"/>
              <a:gd name="connsiteY131" fmla="*/ 2254509 h 2344739"/>
              <a:gd name="connsiteX132" fmla="*/ 5122807 w 12193149"/>
              <a:gd name="connsiteY132" fmla="*/ 2243656 h 2344739"/>
              <a:gd name="connsiteX133" fmla="*/ 5066938 w 12193149"/>
              <a:gd name="connsiteY133" fmla="*/ 2250227 h 2344739"/>
              <a:gd name="connsiteX134" fmla="*/ 5012662 w 12193149"/>
              <a:gd name="connsiteY134" fmla="*/ 2233846 h 2344739"/>
              <a:gd name="connsiteX135" fmla="*/ 4841589 w 12193149"/>
              <a:gd name="connsiteY135" fmla="*/ 2209829 h 2344739"/>
              <a:gd name="connsiteX136" fmla="*/ 4763595 w 12193149"/>
              <a:gd name="connsiteY136" fmla="*/ 2182061 h 2344739"/>
              <a:gd name="connsiteX137" fmla="*/ 4724334 w 12193149"/>
              <a:gd name="connsiteY137" fmla="*/ 2173047 h 2344739"/>
              <a:gd name="connsiteX138" fmla="*/ 4722324 w 12193149"/>
              <a:gd name="connsiteY138" fmla="*/ 2172298 h 2344739"/>
              <a:gd name="connsiteX139" fmla="*/ 4723259 w 12193149"/>
              <a:gd name="connsiteY139" fmla="*/ 2172087 h 2344739"/>
              <a:gd name="connsiteX140" fmla="*/ 4718350 w 12193149"/>
              <a:gd name="connsiteY140" fmla="*/ 2170817 h 2344739"/>
              <a:gd name="connsiteX141" fmla="*/ 4722324 w 12193149"/>
              <a:gd name="connsiteY141" fmla="*/ 2172298 h 2344739"/>
              <a:gd name="connsiteX142" fmla="*/ 4716674 w 12193149"/>
              <a:gd name="connsiteY142" fmla="*/ 2173573 h 2344739"/>
              <a:gd name="connsiteX143" fmla="*/ 4516962 w 12193149"/>
              <a:gd name="connsiteY143" fmla="*/ 2163671 h 2344739"/>
              <a:gd name="connsiteX144" fmla="*/ 4429691 w 12193149"/>
              <a:gd name="connsiteY144" fmla="*/ 2153020 h 2344739"/>
              <a:gd name="connsiteX145" fmla="*/ 4364023 w 12193149"/>
              <a:gd name="connsiteY145" fmla="*/ 2151674 h 2344739"/>
              <a:gd name="connsiteX146" fmla="*/ 4318114 w 12193149"/>
              <a:gd name="connsiteY146" fmla="*/ 2158289 h 2344739"/>
              <a:gd name="connsiteX147" fmla="*/ 4316258 w 12193149"/>
              <a:gd name="connsiteY147" fmla="*/ 2156948 h 2344739"/>
              <a:gd name="connsiteX148" fmla="*/ 4296292 w 12193149"/>
              <a:gd name="connsiteY148" fmla="*/ 2155069 h 2344739"/>
              <a:gd name="connsiteX149" fmla="*/ 4291212 w 12193149"/>
              <a:gd name="connsiteY149" fmla="*/ 2157986 h 2344739"/>
              <a:gd name="connsiteX150" fmla="*/ 4277290 w 12193149"/>
              <a:gd name="connsiteY150" fmla="*/ 2157740 h 2344739"/>
              <a:gd name="connsiteX151" fmla="*/ 4249265 w 12193149"/>
              <a:gd name="connsiteY151" fmla="*/ 2160064 h 2344739"/>
              <a:gd name="connsiteX152" fmla="*/ 4203199 w 12193149"/>
              <a:gd name="connsiteY152" fmla="*/ 2157269 h 2344739"/>
              <a:gd name="connsiteX153" fmla="*/ 4202893 w 12193149"/>
              <a:gd name="connsiteY153" fmla="*/ 2156010 h 2344739"/>
              <a:gd name="connsiteX154" fmla="*/ 4192396 w 12193149"/>
              <a:gd name="connsiteY154" fmla="*/ 2150376 h 2344739"/>
              <a:gd name="connsiteX155" fmla="*/ 4143893 w 12193149"/>
              <a:gd name="connsiteY155" fmla="*/ 2134511 h 2344739"/>
              <a:gd name="connsiteX156" fmla="*/ 4084245 w 12193149"/>
              <a:gd name="connsiteY156" fmla="*/ 2107978 h 2344739"/>
              <a:gd name="connsiteX157" fmla="*/ 4075694 w 12193149"/>
              <a:gd name="connsiteY157" fmla="*/ 2107143 h 2344739"/>
              <a:gd name="connsiteX158" fmla="*/ 4075575 w 12193149"/>
              <a:gd name="connsiteY158" fmla="*/ 2106844 h 2344739"/>
              <a:gd name="connsiteX159" fmla="*/ 4066658 w 12193149"/>
              <a:gd name="connsiteY159" fmla="*/ 2105400 h 2344739"/>
              <a:gd name="connsiteX160" fmla="*/ 4060102 w 12193149"/>
              <a:gd name="connsiteY160" fmla="*/ 2105618 h 2344739"/>
              <a:gd name="connsiteX161" fmla="*/ 4043512 w 12193149"/>
              <a:gd name="connsiteY161" fmla="*/ 2103997 h 2344739"/>
              <a:gd name="connsiteX162" fmla="*/ 4038145 w 12193149"/>
              <a:gd name="connsiteY162" fmla="*/ 2101563 h 2344739"/>
              <a:gd name="connsiteX163" fmla="*/ 4036511 w 12193149"/>
              <a:gd name="connsiteY163" fmla="*/ 2097896 h 2344739"/>
              <a:gd name="connsiteX164" fmla="*/ 4034926 w 12193149"/>
              <a:gd name="connsiteY164" fmla="*/ 2098131 h 2344739"/>
              <a:gd name="connsiteX165" fmla="*/ 4005686 w 12193149"/>
              <a:gd name="connsiteY165" fmla="*/ 2085563 h 2344739"/>
              <a:gd name="connsiteX166" fmla="*/ 3937994 w 12193149"/>
              <a:gd name="connsiteY166" fmla="*/ 2068106 h 2344739"/>
              <a:gd name="connsiteX167" fmla="*/ 3898423 w 12193149"/>
              <a:gd name="connsiteY167" fmla="*/ 2062451 h 2344739"/>
              <a:gd name="connsiteX168" fmla="*/ 3790908 w 12193149"/>
              <a:gd name="connsiteY168" fmla="*/ 2042213 h 2344739"/>
              <a:gd name="connsiteX169" fmla="*/ 3683661 w 12193149"/>
              <a:gd name="connsiteY169" fmla="*/ 2018290 h 2344739"/>
              <a:gd name="connsiteX170" fmla="*/ 3611183 w 12193149"/>
              <a:gd name="connsiteY170" fmla="*/ 1986019 h 2344739"/>
              <a:gd name="connsiteX171" fmla="*/ 3605003 w 12193149"/>
              <a:gd name="connsiteY171" fmla="*/ 1987381 h 2344739"/>
              <a:gd name="connsiteX172" fmla="*/ 3595884 w 12193149"/>
              <a:gd name="connsiteY172" fmla="*/ 1987545 h 2344739"/>
              <a:gd name="connsiteX173" fmla="*/ 3595649 w 12193149"/>
              <a:gd name="connsiteY173" fmla="*/ 1987276 h 2344739"/>
              <a:gd name="connsiteX174" fmla="*/ 3587126 w 12193149"/>
              <a:gd name="connsiteY174" fmla="*/ 1987966 h 2344739"/>
              <a:gd name="connsiteX175" fmla="*/ 3537283 w 12193149"/>
              <a:gd name="connsiteY175" fmla="*/ 1978267 h 2344739"/>
              <a:gd name="connsiteX176" fmla="*/ 3474371 w 12193149"/>
              <a:gd name="connsiteY176" fmla="*/ 1974606 h 2344739"/>
              <a:gd name="connsiteX177" fmla="*/ 3401876 w 12193149"/>
              <a:gd name="connsiteY177" fmla="*/ 1962558 h 2344739"/>
              <a:gd name="connsiteX178" fmla="*/ 3365036 w 12193149"/>
              <a:gd name="connsiteY178" fmla="*/ 1979510 h 2344739"/>
              <a:gd name="connsiteX179" fmla="*/ 3345174 w 12193149"/>
              <a:gd name="connsiteY179" fmla="*/ 1981192 h 2344739"/>
              <a:gd name="connsiteX180" fmla="*/ 3342846 w 12193149"/>
              <a:gd name="connsiteY180" fmla="*/ 1980217 h 2344739"/>
              <a:gd name="connsiteX181" fmla="*/ 3263504 w 12193149"/>
              <a:gd name="connsiteY181" fmla="*/ 1986094 h 2344739"/>
              <a:gd name="connsiteX182" fmla="*/ 3143704 w 12193149"/>
              <a:gd name="connsiteY182" fmla="*/ 1993869 h 2344739"/>
              <a:gd name="connsiteX183" fmla="*/ 3031439 w 12193149"/>
              <a:gd name="connsiteY183" fmla="*/ 1996512 h 2344739"/>
              <a:gd name="connsiteX184" fmla="*/ 2782717 w 12193149"/>
              <a:gd name="connsiteY184" fmla="*/ 2018333 h 2344739"/>
              <a:gd name="connsiteX185" fmla="*/ 2647675 w 12193149"/>
              <a:gd name="connsiteY185" fmla="*/ 2028869 h 2344739"/>
              <a:gd name="connsiteX186" fmla="*/ 2569176 w 12193149"/>
              <a:gd name="connsiteY186" fmla="*/ 2002628 h 2344739"/>
              <a:gd name="connsiteX187" fmla="*/ 2444403 w 12193149"/>
              <a:gd name="connsiteY187" fmla="*/ 2016529 h 2344739"/>
              <a:gd name="connsiteX188" fmla="*/ 2316260 w 12193149"/>
              <a:gd name="connsiteY188" fmla="*/ 2024996 h 2344739"/>
              <a:gd name="connsiteX189" fmla="*/ 2209726 w 12193149"/>
              <a:gd name="connsiteY189" fmla="*/ 2019763 h 2344739"/>
              <a:gd name="connsiteX190" fmla="*/ 2095813 w 12193149"/>
              <a:gd name="connsiteY190" fmla="*/ 2003052 h 2344739"/>
              <a:gd name="connsiteX191" fmla="*/ 1998504 w 12193149"/>
              <a:gd name="connsiteY191" fmla="*/ 1995032 h 2344739"/>
              <a:gd name="connsiteX192" fmla="*/ 1929320 w 12193149"/>
              <a:gd name="connsiteY192" fmla="*/ 2016977 h 2344739"/>
              <a:gd name="connsiteX193" fmla="*/ 1922798 w 12193149"/>
              <a:gd name="connsiteY193" fmla="*/ 2012146 h 2344739"/>
              <a:gd name="connsiteX194" fmla="*/ 1874228 w 12193149"/>
              <a:gd name="connsiteY194" fmla="*/ 2013741 h 2344739"/>
              <a:gd name="connsiteX195" fmla="*/ 1787803 w 12193149"/>
              <a:gd name="connsiteY195" fmla="*/ 2041363 h 2344739"/>
              <a:gd name="connsiteX196" fmla="*/ 1739352 w 12193149"/>
              <a:gd name="connsiteY196" fmla="*/ 2036312 h 2344739"/>
              <a:gd name="connsiteX197" fmla="*/ 1676219 w 12193149"/>
              <a:gd name="connsiteY197" fmla="*/ 2019963 h 2344739"/>
              <a:gd name="connsiteX198" fmla="*/ 1609817 w 12193149"/>
              <a:gd name="connsiteY198" fmla="*/ 2013066 h 2344739"/>
              <a:gd name="connsiteX199" fmla="*/ 1497258 w 12193149"/>
              <a:gd name="connsiteY199" fmla="*/ 1987476 h 2344739"/>
              <a:gd name="connsiteX200" fmla="*/ 1151127 w 12193149"/>
              <a:gd name="connsiteY200" fmla="*/ 1938041 h 2344739"/>
              <a:gd name="connsiteX201" fmla="*/ 859417 w 12193149"/>
              <a:gd name="connsiteY201" fmla="*/ 1928608 h 2344739"/>
              <a:gd name="connsiteX202" fmla="*/ 838688 w 12193149"/>
              <a:gd name="connsiteY202" fmla="*/ 1929821 h 2344739"/>
              <a:gd name="connsiteX203" fmla="*/ 817957 w 12193149"/>
              <a:gd name="connsiteY203" fmla="*/ 1927857 h 2344739"/>
              <a:gd name="connsiteX204" fmla="*/ 812654 w 12193149"/>
              <a:gd name="connsiteY204" fmla="*/ 1930751 h 2344739"/>
              <a:gd name="connsiteX205" fmla="*/ 721195 w 12193149"/>
              <a:gd name="connsiteY205" fmla="*/ 1929661 h 2344739"/>
              <a:gd name="connsiteX206" fmla="*/ 720890 w 12193149"/>
              <a:gd name="connsiteY206" fmla="*/ 1928399 h 2344739"/>
              <a:gd name="connsiteX207" fmla="*/ 710023 w 12193149"/>
              <a:gd name="connsiteY207" fmla="*/ 1922722 h 2344739"/>
              <a:gd name="connsiteX208" fmla="*/ 597940 w 12193149"/>
              <a:gd name="connsiteY208" fmla="*/ 1879864 h 2344739"/>
              <a:gd name="connsiteX209" fmla="*/ 579683 w 12193149"/>
              <a:gd name="connsiteY209" fmla="*/ 1877212 h 2344739"/>
              <a:gd name="connsiteX210" fmla="*/ 572865 w 12193149"/>
              <a:gd name="connsiteY210" fmla="*/ 1877401 h 2344739"/>
              <a:gd name="connsiteX211" fmla="*/ 446247 w 12193149"/>
              <a:gd name="connsiteY211" fmla="*/ 1839371 h 2344739"/>
              <a:gd name="connsiteX212" fmla="*/ 405163 w 12193149"/>
              <a:gd name="connsiteY212" fmla="*/ 1833548 h 2344739"/>
              <a:gd name="connsiteX213" fmla="*/ 293583 w 12193149"/>
              <a:gd name="connsiteY213" fmla="*/ 1812852 h 2344739"/>
              <a:gd name="connsiteX214" fmla="*/ 119529 w 12193149"/>
              <a:gd name="connsiteY214" fmla="*/ 1761047 h 2344739"/>
              <a:gd name="connsiteX215" fmla="*/ 16674 w 12193149"/>
              <a:gd name="connsiteY215" fmla="*/ 1758191 h 2344739"/>
              <a:gd name="connsiteX216" fmla="*/ 1150 w 12193149"/>
              <a:gd name="connsiteY216" fmla="*/ 1752722 h 2344739"/>
              <a:gd name="connsiteX217" fmla="*/ 1148 w 12193149"/>
              <a:gd name="connsiteY217" fmla="*/ 222213 h 2344739"/>
              <a:gd name="connsiteX218" fmla="*/ 1148 w 12193149"/>
              <a:gd name="connsiteY218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9 w 12193149"/>
              <a:gd name="connsiteY3" fmla="*/ 579739 h 2344739"/>
              <a:gd name="connsiteX4" fmla="*/ 12185986 w 12193149"/>
              <a:gd name="connsiteY4" fmla="*/ 584189 h 2344739"/>
              <a:gd name="connsiteX5" fmla="*/ 12156363 w 12193149"/>
              <a:gd name="connsiteY5" fmla="*/ 597366 h 2344739"/>
              <a:gd name="connsiteX6" fmla="*/ 12139215 w 12193149"/>
              <a:gd name="connsiteY6" fmla="*/ 623179 h 2344739"/>
              <a:gd name="connsiteX7" fmla="*/ 12126327 w 12193149"/>
              <a:gd name="connsiteY7" fmla="*/ 624690 h 2344739"/>
              <a:gd name="connsiteX8" fmla="*/ 12124007 w 12193149"/>
              <a:gd name="connsiteY8" fmla="*/ 624794 h 2344739"/>
              <a:gd name="connsiteX9" fmla="*/ 12116854 w 12193149"/>
              <a:gd name="connsiteY9" fmla="*/ 628608 h 2344739"/>
              <a:gd name="connsiteX10" fmla="*/ 12099497 w 12193149"/>
              <a:gd name="connsiteY10" fmla="*/ 628139 h 2344739"/>
              <a:gd name="connsiteX11" fmla="*/ 12087073 w 12193149"/>
              <a:gd name="connsiteY11" fmla="*/ 636341 h 2344739"/>
              <a:gd name="connsiteX12" fmla="*/ 12031073 w 12193149"/>
              <a:gd name="connsiteY12" fmla="*/ 680009 h 2344739"/>
              <a:gd name="connsiteX13" fmla="*/ 11995833 w 12193149"/>
              <a:gd name="connsiteY13" fmla="*/ 703458 h 2344739"/>
              <a:gd name="connsiteX14" fmla="*/ 11979717 w 12193149"/>
              <a:gd name="connsiteY14" fmla="*/ 708161 h 2344739"/>
              <a:gd name="connsiteX15" fmla="*/ 11959046 w 12193149"/>
              <a:gd name="connsiteY15" fmla="*/ 717558 h 2344739"/>
              <a:gd name="connsiteX16" fmla="*/ 11920454 w 12193149"/>
              <a:gd name="connsiteY16" fmla="*/ 730883 h 2344739"/>
              <a:gd name="connsiteX17" fmla="*/ 11903656 w 12193149"/>
              <a:gd name="connsiteY17" fmla="*/ 742426 h 2344739"/>
              <a:gd name="connsiteX18" fmla="*/ 11895048 w 12193149"/>
              <a:gd name="connsiteY18" fmla="*/ 744791 h 2344739"/>
              <a:gd name="connsiteX19" fmla="*/ 11891968 w 12193149"/>
              <a:gd name="connsiteY19" fmla="*/ 755729 h 2344739"/>
              <a:gd name="connsiteX20" fmla="*/ 11870776 w 12193149"/>
              <a:gd name="connsiteY20" fmla="*/ 777816 h 2344739"/>
              <a:gd name="connsiteX21" fmla="*/ 11813376 w 12193149"/>
              <a:gd name="connsiteY21" fmla="*/ 797659 h 2344739"/>
              <a:gd name="connsiteX22" fmla="*/ 11590693 w 12193149"/>
              <a:gd name="connsiteY22" fmla="*/ 963777 h 2344739"/>
              <a:gd name="connsiteX23" fmla="*/ 11506817 w 12193149"/>
              <a:gd name="connsiteY23" fmla="*/ 1033623 h 2344739"/>
              <a:gd name="connsiteX24" fmla="*/ 11280332 w 12193149"/>
              <a:gd name="connsiteY24" fmla="*/ 1223571 h 2344739"/>
              <a:gd name="connsiteX25" fmla="*/ 11228309 w 12193149"/>
              <a:gd name="connsiteY25" fmla="*/ 1276236 h 2344739"/>
              <a:gd name="connsiteX26" fmla="*/ 11218087 w 12193149"/>
              <a:gd name="connsiteY26" fmla="*/ 1275961 h 2344739"/>
              <a:gd name="connsiteX27" fmla="*/ 11217184 w 12193149"/>
              <a:gd name="connsiteY27" fmla="*/ 1275018 h 2344739"/>
              <a:gd name="connsiteX28" fmla="*/ 11188885 w 12193149"/>
              <a:gd name="connsiteY28" fmla="*/ 1292383 h 2344739"/>
              <a:gd name="connsiteX29" fmla="*/ 11184501 w 12193149"/>
              <a:gd name="connsiteY29" fmla="*/ 1292525 h 2344739"/>
              <a:gd name="connsiteX30" fmla="*/ 11166854 w 12193149"/>
              <a:gd name="connsiteY30" fmla="*/ 1306612 h 2344739"/>
              <a:gd name="connsiteX31" fmla="*/ 11157311 w 12193149"/>
              <a:gd name="connsiteY31" fmla="*/ 1312414 h 2344739"/>
              <a:gd name="connsiteX32" fmla="*/ 11155496 w 12193149"/>
              <a:gd name="connsiteY32" fmla="*/ 1317097 h 2344739"/>
              <a:gd name="connsiteX33" fmla="*/ 11140961 w 12193149"/>
              <a:gd name="connsiteY33" fmla="*/ 1324115 h 2344739"/>
              <a:gd name="connsiteX34" fmla="*/ 11138961 w 12193149"/>
              <a:gd name="connsiteY34" fmla="*/ 1323772 h 2344739"/>
              <a:gd name="connsiteX35" fmla="*/ 11128208 w 12193149"/>
              <a:gd name="connsiteY35" fmla="*/ 1333832 h 2344739"/>
              <a:gd name="connsiteX36" fmla="*/ 11120691 w 12193149"/>
              <a:gd name="connsiteY36" fmla="*/ 1347424 h 2344739"/>
              <a:gd name="connsiteX37" fmla="*/ 10894683 w 12193149"/>
              <a:gd name="connsiteY37" fmla="*/ 1473399 h 2344739"/>
              <a:gd name="connsiteX38" fmla="*/ 10773300 w 12193149"/>
              <a:gd name="connsiteY38" fmla="*/ 1523191 h 2344739"/>
              <a:gd name="connsiteX39" fmla="*/ 10627668 w 12193149"/>
              <a:gd name="connsiteY39" fmla="*/ 1559229 h 2344739"/>
              <a:gd name="connsiteX40" fmla="*/ 10581895 w 12193149"/>
              <a:gd name="connsiteY40" fmla="*/ 1568689 h 2344739"/>
              <a:gd name="connsiteX41" fmla="*/ 10547790 w 12193149"/>
              <a:gd name="connsiteY41" fmla="*/ 1598423 h 2344739"/>
              <a:gd name="connsiteX42" fmla="*/ 10529643 w 12193149"/>
              <a:gd name="connsiteY42" fmla="*/ 1596907 h 2344739"/>
              <a:gd name="connsiteX43" fmla="*/ 10526446 w 12193149"/>
              <a:gd name="connsiteY43" fmla="*/ 1596411 h 2344739"/>
              <a:gd name="connsiteX44" fmla="*/ 10515129 w 12193149"/>
              <a:gd name="connsiteY44" fmla="*/ 1599537 h 2344739"/>
              <a:gd name="connsiteX45" fmla="*/ 10491735 w 12193149"/>
              <a:gd name="connsiteY45" fmla="*/ 1594156 h 2344739"/>
              <a:gd name="connsiteX46" fmla="*/ 10471418 w 12193149"/>
              <a:gd name="connsiteY46" fmla="*/ 1601693 h 2344739"/>
              <a:gd name="connsiteX47" fmla="*/ 10377042 w 12193149"/>
              <a:gd name="connsiteY47" fmla="*/ 1644598 h 2344739"/>
              <a:gd name="connsiteX48" fmla="*/ 10319338 w 12193149"/>
              <a:gd name="connsiteY48" fmla="*/ 1666221 h 2344739"/>
              <a:gd name="connsiteX49" fmla="*/ 10295467 w 12193149"/>
              <a:gd name="connsiteY49" fmla="*/ 1668079 h 2344739"/>
              <a:gd name="connsiteX50" fmla="*/ 10263443 w 12193149"/>
              <a:gd name="connsiteY50" fmla="*/ 1674948 h 2344739"/>
              <a:gd name="connsiteX51" fmla="*/ 10205418 w 12193149"/>
              <a:gd name="connsiteY51" fmla="*/ 1682149 h 2344739"/>
              <a:gd name="connsiteX52" fmla="*/ 10177759 w 12193149"/>
              <a:gd name="connsiteY52" fmla="*/ 1692943 h 2344739"/>
              <a:gd name="connsiteX53" fmla="*/ 10165070 w 12193149"/>
              <a:gd name="connsiteY53" fmla="*/ 1693739 h 2344739"/>
              <a:gd name="connsiteX54" fmla="*/ 10156308 w 12193149"/>
              <a:gd name="connsiteY54" fmla="*/ 1707487 h 2344739"/>
              <a:gd name="connsiteX55" fmla="*/ 10118267 w 12193149"/>
              <a:gd name="connsiteY55" fmla="*/ 1731142 h 2344739"/>
              <a:gd name="connsiteX56" fmla="*/ 10083317 w 12193149"/>
              <a:gd name="connsiteY56" fmla="*/ 1743296 h 2344739"/>
              <a:gd name="connsiteX57" fmla="*/ 10040388 w 12193149"/>
              <a:gd name="connsiteY57" fmla="*/ 1741632 h 2344739"/>
              <a:gd name="connsiteX58" fmla="*/ 9961167 w 12193149"/>
              <a:gd name="connsiteY58" fmla="*/ 1757147 h 2344739"/>
              <a:gd name="connsiteX59" fmla="*/ 9848940 w 12193149"/>
              <a:gd name="connsiteY59" fmla="*/ 1763915 h 2344739"/>
              <a:gd name="connsiteX60" fmla="*/ 9729457 w 12193149"/>
              <a:gd name="connsiteY60" fmla="*/ 1784122 h 2344739"/>
              <a:gd name="connsiteX61" fmla="*/ 9613704 w 12193149"/>
              <a:gd name="connsiteY61" fmla="*/ 1812371 h 2344739"/>
              <a:gd name="connsiteX62" fmla="*/ 9338590 w 12193149"/>
              <a:gd name="connsiteY62" fmla="*/ 1869293 h 2344739"/>
              <a:gd name="connsiteX63" fmla="*/ 9232518 w 12193149"/>
              <a:gd name="connsiteY63" fmla="*/ 1893149 h 2344739"/>
              <a:gd name="connsiteX64" fmla="*/ 9156690 w 12193149"/>
              <a:gd name="connsiteY64" fmla="*/ 1903228 h 2344739"/>
              <a:gd name="connsiteX65" fmla="*/ 9054601 w 12193149"/>
              <a:gd name="connsiteY65" fmla="*/ 1910755 h 2344739"/>
              <a:gd name="connsiteX66" fmla="*/ 9006634 w 12193149"/>
              <a:gd name="connsiteY66" fmla="*/ 1914040 h 2344739"/>
              <a:gd name="connsiteX67" fmla="*/ 9006349 w 12193149"/>
              <a:gd name="connsiteY67" fmla="*/ 1913800 h 2344739"/>
              <a:gd name="connsiteX68" fmla="*/ 8997380 w 12193149"/>
              <a:gd name="connsiteY68" fmla="*/ 1915011 h 2344739"/>
              <a:gd name="connsiteX69" fmla="*/ 8991542 w 12193149"/>
              <a:gd name="connsiteY69" fmla="*/ 1917072 h 2344739"/>
              <a:gd name="connsiteX70" fmla="*/ 8975485 w 12193149"/>
              <a:gd name="connsiteY70" fmla="*/ 1920298 h 2344739"/>
              <a:gd name="connsiteX71" fmla="*/ 8969159 w 12193149"/>
              <a:gd name="connsiteY71" fmla="*/ 1919598 h 2344739"/>
              <a:gd name="connsiteX72" fmla="*/ 8964196 w 12193149"/>
              <a:gd name="connsiteY72" fmla="*/ 1917373 h 2344739"/>
              <a:gd name="connsiteX73" fmla="*/ 8930136 w 12193149"/>
              <a:gd name="connsiteY73" fmla="*/ 1914185 h 2344739"/>
              <a:gd name="connsiteX74" fmla="*/ 8753592 w 12193149"/>
              <a:gd name="connsiteY74" fmla="*/ 1933417 h 2344739"/>
              <a:gd name="connsiteX75" fmla="*/ 8708995 w 12193149"/>
              <a:gd name="connsiteY75" fmla="*/ 1935518 h 2344739"/>
              <a:gd name="connsiteX76" fmla="*/ 8597219 w 12193149"/>
              <a:gd name="connsiteY76" fmla="*/ 1944090 h 2344739"/>
              <a:gd name="connsiteX77" fmla="*/ 8526378 w 12193149"/>
              <a:gd name="connsiteY77" fmla="*/ 1929248 h 2344739"/>
              <a:gd name="connsiteX78" fmla="*/ 8512131 w 12193149"/>
              <a:gd name="connsiteY78" fmla="*/ 1935163 h 2344739"/>
              <a:gd name="connsiteX79" fmla="*/ 8507315 w 12193149"/>
              <a:gd name="connsiteY79" fmla="*/ 1938164 h 2344739"/>
              <a:gd name="connsiteX80" fmla="*/ 8499116 w 12193149"/>
              <a:gd name="connsiteY80" fmla="*/ 1940902 h 2344739"/>
              <a:gd name="connsiteX81" fmla="*/ 8498742 w 12193149"/>
              <a:gd name="connsiteY81" fmla="*/ 1940723 h 2344739"/>
              <a:gd name="connsiteX82" fmla="*/ 8491397 w 12193149"/>
              <a:gd name="connsiteY82" fmla="*/ 1943773 h 2344739"/>
              <a:gd name="connsiteX83" fmla="*/ 8368330 w 12193149"/>
              <a:gd name="connsiteY83" fmla="*/ 1957815 h 2344739"/>
              <a:gd name="connsiteX84" fmla="*/ 8354947 w 12193149"/>
              <a:gd name="connsiteY84" fmla="*/ 1958009 h 2344739"/>
              <a:gd name="connsiteX85" fmla="*/ 8321252 w 12193149"/>
              <a:gd name="connsiteY85" fmla="*/ 1974587 h 2344739"/>
              <a:gd name="connsiteX86" fmla="*/ 8315581 w 12193149"/>
              <a:gd name="connsiteY86" fmla="*/ 1974913 h 2344739"/>
              <a:gd name="connsiteX87" fmla="*/ 8296322 w 12193149"/>
              <a:gd name="connsiteY87" fmla="*/ 1988808 h 2344739"/>
              <a:gd name="connsiteX88" fmla="*/ 8285424 w 12193149"/>
              <a:gd name="connsiteY88" fmla="*/ 1994631 h 2344739"/>
              <a:gd name="connsiteX89" fmla="*/ 8284298 w 12193149"/>
              <a:gd name="connsiteY89" fmla="*/ 1999074 h 2344739"/>
              <a:gd name="connsiteX90" fmla="*/ 8267224 w 12193149"/>
              <a:gd name="connsiteY90" fmla="*/ 2006249 h 2344739"/>
              <a:gd name="connsiteX91" fmla="*/ 8264525 w 12193149"/>
              <a:gd name="connsiteY91" fmla="*/ 2006019 h 2344739"/>
              <a:gd name="connsiteX92" fmla="*/ 8253181 w 12193149"/>
              <a:gd name="connsiteY92" fmla="*/ 2015862 h 2344739"/>
              <a:gd name="connsiteX93" fmla="*/ 8246982 w 12193149"/>
              <a:gd name="connsiteY93" fmla="*/ 2028854 h 2344739"/>
              <a:gd name="connsiteX94" fmla="*/ 8091420 w 12193149"/>
              <a:gd name="connsiteY94" fmla="*/ 2075015 h 2344739"/>
              <a:gd name="connsiteX95" fmla="*/ 7906555 w 12193149"/>
              <a:gd name="connsiteY95" fmla="*/ 2116988 h 2344739"/>
              <a:gd name="connsiteX96" fmla="*/ 7719893 w 12193149"/>
              <a:gd name="connsiteY96" fmla="*/ 2142703 h 2344739"/>
              <a:gd name="connsiteX97" fmla="*/ 7615495 w 12193149"/>
              <a:gd name="connsiteY97" fmla="*/ 2139232 h 2344739"/>
              <a:gd name="connsiteX98" fmla="*/ 7528691 w 12193149"/>
              <a:gd name="connsiteY98" fmla="*/ 2145060 h 2344739"/>
              <a:gd name="connsiteX99" fmla="*/ 7520719 w 12193149"/>
              <a:gd name="connsiteY99" fmla="*/ 2147613 h 2344739"/>
              <a:gd name="connsiteX100" fmla="*/ 7508559 w 12193149"/>
              <a:gd name="connsiteY100" fmla="*/ 2148948 h 2344739"/>
              <a:gd name="connsiteX101" fmla="*/ 7508188 w 12193149"/>
              <a:gd name="connsiteY101" fmla="*/ 2148621 h 2344739"/>
              <a:gd name="connsiteX102" fmla="*/ 7496943 w 12193149"/>
              <a:gd name="connsiteY102" fmla="*/ 2150573 h 2344739"/>
              <a:gd name="connsiteX103" fmla="*/ 7219707 w 12193149"/>
              <a:gd name="connsiteY103" fmla="*/ 2156680 h 2344739"/>
              <a:gd name="connsiteX104" fmla="*/ 7202249 w 12193149"/>
              <a:gd name="connsiteY104" fmla="*/ 2161230 h 2344739"/>
              <a:gd name="connsiteX105" fmla="*/ 7198152 w 12193149"/>
              <a:gd name="connsiteY105" fmla="*/ 2166588 h 2344739"/>
              <a:gd name="connsiteX106" fmla="*/ 7171956 w 12193149"/>
              <a:gd name="connsiteY106" fmla="*/ 2171236 h 2344739"/>
              <a:gd name="connsiteX107" fmla="*/ 7098136 w 12193149"/>
              <a:gd name="connsiteY107" fmla="*/ 2183464 h 2344739"/>
              <a:gd name="connsiteX108" fmla="*/ 7019644 w 12193149"/>
              <a:gd name="connsiteY108" fmla="*/ 2183090 h 2344739"/>
              <a:gd name="connsiteX109" fmla="*/ 6905294 w 12193149"/>
              <a:gd name="connsiteY109" fmla="*/ 2212596 h 2344739"/>
              <a:gd name="connsiteX110" fmla="*/ 6709370 w 12193149"/>
              <a:gd name="connsiteY110" fmla="*/ 2240551 h 2344739"/>
              <a:gd name="connsiteX111" fmla="*/ 6550602 w 12193149"/>
              <a:gd name="connsiteY111" fmla="*/ 2269327 h 2344739"/>
              <a:gd name="connsiteX112" fmla="*/ 6318708 w 12193149"/>
              <a:gd name="connsiteY112" fmla="*/ 2316127 h 2344739"/>
              <a:gd name="connsiteX113" fmla="*/ 6169822 w 12193149"/>
              <a:gd name="connsiteY113" fmla="*/ 2318214 h 2344739"/>
              <a:gd name="connsiteX114" fmla="*/ 6074996 w 12193149"/>
              <a:gd name="connsiteY114" fmla="*/ 2338676 h 2344739"/>
              <a:gd name="connsiteX115" fmla="*/ 6069677 w 12193149"/>
              <a:gd name="connsiteY115" fmla="*/ 2337139 h 2344739"/>
              <a:gd name="connsiteX116" fmla="*/ 6049786 w 12193149"/>
              <a:gd name="connsiteY116" fmla="*/ 2337822 h 2344739"/>
              <a:gd name="connsiteX117" fmla="*/ 6042433 w 12193149"/>
              <a:gd name="connsiteY117" fmla="*/ 2329473 h 2344739"/>
              <a:gd name="connsiteX118" fmla="*/ 6011238 w 12193149"/>
              <a:gd name="connsiteY118" fmla="*/ 2324380 h 2344739"/>
              <a:gd name="connsiteX119" fmla="*/ 5958523 w 12193149"/>
              <a:gd name="connsiteY119" fmla="*/ 2328024 h 2344739"/>
              <a:gd name="connsiteX120" fmla="*/ 5760067 w 12193149"/>
              <a:gd name="connsiteY120" fmla="*/ 2343716 h 2344739"/>
              <a:gd name="connsiteX121" fmla="*/ 5628108 w 12193149"/>
              <a:gd name="connsiteY121" fmla="*/ 2344739 h 2344739"/>
              <a:gd name="connsiteX122" fmla="*/ 5472054 w 12193149"/>
              <a:gd name="connsiteY122" fmla="*/ 2330719 h 2344739"/>
              <a:gd name="connsiteX123" fmla="*/ 5433909 w 12193149"/>
              <a:gd name="connsiteY123" fmla="*/ 2319466 h 2344739"/>
              <a:gd name="connsiteX124" fmla="*/ 5382817 w 12193149"/>
              <a:gd name="connsiteY124" fmla="*/ 2301764 h 2344739"/>
              <a:gd name="connsiteX125" fmla="*/ 5262912 w 12193149"/>
              <a:gd name="connsiteY125" fmla="*/ 2281347 h 2344739"/>
              <a:gd name="connsiteX126" fmla="*/ 5224109 w 12193149"/>
              <a:gd name="connsiteY126" fmla="*/ 2270223 h 2344739"/>
              <a:gd name="connsiteX127" fmla="*/ 5175808 w 12193149"/>
              <a:gd name="connsiteY127" fmla="*/ 2267233 h 2344739"/>
              <a:gd name="connsiteX128" fmla="*/ 5157702 w 12193149"/>
              <a:gd name="connsiteY128" fmla="*/ 2260010 h 2344739"/>
              <a:gd name="connsiteX129" fmla="*/ 5143747 w 12193149"/>
              <a:gd name="connsiteY129" fmla="*/ 2256610 h 2344739"/>
              <a:gd name="connsiteX130" fmla="*/ 5140744 w 12193149"/>
              <a:gd name="connsiteY130" fmla="*/ 2254509 h 2344739"/>
              <a:gd name="connsiteX131" fmla="*/ 5122807 w 12193149"/>
              <a:gd name="connsiteY131" fmla="*/ 2243656 h 2344739"/>
              <a:gd name="connsiteX132" fmla="*/ 5066938 w 12193149"/>
              <a:gd name="connsiteY132" fmla="*/ 2250227 h 2344739"/>
              <a:gd name="connsiteX133" fmla="*/ 5012662 w 12193149"/>
              <a:gd name="connsiteY133" fmla="*/ 2233846 h 2344739"/>
              <a:gd name="connsiteX134" fmla="*/ 4841589 w 12193149"/>
              <a:gd name="connsiteY134" fmla="*/ 2209829 h 2344739"/>
              <a:gd name="connsiteX135" fmla="*/ 4763595 w 12193149"/>
              <a:gd name="connsiteY135" fmla="*/ 2182061 h 2344739"/>
              <a:gd name="connsiteX136" fmla="*/ 4724334 w 12193149"/>
              <a:gd name="connsiteY136" fmla="*/ 2173047 h 2344739"/>
              <a:gd name="connsiteX137" fmla="*/ 4722324 w 12193149"/>
              <a:gd name="connsiteY137" fmla="*/ 2172298 h 2344739"/>
              <a:gd name="connsiteX138" fmla="*/ 4723259 w 12193149"/>
              <a:gd name="connsiteY138" fmla="*/ 2172087 h 2344739"/>
              <a:gd name="connsiteX139" fmla="*/ 4718350 w 12193149"/>
              <a:gd name="connsiteY139" fmla="*/ 2170817 h 2344739"/>
              <a:gd name="connsiteX140" fmla="*/ 4722324 w 12193149"/>
              <a:gd name="connsiteY140" fmla="*/ 2172298 h 2344739"/>
              <a:gd name="connsiteX141" fmla="*/ 4716674 w 12193149"/>
              <a:gd name="connsiteY141" fmla="*/ 2173573 h 2344739"/>
              <a:gd name="connsiteX142" fmla="*/ 4516962 w 12193149"/>
              <a:gd name="connsiteY142" fmla="*/ 2163671 h 2344739"/>
              <a:gd name="connsiteX143" fmla="*/ 4429691 w 12193149"/>
              <a:gd name="connsiteY143" fmla="*/ 2153020 h 2344739"/>
              <a:gd name="connsiteX144" fmla="*/ 4364023 w 12193149"/>
              <a:gd name="connsiteY144" fmla="*/ 2151674 h 2344739"/>
              <a:gd name="connsiteX145" fmla="*/ 4318114 w 12193149"/>
              <a:gd name="connsiteY145" fmla="*/ 2158289 h 2344739"/>
              <a:gd name="connsiteX146" fmla="*/ 4316258 w 12193149"/>
              <a:gd name="connsiteY146" fmla="*/ 2156948 h 2344739"/>
              <a:gd name="connsiteX147" fmla="*/ 4296292 w 12193149"/>
              <a:gd name="connsiteY147" fmla="*/ 2155069 h 2344739"/>
              <a:gd name="connsiteX148" fmla="*/ 4291212 w 12193149"/>
              <a:gd name="connsiteY148" fmla="*/ 2157986 h 2344739"/>
              <a:gd name="connsiteX149" fmla="*/ 4277290 w 12193149"/>
              <a:gd name="connsiteY149" fmla="*/ 2157740 h 2344739"/>
              <a:gd name="connsiteX150" fmla="*/ 4249265 w 12193149"/>
              <a:gd name="connsiteY150" fmla="*/ 2160064 h 2344739"/>
              <a:gd name="connsiteX151" fmla="*/ 4203199 w 12193149"/>
              <a:gd name="connsiteY151" fmla="*/ 2157269 h 2344739"/>
              <a:gd name="connsiteX152" fmla="*/ 4202893 w 12193149"/>
              <a:gd name="connsiteY152" fmla="*/ 2156010 h 2344739"/>
              <a:gd name="connsiteX153" fmla="*/ 4192396 w 12193149"/>
              <a:gd name="connsiteY153" fmla="*/ 2150376 h 2344739"/>
              <a:gd name="connsiteX154" fmla="*/ 4143893 w 12193149"/>
              <a:gd name="connsiteY154" fmla="*/ 2134511 h 2344739"/>
              <a:gd name="connsiteX155" fmla="*/ 4084245 w 12193149"/>
              <a:gd name="connsiteY155" fmla="*/ 2107978 h 2344739"/>
              <a:gd name="connsiteX156" fmla="*/ 4075694 w 12193149"/>
              <a:gd name="connsiteY156" fmla="*/ 2107143 h 2344739"/>
              <a:gd name="connsiteX157" fmla="*/ 4075575 w 12193149"/>
              <a:gd name="connsiteY157" fmla="*/ 2106844 h 2344739"/>
              <a:gd name="connsiteX158" fmla="*/ 4066658 w 12193149"/>
              <a:gd name="connsiteY158" fmla="*/ 2105400 h 2344739"/>
              <a:gd name="connsiteX159" fmla="*/ 4060102 w 12193149"/>
              <a:gd name="connsiteY159" fmla="*/ 2105618 h 2344739"/>
              <a:gd name="connsiteX160" fmla="*/ 4043512 w 12193149"/>
              <a:gd name="connsiteY160" fmla="*/ 2103997 h 2344739"/>
              <a:gd name="connsiteX161" fmla="*/ 4038145 w 12193149"/>
              <a:gd name="connsiteY161" fmla="*/ 2101563 h 2344739"/>
              <a:gd name="connsiteX162" fmla="*/ 4036511 w 12193149"/>
              <a:gd name="connsiteY162" fmla="*/ 2097896 h 2344739"/>
              <a:gd name="connsiteX163" fmla="*/ 4034926 w 12193149"/>
              <a:gd name="connsiteY163" fmla="*/ 2098131 h 2344739"/>
              <a:gd name="connsiteX164" fmla="*/ 4005686 w 12193149"/>
              <a:gd name="connsiteY164" fmla="*/ 2085563 h 2344739"/>
              <a:gd name="connsiteX165" fmla="*/ 3937994 w 12193149"/>
              <a:gd name="connsiteY165" fmla="*/ 2068106 h 2344739"/>
              <a:gd name="connsiteX166" fmla="*/ 3898423 w 12193149"/>
              <a:gd name="connsiteY166" fmla="*/ 2062451 h 2344739"/>
              <a:gd name="connsiteX167" fmla="*/ 3790908 w 12193149"/>
              <a:gd name="connsiteY167" fmla="*/ 2042213 h 2344739"/>
              <a:gd name="connsiteX168" fmla="*/ 3683661 w 12193149"/>
              <a:gd name="connsiteY168" fmla="*/ 2018290 h 2344739"/>
              <a:gd name="connsiteX169" fmla="*/ 3611183 w 12193149"/>
              <a:gd name="connsiteY169" fmla="*/ 1986019 h 2344739"/>
              <a:gd name="connsiteX170" fmla="*/ 3605003 w 12193149"/>
              <a:gd name="connsiteY170" fmla="*/ 1987381 h 2344739"/>
              <a:gd name="connsiteX171" fmla="*/ 3595884 w 12193149"/>
              <a:gd name="connsiteY171" fmla="*/ 1987545 h 2344739"/>
              <a:gd name="connsiteX172" fmla="*/ 3595649 w 12193149"/>
              <a:gd name="connsiteY172" fmla="*/ 1987276 h 2344739"/>
              <a:gd name="connsiteX173" fmla="*/ 3587126 w 12193149"/>
              <a:gd name="connsiteY173" fmla="*/ 1987966 h 2344739"/>
              <a:gd name="connsiteX174" fmla="*/ 3537283 w 12193149"/>
              <a:gd name="connsiteY174" fmla="*/ 1978267 h 2344739"/>
              <a:gd name="connsiteX175" fmla="*/ 3474371 w 12193149"/>
              <a:gd name="connsiteY175" fmla="*/ 1974606 h 2344739"/>
              <a:gd name="connsiteX176" fmla="*/ 3401876 w 12193149"/>
              <a:gd name="connsiteY176" fmla="*/ 1962558 h 2344739"/>
              <a:gd name="connsiteX177" fmla="*/ 3365036 w 12193149"/>
              <a:gd name="connsiteY177" fmla="*/ 1979510 h 2344739"/>
              <a:gd name="connsiteX178" fmla="*/ 3345174 w 12193149"/>
              <a:gd name="connsiteY178" fmla="*/ 1981192 h 2344739"/>
              <a:gd name="connsiteX179" fmla="*/ 3342846 w 12193149"/>
              <a:gd name="connsiteY179" fmla="*/ 1980217 h 2344739"/>
              <a:gd name="connsiteX180" fmla="*/ 3263504 w 12193149"/>
              <a:gd name="connsiteY180" fmla="*/ 1986094 h 2344739"/>
              <a:gd name="connsiteX181" fmla="*/ 3143704 w 12193149"/>
              <a:gd name="connsiteY181" fmla="*/ 1993869 h 2344739"/>
              <a:gd name="connsiteX182" fmla="*/ 3031439 w 12193149"/>
              <a:gd name="connsiteY182" fmla="*/ 1996512 h 2344739"/>
              <a:gd name="connsiteX183" fmla="*/ 2782717 w 12193149"/>
              <a:gd name="connsiteY183" fmla="*/ 2018333 h 2344739"/>
              <a:gd name="connsiteX184" fmla="*/ 2647675 w 12193149"/>
              <a:gd name="connsiteY184" fmla="*/ 2028869 h 2344739"/>
              <a:gd name="connsiteX185" fmla="*/ 2569176 w 12193149"/>
              <a:gd name="connsiteY185" fmla="*/ 2002628 h 2344739"/>
              <a:gd name="connsiteX186" fmla="*/ 2444403 w 12193149"/>
              <a:gd name="connsiteY186" fmla="*/ 2016529 h 2344739"/>
              <a:gd name="connsiteX187" fmla="*/ 2316260 w 12193149"/>
              <a:gd name="connsiteY187" fmla="*/ 2024996 h 2344739"/>
              <a:gd name="connsiteX188" fmla="*/ 2209726 w 12193149"/>
              <a:gd name="connsiteY188" fmla="*/ 2019763 h 2344739"/>
              <a:gd name="connsiteX189" fmla="*/ 2095813 w 12193149"/>
              <a:gd name="connsiteY189" fmla="*/ 2003052 h 2344739"/>
              <a:gd name="connsiteX190" fmla="*/ 1998504 w 12193149"/>
              <a:gd name="connsiteY190" fmla="*/ 1995032 h 2344739"/>
              <a:gd name="connsiteX191" fmla="*/ 1929320 w 12193149"/>
              <a:gd name="connsiteY191" fmla="*/ 2016977 h 2344739"/>
              <a:gd name="connsiteX192" fmla="*/ 1922798 w 12193149"/>
              <a:gd name="connsiteY192" fmla="*/ 2012146 h 2344739"/>
              <a:gd name="connsiteX193" fmla="*/ 1874228 w 12193149"/>
              <a:gd name="connsiteY193" fmla="*/ 2013741 h 2344739"/>
              <a:gd name="connsiteX194" fmla="*/ 1787803 w 12193149"/>
              <a:gd name="connsiteY194" fmla="*/ 2041363 h 2344739"/>
              <a:gd name="connsiteX195" fmla="*/ 1739352 w 12193149"/>
              <a:gd name="connsiteY195" fmla="*/ 2036312 h 2344739"/>
              <a:gd name="connsiteX196" fmla="*/ 1676219 w 12193149"/>
              <a:gd name="connsiteY196" fmla="*/ 2019963 h 2344739"/>
              <a:gd name="connsiteX197" fmla="*/ 1609817 w 12193149"/>
              <a:gd name="connsiteY197" fmla="*/ 2013066 h 2344739"/>
              <a:gd name="connsiteX198" fmla="*/ 1497258 w 12193149"/>
              <a:gd name="connsiteY198" fmla="*/ 1987476 h 2344739"/>
              <a:gd name="connsiteX199" fmla="*/ 1151127 w 12193149"/>
              <a:gd name="connsiteY199" fmla="*/ 1938041 h 2344739"/>
              <a:gd name="connsiteX200" fmla="*/ 859417 w 12193149"/>
              <a:gd name="connsiteY200" fmla="*/ 1928608 h 2344739"/>
              <a:gd name="connsiteX201" fmla="*/ 838688 w 12193149"/>
              <a:gd name="connsiteY201" fmla="*/ 1929821 h 2344739"/>
              <a:gd name="connsiteX202" fmla="*/ 817957 w 12193149"/>
              <a:gd name="connsiteY202" fmla="*/ 1927857 h 2344739"/>
              <a:gd name="connsiteX203" fmla="*/ 812654 w 12193149"/>
              <a:gd name="connsiteY203" fmla="*/ 1930751 h 2344739"/>
              <a:gd name="connsiteX204" fmla="*/ 721195 w 12193149"/>
              <a:gd name="connsiteY204" fmla="*/ 1929661 h 2344739"/>
              <a:gd name="connsiteX205" fmla="*/ 720890 w 12193149"/>
              <a:gd name="connsiteY205" fmla="*/ 1928399 h 2344739"/>
              <a:gd name="connsiteX206" fmla="*/ 710023 w 12193149"/>
              <a:gd name="connsiteY206" fmla="*/ 1922722 h 2344739"/>
              <a:gd name="connsiteX207" fmla="*/ 597940 w 12193149"/>
              <a:gd name="connsiteY207" fmla="*/ 1879864 h 2344739"/>
              <a:gd name="connsiteX208" fmla="*/ 579683 w 12193149"/>
              <a:gd name="connsiteY208" fmla="*/ 1877212 h 2344739"/>
              <a:gd name="connsiteX209" fmla="*/ 572865 w 12193149"/>
              <a:gd name="connsiteY209" fmla="*/ 1877401 h 2344739"/>
              <a:gd name="connsiteX210" fmla="*/ 446247 w 12193149"/>
              <a:gd name="connsiteY210" fmla="*/ 1839371 h 2344739"/>
              <a:gd name="connsiteX211" fmla="*/ 405163 w 12193149"/>
              <a:gd name="connsiteY211" fmla="*/ 1833548 h 2344739"/>
              <a:gd name="connsiteX212" fmla="*/ 293583 w 12193149"/>
              <a:gd name="connsiteY212" fmla="*/ 1812852 h 2344739"/>
              <a:gd name="connsiteX213" fmla="*/ 119529 w 12193149"/>
              <a:gd name="connsiteY213" fmla="*/ 1761047 h 2344739"/>
              <a:gd name="connsiteX214" fmla="*/ 16674 w 12193149"/>
              <a:gd name="connsiteY214" fmla="*/ 1758191 h 2344739"/>
              <a:gd name="connsiteX215" fmla="*/ 1150 w 12193149"/>
              <a:gd name="connsiteY215" fmla="*/ 1752722 h 2344739"/>
              <a:gd name="connsiteX216" fmla="*/ 1148 w 12193149"/>
              <a:gd name="connsiteY216" fmla="*/ 222213 h 2344739"/>
              <a:gd name="connsiteX217" fmla="*/ 1148 w 12193149"/>
              <a:gd name="connsiteY217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9 w 12193149"/>
              <a:gd name="connsiteY2" fmla="*/ 579739 h 2344739"/>
              <a:gd name="connsiteX3" fmla="*/ 12185986 w 12193149"/>
              <a:gd name="connsiteY3" fmla="*/ 584189 h 2344739"/>
              <a:gd name="connsiteX4" fmla="*/ 12156363 w 12193149"/>
              <a:gd name="connsiteY4" fmla="*/ 597366 h 2344739"/>
              <a:gd name="connsiteX5" fmla="*/ 12139215 w 12193149"/>
              <a:gd name="connsiteY5" fmla="*/ 623179 h 2344739"/>
              <a:gd name="connsiteX6" fmla="*/ 12126327 w 12193149"/>
              <a:gd name="connsiteY6" fmla="*/ 624690 h 2344739"/>
              <a:gd name="connsiteX7" fmla="*/ 12124007 w 12193149"/>
              <a:gd name="connsiteY7" fmla="*/ 624794 h 2344739"/>
              <a:gd name="connsiteX8" fmla="*/ 12116854 w 12193149"/>
              <a:gd name="connsiteY8" fmla="*/ 628608 h 2344739"/>
              <a:gd name="connsiteX9" fmla="*/ 12099497 w 12193149"/>
              <a:gd name="connsiteY9" fmla="*/ 628139 h 2344739"/>
              <a:gd name="connsiteX10" fmla="*/ 12087073 w 12193149"/>
              <a:gd name="connsiteY10" fmla="*/ 636341 h 2344739"/>
              <a:gd name="connsiteX11" fmla="*/ 12031073 w 12193149"/>
              <a:gd name="connsiteY11" fmla="*/ 680009 h 2344739"/>
              <a:gd name="connsiteX12" fmla="*/ 11995833 w 12193149"/>
              <a:gd name="connsiteY12" fmla="*/ 703458 h 2344739"/>
              <a:gd name="connsiteX13" fmla="*/ 11979717 w 12193149"/>
              <a:gd name="connsiteY13" fmla="*/ 708161 h 2344739"/>
              <a:gd name="connsiteX14" fmla="*/ 11959046 w 12193149"/>
              <a:gd name="connsiteY14" fmla="*/ 717558 h 2344739"/>
              <a:gd name="connsiteX15" fmla="*/ 11920454 w 12193149"/>
              <a:gd name="connsiteY15" fmla="*/ 730883 h 2344739"/>
              <a:gd name="connsiteX16" fmla="*/ 11903656 w 12193149"/>
              <a:gd name="connsiteY16" fmla="*/ 742426 h 2344739"/>
              <a:gd name="connsiteX17" fmla="*/ 11895048 w 12193149"/>
              <a:gd name="connsiteY17" fmla="*/ 744791 h 2344739"/>
              <a:gd name="connsiteX18" fmla="*/ 11891968 w 12193149"/>
              <a:gd name="connsiteY18" fmla="*/ 755729 h 2344739"/>
              <a:gd name="connsiteX19" fmla="*/ 11870776 w 12193149"/>
              <a:gd name="connsiteY19" fmla="*/ 777816 h 2344739"/>
              <a:gd name="connsiteX20" fmla="*/ 11813376 w 12193149"/>
              <a:gd name="connsiteY20" fmla="*/ 797659 h 2344739"/>
              <a:gd name="connsiteX21" fmla="*/ 11590693 w 12193149"/>
              <a:gd name="connsiteY21" fmla="*/ 963777 h 2344739"/>
              <a:gd name="connsiteX22" fmla="*/ 11506817 w 12193149"/>
              <a:gd name="connsiteY22" fmla="*/ 1033623 h 2344739"/>
              <a:gd name="connsiteX23" fmla="*/ 11280332 w 12193149"/>
              <a:gd name="connsiteY23" fmla="*/ 1223571 h 2344739"/>
              <a:gd name="connsiteX24" fmla="*/ 11228309 w 12193149"/>
              <a:gd name="connsiteY24" fmla="*/ 1276236 h 2344739"/>
              <a:gd name="connsiteX25" fmla="*/ 11218087 w 12193149"/>
              <a:gd name="connsiteY25" fmla="*/ 1275961 h 2344739"/>
              <a:gd name="connsiteX26" fmla="*/ 11217184 w 12193149"/>
              <a:gd name="connsiteY26" fmla="*/ 1275018 h 2344739"/>
              <a:gd name="connsiteX27" fmla="*/ 11188885 w 12193149"/>
              <a:gd name="connsiteY27" fmla="*/ 1292383 h 2344739"/>
              <a:gd name="connsiteX28" fmla="*/ 11184501 w 12193149"/>
              <a:gd name="connsiteY28" fmla="*/ 1292525 h 2344739"/>
              <a:gd name="connsiteX29" fmla="*/ 11166854 w 12193149"/>
              <a:gd name="connsiteY29" fmla="*/ 1306612 h 2344739"/>
              <a:gd name="connsiteX30" fmla="*/ 11157311 w 12193149"/>
              <a:gd name="connsiteY30" fmla="*/ 1312414 h 2344739"/>
              <a:gd name="connsiteX31" fmla="*/ 11155496 w 12193149"/>
              <a:gd name="connsiteY31" fmla="*/ 1317097 h 2344739"/>
              <a:gd name="connsiteX32" fmla="*/ 11140961 w 12193149"/>
              <a:gd name="connsiteY32" fmla="*/ 1324115 h 2344739"/>
              <a:gd name="connsiteX33" fmla="*/ 11138961 w 12193149"/>
              <a:gd name="connsiteY33" fmla="*/ 1323772 h 2344739"/>
              <a:gd name="connsiteX34" fmla="*/ 11128208 w 12193149"/>
              <a:gd name="connsiteY34" fmla="*/ 1333832 h 2344739"/>
              <a:gd name="connsiteX35" fmla="*/ 11120691 w 12193149"/>
              <a:gd name="connsiteY35" fmla="*/ 1347424 h 2344739"/>
              <a:gd name="connsiteX36" fmla="*/ 10894683 w 12193149"/>
              <a:gd name="connsiteY36" fmla="*/ 1473399 h 2344739"/>
              <a:gd name="connsiteX37" fmla="*/ 10773300 w 12193149"/>
              <a:gd name="connsiteY37" fmla="*/ 1523191 h 2344739"/>
              <a:gd name="connsiteX38" fmla="*/ 10627668 w 12193149"/>
              <a:gd name="connsiteY38" fmla="*/ 1559229 h 2344739"/>
              <a:gd name="connsiteX39" fmla="*/ 10581895 w 12193149"/>
              <a:gd name="connsiteY39" fmla="*/ 1568689 h 2344739"/>
              <a:gd name="connsiteX40" fmla="*/ 10547790 w 12193149"/>
              <a:gd name="connsiteY40" fmla="*/ 1598423 h 2344739"/>
              <a:gd name="connsiteX41" fmla="*/ 10529643 w 12193149"/>
              <a:gd name="connsiteY41" fmla="*/ 1596907 h 2344739"/>
              <a:gd name="connsiteX42" fmla="*/ 10526446 w 12193149"/>
              <a:gd name="connsiteY42" fmla="*/ 1596411 h 2344739"/>
              <a:gd name="connsiteX43" fmla="*/ 10515129 w 12193149"/>
              <a:gd name="connsiteY43" fmla="*/ 1599537 h 2344739"/>
              <a:gd name="connsiteX44" fmla="*/ 10491735 w 12193149"/>
              <a:gd name="connsiteY44" fmla="*/ 1594156 h 2344739"/>
              <a:gd name="connsiteX45" fmla="*/ 10471418 w 12193149"/>
              <a:gd name="connsiteY45" fmla="*/ 1601693 h 2344739"/>
              <a:gd name="connsiteX46" fmla="*/ 10377042 w 12193149"/>
              <a:gd name="connsiteY46" fmla="*/ 1644598 h 2344739"/>
              <a:gd name="connsiteX47" fmla="*/ 10319338 w 12193149"/>
              <a:gd name="connsiteY47" fmla="*/ 1666221 h 2344739"/>
              <a:gd name="connsiteX48" fmla="*/ 10295467 w 12193149"/>
              <a:gd name="connsiteY48" fmla="*/ 1668079 h 2344739"/>
              <a:gd name="connsiteX49" fmla="*/ 10263443 w 12193149"/>
              <a:gd name="connsiteY49" fmla="*/ 1674948 h 2344739"/>
              <a:gd name="connsiteX50" fmla="*/ 10205418 w 12193149"/>
              <a:gd name="connsiteY50" fmla="*/ 1682149 h 2344739"/>
              <a:gd name="connsiteX51" fmla="*/ 10177759 w 12193149"/>
              <a:gd name="connsiteY51" fmla="*/ 1692943 h 2344739"/>
              <a:gd name="connsiteX52" fmla="*/ 10165070 w 12193149"/>
              <a:gd name="connsiteY52" fmla="*/ 1693739 h 2344739"/>
              <a:gd name="connsiteX53" fmla="*/ 10156308 w 12193149"/>
              <a:gd name="connsiteY53" fmla="*/ 1707487 h 2344739"/>
              <a:gd name="connsiteX54" fmla="*/ 10118267 w 12193149"/>
              <a:gd name="connsiteY54" fmla="*/ 1731142 h 2344739"/>
              <a:gd name="connsiteX55" fmla="*/ 10083317 w 12193149"/>
              <a:gd name="connsiteY55" fmla="*/ 1743296 h 2344739"/>
              <a:gd name="connsiteX56" fmla="*/ 10040388 w 12193149"/>
              <a:gd name="connsiteY56" fmla="*/ 1741632 h 2344739"/>
              <a:gd name="connsiteX57" fmla="*/ 9961167 w 12193149"/>
              <a:gd name="connsiteY57" fmla="*/ 1757147 h 2344739"/>
              <a:gd name="connsiteX58" fmla="*/ 9848940 w 12193149"/>
              <a:gd name="connsiteY58" fmla="*/ 1763915 h 2344739"/>
              <a:gd name="connsiteX59" fmla="*/ 9729457 w 12193149"/>
              <a:gd name="connsiteY59" fmla="*/ 1784122 h 2344739"/>
              <a:gd name="connsiteX60" fmla="*/ 9613704 w 12193149"/>
              <a:gd name="connsiteY60" fmla="*/ 1812371 h 2344739"/>
              <a:gd name="connsiteX61" fmla="*/ 9338590 w 12193149"/>
              <a:gd name="connsiteY61" fmla="*/ 1869293 h 2344739"/>
              <a:gd name="connsiteX62" fmla="*/ 9232518 w 12193149"/>
              <a:gd name="connsiteY62" fmla="*/ 1893149 h 2344739"/>
              <a:gd name="connsiteX63" fmla="*/ 9156690 w 12193149"/>
              <a:gd name="connsiteY63" fmla="*/ 1903228 h 2344739"/>
              <a:gd name="connsiteX64" fmla="*/ 9054601 w 12193149"/>
              <a:gd name="connsiteY64" fmla="*/ 1910755 h 2344739"/>
              <a:gd name="connsiteX65" fmla="*/ 9006634 w 12193149"/>
              <a:gd name="connsiteY65" fmla="*/ 1914040 h 2344739"/>
              <a:gd name="connsiteX66" fmla="*/ 9006349 w 12193149"/>
              <a:gd name="connsiteY66" fmla="*/ 1913800 h 2344739"/>
              <a:gd name="connsiteX67" fmla="*/ 8997380 w 12193149"/>
              <a:gd name="connsiteY67" fmla="*/ 1915011 h 2344739"/>
              <a:gd name="connsiteX68" fmla="*/ 8991542 w 12193149"/>
              <a:gd name="connsiteY68" fmla="*/ 1917072 h 2344739"/>
              <a:gd name="connsiteX69" fmla="*/ 8975485 w 12193149"/>
              <a:gd name="connsiteY69" fmla="*/ 1920298 h 2344739"/>
              <a:gd name="connsiteX70" fmla="*/ 8969159 w 12193149"/>
              <a:gd name="connsiteY70" fmla="*/ 1919598 h 2344739"/>
              <a:gd name="connsiteX71" fmla="*/ 8964196 w 12193149"/>
              <a:gd name="connsiteY71" fmla="*/ 1917373 h 2344739"/>
              <a:gd name="connsiteX72" fmla="*/ 8930136 w 12193149"/>
              <a:gd name="connsiteY72" fmla="*/ 1914185 h 2344739"/>
              <a:gd name="connsiteX73" fmla="*/ 8753592 w 12193149"/>
              <a:gd name="connsiteY73" fmla="*/ 1933417 h 2344739"/>
              <a:gd name="connsiteX74" fmla="*/ 8708995 w 12193149"/>
              <a:gd name="connsiteY74" fmla="*/ 1935518 h 2344739"/>
              <a:gd name="connsiteX75" fmla="*/ 8597219 w 12193149"/>
              <a:gd name="connsiteY75" fmla="*/ 1944090 h 2344739"/>
              <a:gd name="connsiteX76" fmla="*/ 8526378 w 12193149"/>
              <a:gd name="connsiteY76" fmla="*/ 1929248 h 2344739"/>
              <a:gd name="connsiteX77" fmla="*/ 8512131 w 12193149"/>
              <a:gd name="connsiteY77" fmla="*/ 1935163 h 2344739"/>
              <a:gd name="connsiteX78" fmla="*/ 8507315 w 12193149"/>
              <a:gd name="connsiteY78" fmla="*/ 1938164 h 2344739"/>
              <a:gd name="connsiteX79" fmla="*/ 8499116 w 12193149"/>
              <a:gd name="connsiteY79" fmla="*/ 1940902 h 2344739"/>
              <a:gd name="connsiteX80" fmla="*/ 8498742 w 12193149"/>
              <a:gd name="connsiteY80" fmla="*/ 1940723 h 2344739"/>
              <a:gd name="connsiteX81" fmla="*/ 8491397 w 12193149"/>
              <a:gd name="connsiteY81" fmla="*/ 1943773 h 2344739"/>
              <a:gd name="connsiteX82" fmla="*/ 8368330 w 12193149"/>
              <a:gd name="connsiteY82" fmla="*/ 1957815 h 2344739"/>
              <a:gd name="connsiteX83" fmla="*/ 8354947 w 12193149"/>
              <a:gd name="connsiteY83" fmla="*/ 1958009 h 2344739"/>
              <a:gd name="connsiteX84" fmla="*/ 8321252 w 12193149"/>
              <a:gd name="connsiteY84" fmla="*/ 1974587 h 2344739"/>
              <a:gd name="connsiteX85" fmla="*/ 8315581 w 12193149"/>
              <a:gd name="connsiteY85" fmla="*/ 1974913 h 2344739"/>
              <a:gd name="connsiteX86" fmla="*/ 8296322 w 12193149"/>
              <a:gd name="connsiteY86" fmla="*/ 1988808 h 2344739"/>
              <a:gd name="connsiteX87" fmla="*/ 8285424 w 12193149"/>
              <a:gd name="connsiteY87" fmla="*/ 1994631 h 2344739"/>
              <a:gd name="connsiteX88" fmla="*/ 8284298 w 12193149"/>
              <a:gd name="connsiteY88" fmla="*/ 1999074 h 2344739"/>
              <a:gd name="connsiteX89" fmla="*/ 8267224 w 12193149"/>
              <a:gd name="connsiteY89" fmla="*/ 2006249 h 2344739"/>
              <a:gd name="connsiteX90" fmla="*/ 8264525 w 12193149"/>
              <a:gd name="connsiteY90" fmla="*/ 2006019 h 2344739"/>
              <a:gd name="connsiteX91" fmla="*/ 8253181 w 12193149"/>
              <a:gd name="connsiteY91" fmla="*/ 2015862 h 2344739"/>
              <a:gd name="connsiteX92" fmla="*/ 8246982 w 12193149"/>
              <a:gd name="connsiteY92" fmla="*/ 2028854 h 2344739"/>
              <a:gd name="connsiteX93" fmla="*/ 8091420 w 12193149"/>
              <a:gd name="connsiteY93" fmla="*/ 2075015 h 2344739"/>
              <a:gd name="connsiteX94" fmla="*/ 7906555 w 12193149"/>
              <a:gd name="connsiteY94" fmla="*/ 2116988 h 2344739"/>
              <a:gd name="connsiteX95" fmla="*/ 7719893 w 12193149"/>
              <a:gd name="connsiteY95" fmla="*/ 2142703 h 2344739"/>
              <a:gd name="connsiteX96" fmla="*/ 7615495 w 12193149"/>
              <a:gd name="connsiteY96" fmla="*/ 2139232 h 2344739"/>
              <a:gd name="connsiteX97" fmla="*/ 7528691 w 12193149"/>
              <a:gd name="connsiteY97" fmla="*/ 2145060 h 2344739"/>
              <a:gd name="connsiteX98" fmla="*/ 7520719 w 12193149"/>
              <a:gd name="connsiteY98" fmla="*/ 2147613 h 2344739"/>
              <a:gd name="connsiteX99" fmla="*/ 7508559 w 12193149"/>
              <a:gd name="connsiteY99" fmla="*/ 2148948 h 2344739"/>
              <a:gd name="connsiteX100" fmla="*/ 7508188 w 12193149"/>
              <a:gd name="connsiteY100" fmla="*/ 2148621 h 2344739"/>
              <a:gd name="connsiteX101" fmla="*/ 7496943 w 12193149"/>
              <a:gd name="connsiteY101" fmla="*/ 2150573 h 2344739"/>
              <a:gd name="connsiteX102" fmla="*/ 7219707 w 12193149"/>
              <a:gd name="connsiteY102" fmla="*/ 2156680 h 2344739"/>
              <a:gd name="connsiteX103" fmla="*/ 7202249 w 12193149"/>
              <a:gd name="connsiteY103" fmla="*/ 2161230 h 2344739"/>
              <a:gd name="connsiteX104" fmla="*/ 7198152 w 12193149"/>
              <a:gd name="connsiteY104" fmla="*/ 2166588 h 2344739"/>
              <a:gd name="connsiteX105" fmla="*/ 7171956 w 12193149"/>
              <a:gd name="connsiteY105" fmla="*/ 2171236 h 2344739"/>
              <a:gd name="connsiteX106" fmla="*/ 7098136 w 12193149"/>
              <a:gd name="connsiteY106" fmla="*/ 2183464 h 2344739"/>
              <a:gd name="connsiteX107" fmla="*/ 7019644 w 12193149"/>
              <a:gd name="connsiteY107" fmla="*/ 2183090 h 2344739"/>
              <a:gd name="connsiteX108" fmla="*/ 6905294 w 12193149"/>
              <a:gd name="connsiteY108" fmla="*/ 2212596 h 2344739"/>
              <a:gd name="connsiteX109" fmla="*/ 6709370 w 12193149"/>
              <a:gd name="connsiteY109" fmla="*/ 2240551 h 2344739"/>
              <a:gd name="connsiteX110" fmla="*/ 6550602 w 12193149"/>
              <a:gd name="connsiteY110" fmla="*/ 2269327 h 2344739"/>
              <a:gd name="connsiteX111" fmla="*/ 6318708 w 12193149"/>
              <a:gd name="connsiteY111" fmla="*/ 2316127 h 2344739"/>
              <a:gd name="connsiteX112" fmla="*/ 6169822 w 12193149"/>
              <a:gd name="connsiteY112" fmla="*/ 2318214 h 2344739"/>
              <a:gd name="connsiteX113" fmla="*/ 6074996 w 12193149"/>
              <a:gd name="connsiteY113" fmla="*/ 2338676 h 2344739"/>
              <a:gd name="connsiteX114" fmla="*/ 6069677 w 12193149"/>
              <a:gd name="connsiteY114" fmla="*/ 2337139 h 2344739"/>
              <a:gd name="connsiteX115" fmla="*/ 6049786 w 12193149"/>
              <a:gd name="connsiteY115" fmla="*/ 2337822 h 2344739"/>
              <a:gd name="connsiteX116" fmla="*/ 6042433 w 12193149"/>
              <a:gd name="connsiteY116" fmla="*/ 2329473 h 2344739"/>
              <a:gd name="connsiteX117" fmla="*/ 6011238 w 12193149"/>
              <a:gd name="connsiteY117" fmla="*/ 2324380 h 2344739"/>
              <a:gd name="connsiteX118" fmla="*/ 5958523 w 12193149"/>
              <a:gd name="connsiteY118" fmla="*/ 2328024 h 2344739"/>
              <a:gd name="connsiteX119" fmla="*/ 5760067 w 12193149"/>
              <a:gd name="connsiteY119" fmla="*/ 2343716 h 2344739"/>
              <a:gd name="connsiteX120" fmla="*/ 5628108 w 12193149"/>
              <a:gd name="connsiteY120" fmla="*/ 2344739 h 2344739"/>
              <a:gd name="connsiteX121" fmla="*/ 5472054 w 12193149"/>
              <a:gd name="connsiteY121" fmla="*/ 2330719 h 2344739"/>
              <a:gd name="connsiteX122" fmla="*/ 5433909 w 12193149"/>
              <a:gd name="connsiteY122" fmla="*/ 2319466 h 2344739"/>
              <a:gd name="connsiteX123" fmla="*/ 5382817 w 12193149"/>
              <a:gd name="connsiteY123" fmla="*/ 2301764 h 2344739"/>
              <a:gd name="connsiteX124" fmla="*/ 5262912 w 12193149"/>
              <a:gd name="connsiteY124" fmla="*/ 2281347 h 2344739"/>
              <a:gd name="connsiteX125" fmla="*/ 5224109 w 12193149"/>
              <a:gd name="connsiteY125" fmla="*/ 2270223 h 2344739"/>
              <a:gd name="connsiteX126" fmla="*/ 5175808 w 12193149"/>
              <a:gd name="connsiteY126" fmla="*/ 2267233 h 2344739"/>
              <a:gd name="connsiteX127" fmla="*/ 5157702 w 12193149"/>
              <a:gd name="connsiteY127" fmla="*/ 2260010 h 2344739"/>
              <a:gd name="connsiteX128" fmla="*/ 5143747 w 12193149"/>
              <a:gd name="connsiteY128" fmla="*/ 2256610 h 2344739"/>
              <a:gd name="connsiteX129" fmla="*/ 5140744 w 12193149"/>
              <a:gd name="connsiteY129" fmla="*/ 2254509 h 2344739"/>
              <a:gd name="connsiteX130" fmla="*/ 5122807 w 12193149"/>
              <a:gd name="connsiteY130" fmla="*/ 2243656 h 2344739"/>
              <a:gd name="connsiteX131" fmla="*/ 5066938 w 12193149"/>
              <a:gd name="connsiteY131" fmla="*/ 2250227 h 2344739"/>
              <a:gd name="connsiteX132" fmla="*/ 5012662 w 12193149"/>
              <a:gd name="connsiteY132" fmla="*/ 2233846 h 2344739"/>
              <a:gd name="connsiteX133" fmla="*/ 4841589 w 12193149"/>
              <a:gd name="connsiteY133" fmla="*/ 2209829 h 2344739"/>
              <a:gd name="connsiteX134" fmla="*/ 4763595 w 12193149"/>
              <a:gd name="connsiteY134" fmla="*/ 2182061 h 2344739"/>
              <a:gd name="connsiteX135" fmla="*/ 4724334 w 12193149"/>
              <a:gd name="connsiteY135" fmla="*/ 2173047 h 2344739"/>
              <a:gd name="connsiteX136" fmla="*/ 4722324 w 12193149"/>
              <a:gd name="connsiteY136" fmla="*/ 2172298 h 2344739"/>
              <a:gd name="connsiteX137" fmla="*/ 4723259 w 12193149"/>
              <a:gd name="connsiteY137" fmla="*/ 2172087 h 2344739"/>
              <a:gd name="connsiteX138" fmla="*/ 4718350 w 12193149"/>
              <a:gd name="connsiteY138" fmla="*/ 2170817 h 2344739"/>
              <a:gd name="connsiteX139" fmla="*/ 4722324 w 12193149"/>
              <a:gd name="connsiteY139" fmla="*/ 2172298 h 2344739"/>
              <a:gd name="connsiteX140" fmla="*/ 4716674 w 12193149"/>
              <a:gd name="connsiteY140" fmla="*/ 2173573 h 2344739"/>
              <a:gd name="connsiteX141" fmla="*/ 4516962 w 12193149"/>
              <a:gd name="connsiteY141" fmla="*/ 2163671 h 2344739"/>
              <a:gd name="connsiteX142" fmla="*/ 4429691 w 12193149"/>
              <a:gd name="connsiteY142" fmla="*/ 2153020 h 2344739"/>
              <a:gd name="connsiteX143" fmla="*/ 4364023 w 12193149"/>
              <a:gd name="connsiteY143" fmla="*/ 2151674 h 2344739"/>
              <a:gd name="connsiteX144" fmla="*/ 4318114 w 12193149"/>
              <a:gd name="connsiteY144" fmla="*/ 2158289 h 2344739"/>
              <a:gd name="connsiteX145" fmla="*/ 4316258 w 12193149"/>
              <a:gd name="connsiteY145" fmla="*/ 2156948 h 2344739"/>
              <a:gd name="connsiteX146" fmla="*/ 4296292 w 12193149"/>
              <a:gd name="connsiteY146" fmla="*/ 2155069 h 2344739"/>
              <a:gd name="connsiteX147" fmla="*/ 4291212 w 12193149"/>
              <a:gd name="connsiteY147" fmla="*/ 2157986 h 2344739"/>
              <a:gd name="connsiteX148" fmla="*/ 4277290 w 12193149"/>
              <a:gd name="connsiteY148" fmla="*/ 2157740 h 2344739"/>
              <a:gd name="connsiteX149" fmla="*/ 4249265 w 12193149"/>
              <a:gd name="connsiteY149" fmla="*/ 2160064 h 2344739"/>
              <a:gd name="connsiteX150" fmla="*/ 4203199 w 12193149"/>
              <a:gd name="connsiteY150" fmla="*/ 2157269 h 2344739"/>
              <a:gd name="connsiteX151" fmla="*/ 4202893 w 12193149"/>
              <a:gd name="connsiteY151" fmla="*/ 2156010 h 2344739"/>
              <a:gd name="connsiteX152" fmla="*/ 4192396 w 12193149"/>
              <a:gd name="connsiteY152" fmla="*/ 2150376 h 2344739"/>
              <a:gd name="connsiteX153" fmla="*/ 4143893 w 12193149"/>
              <a:gd name="connsiteY153" fmla="*/ 2134511 h 2344739"/>
              <a:gd name="connsiteX154" fmla="*/ 4084245 w 12193149"/>
              <a:gd name="connsiteY154" fmla="*/ 2107978 h 2344739"/>
              <a:gd name="connsiteX155" fmla="*/ 4075694 w 12193149"/>
              <a:gd name="connsiteY155" fmla="*/ 2107143 h 2344739"/>
              <a:gd name="connsiteX156" fmla="*/ 4075575 w 12193149"/>
              <a:gd name="connsiteY156" fmla="*/ 2106844 h 2344739"/>
              <a:gd name="connsiteX157" fmla="*/ 4066658 w 12193149"/>
              <a:gd name="connsiteY157" fmla="*/ 2105400 h 2344739"/>
              <a:gd name="connsiteX158" fmla="*/ 4060102 w 12193149"/>
              <a:gd name="connsiteY158" fmla="*/ 2105618 h 2344739"/>
              <a:gd name="connsiteX159" fmla="*/ 4043512 w 12193149"/>
              <a:gd name="connsiteY159" fmla="*/ 2103997 h 2344739"/>
              <a:gd name="connsiteX160" fmla="*/ 4038145 w 12193149"/>
              <a:gd name="connsiteY160" fmla="*/ 2101563 h 2344739"/>
              <a:gd name="connsiteX161" fmla="*/ 4036511 w 12193149"/>
              <a:gd name="connsiteY161" fmla="*/ 2097896 h 2344739"/>
              <a:gd name="connsiteX162" fmla="*/ 4034926 w 12193149"/>
              <a:gd name="connsiteY162" fmla="*/ 2098131 h 2344739"/>
              <a:gd name="connsiteX163" fmla="*/ 4005686 w 12193149"/>
              <a:gd name="connsiteY163" fmla="*/ 2085563 h 2344739"/>
              <a:gd name="connsiteX164" fmla="*/ 3937994 w 12193149"/>
              <a:gd name="connsiteY164" fmla="*/ 2068106 h 2344739"/>
              <a:gd name="connsiteX165" fmla="*/ 3898423 w 12193149"/>
              <a:gd name="connsiteY165" fmla="*/ 2062451 h 2344739"/>
              <a:gd name="connsiteX166" fmla="*/ 3790908 w 12193149"/>
              <a:gd name="connsiteY166" fmla="*/ 2042213 h 2344739"/>
              <a:gd name="connsiteX167" fmla="*/ 3683661 w 12193149"/>
              <a:gd name="connsiteY167" fmla="*/ 2018290 h 2344739"/>
              <a:gd name="connsiteX168" fmla="*/ 3611183 w 12193149"/>
              <a:gd name="connsiteY168" fmla="*/ 1986019 h 2344739"/>
              <a:gd name="connsiteX169" fmla="*/ 3605003 w 12193149"/>
              <a:gd name="connsiteY169" fmla="*/ 1987381 h 2344739"/>
              <a:gd name="connsiteX170" fmla="*/ 3595884 w 12193149"/>
              <a:gd name="connsiteY170" fmla="*/ 1987545 h 2344739"/>
              <a:gd name="connsiteX171" fmla="*/ 3595649 w 12193149"/>
              <a:gd name="connsiteY171" fmla="*/ 1987276 h 2344739"/>
              <a:gd name="connsiteX172" fmla="*/ 3587126 w 12193149"/>
              <a:gd name="connsiteY172" fmla="*/ 1987966 h 2344739"/>
              <a:gd name="connsiteX173" fmla="*/ 3537283 w 12193149"/>
              <a:gd name="connsiteY173" fmla="*/ 1978267 h 2344739"/>
              <a:gd name="connsiteX174" fmla="*/ 3474371 w 12193149"/>
              <a:gd name="connsiteY174" fmla="*/ 1974606 h 2344739"/>
              <a:gd name="connsiteX175" fmla="*/ 3401876 w 12193149"/>
              <a:gd name="connsiteY175" fmla="*/ 1962558 h 2344739"/>
              <a:gd name="connsiteX176" fmla="*/ 3365036 w 12193149"/>
              <a:gd name="connsiteY176" fmla="*/ 1979510 h 2344739"/>
              <a:gd name="connsiteX177" fmla="*/ 3345174 w 12193149"/>
              <a:gd name="connsiteY177" fmla="*/ 1981192 h 2344739"/>
              <a:gd name="connsiteX178" fmla="*/ 3342846 w 12193149"/>
              <a:gd name="connsiteY178" fmla="*/ 1980217 h 2344739"/>
              <a:gd name="connsiteX179" fmla="*/ 3263504 w 12193149"/>
              <a:gd name="connsiteY179" fmla="*/ 1986094 h 2344739"/>
              <a:gd name="connsiteX180" fmla="*/ 3143704 w 12193149"/>
              <a:gd name="connsiteY180" fmla="*/ 1993869 h 2344739"/>
              <a:gd name="connsiteX181" fmla="*/ 3031439 w 12193149"/>
              <a:gd name="connsiteY181" fmla="*/ 1996512 h 2344739"/>
              <a:gd name="connsiteX182" fmla="*/ 2782717 w 12193149"/>
              <a:gd name="connsiteY182" fmla="*/ 2018333 h 2344739"/>
              <a:gd name="connsiteX183" fmla="*/ 2647675 w 12193149"/>
              <a:gd name="connsiteY183" fmla="*/ 2028869 h 2344739"/>
              <a:gd name="connsiteX184" fmla="*/ 2569176 w 12193149"/>
              <a:gd name="connsiteY184" fmla="*/ 2002628 h 2344739"/>
              <a:gd name="connsiteX185" fmla="*/ 2444403 w 12193149"/>
              <a:gd name="connsiteY185" fmla="*/ 2016529 h 2344739"/>
              <a:gd name="connsiteX186" fmla="*/ 2316260 w 12193149"/>
              <a:gd name="connsiteY186" fmla="*/ 2024996 h 2344739"/>
              <a:gd name="connsiteX187" fmla="*/ 2209726 w 12193149"/>
              <a:gd name="connsiteY187" fmla="*/ 2019763 h 2344739"/>
              <a:gd name="connsiteX188" fmla="*/ 2095813 w 12193149"/>
              <a:gd name="connsiteY188" fmla="*/ 2003052 h 2344739"/>
              <a:gd name="connsiteX189" fmla="*/ 1998504 w 12193149"/>
              <a:gd name="connsiteY189" fmla="*/ 1995032 h 2344739"/>
              <a:gd name="connsiteX190" fmla="*/ 1929320 w 12193149"/>
              <a:gd name="connsiteY190" fmla="*/ 2016977 h 2344739"/>
              <a:gd name="connsiteX191" fmla="*/ 1922798 w 12193149"/>
              <a:gd name="connsiteY191" fmla="*/ 2012146 h 2344739"/>
              <a:gd name="connsiteX192" fmla="*/ 1874228 w 12193149"/>
              <a:gd name="connsiteY192" fmla="*/ 2013741 h 2344739"/>
              <a:gd name="connsiteX193" fmla="*/ 1787803 w 12193149"/>
              <a:gd name="connsiteY193" fmla="*/ 2041363 h 2344739"/>
              <a:gd name="connsiteX194" fmla="*/ 1739352 w 12193149"/>
              <a:gd name="connsiteY194" fmla="*/ 2036312 h 2344739"/>
              <a:gd name="connsiteX195" fmla="*/ 1676219 w 12193149"/>
              <a:gd name="connsiteY195" fmla="*/ 2019963 h 2344739"/>
              <a:gd name="connsiteX196" fmla="*/ 1609817 w 12193149"/>
              <a:gd name="connsiteY196" fmla="*/ 2013066 h 2344739"/>
              <a:gd name="connsiteX197" fmla="*/ 1497258 w 12193149"/>
              <a:gd name="connsiteY197" fmla="*/ 1987476 h 2344739"/>
              <a:gd name="connsiteX198" fmla="*/ 1151127 w 12193149"/>
              <a:gd name="connsiteY198" fmla="*/ 1938041 h 2344739"/>
              <a:gd name="connsiteX199" fmla="*/ 859417 w 12193149"/>
              <a:gd name="connsiteY199" fmla="*/ 1928608 h 2344739"/>
              <a:gd name="connsiteX200" fmla="*/ 838688 w 12193149"/>
              <a:gd name="connsiteY200" fmla="*/ 1929821 h 2344739"/>
              <a:gd name="connsiteX201" fmla="*/ 817957 w 12193149"/>
              <a:gd name="connsiteY201" fmla="*/ 1927857 h 2344739"/>
              <a:gd name="connsiteX202" fmla="*/ 812654 w 12193149"/>
              <a:gd name="connsiteY202" fmla="*/ 1930751 h 2344739"/>
              <a:gd name="connsiteX203" fmla="*/ 721195 w 12193149"/>
              <a:gd name="connsiteY203" fmla="*/ 1929661 h 2344739"/>
              <a:gd name="connsiteX204" fmla="*/ 720890 w 12193149"/>
              <a:gd name="connsiteY204" fmla="*/ 1928399 h 2344739"/>
              <a:gd name="connsiteX205" fmla="*/ 710023 w 12193149"/>
              <a:gd name="connsiteY205" fmla="*/ 1922722 h 2344739"/>
              <a:gd name="connsiteX206" fmla="*/ 597940 w 12193149"/>
              <a:gd name="connsiteY206" fmla="*/ 1879864 h 2344739"/>
              <a:gd name="connsiteX207" fmla="*/ 579683 w 12193149"/>
              <a:gd name="connsiteY207" fmla="*/ 1877212 h 2344739"/>
              <a:gd name="connsiteX208" fmla="*/ 572865 w 12193149"/>
              <a:gd name="connsiteY208" fmla="*/ 1877401 h 2344739"/>
              <a:gd name="connsiteX209" fmla="*/ 446247 w 12193149"/>
              <a:gd name="connsiteY209" fmla="*/ 1839371 h 2344739"/>
              <a:gd name="connsiteX210" fmla="*/ 405163 w 12193149"/>
              <a:gd name="connsiteY210" fmla="*/ 1833548 h 2344739"/>
              <a:gd name="connsiteX211" fmla="*/ 293583 w 12193149"/>
              <a:gd name="connsiteY211" fmla="*/ 1812852 h 2344739"/>
              <a:gd name="connsiteX212" fmla="*/ 119529 w 12193149"/>
              <a:gd name="connsiteY212" fmla="*/ 1761047 h 2344739"/>
              <a:gd name="connsiteX213" fmla="*/ 16674 w 12193149"/>
              <a:gd name="connsiteY213" fmla="*/ 1758191 h 2344739"/>
              <a:gd name="connsiteX214" fmla="*/ 1150 w 12193149"/>
              <a:gd name="connsiteY214" fmla="*/ 1752722 h 2344739"/>
              <a:gd name="connsiteX215" fmla="*/ 1148 w 12193149"/>
              <a:gd name="connsiteY215" fmla="*/ 222213 h 2344739"/>
              <a:gd name="connsiteX216" fmla="*/ 1148 w 12193149"/>
              <a:gd name="connsiteY216" fmla="*/ 0 h 2344739"/>
              <a:gd name="connsiteX0" fmla="*/ 1148 w 12193149"/>
              <a:gd name="connsiteY0" fmla="*/ 818782 h 3163521"/>
              <a:gd name="connsiteX1" fmla="*/ 12181789 w 12193149"/>
              <a:gd name="connsiteY1" fmla="*/ 0 h 3163521"/>
              <a:gd name="connsiteX2" fmla="*/ 12193149 w 12193149"/>
              <a:gd name="connsiteY2" fmla="*/ 1398521 h 3163521"/>
              <a:gd name="connsiteX3" fmla="*/ 12185986 w 12193149"/>
              <a:gd name="connsiteY3" fmla="*/ 1402971 h 3163521"/>
              <a:gd name="connsiteX4" fmla="*/ 12156363 w 12193149"/>
              <a:gd name="connsiteY4" fmla="*/ 1416148 h 3163521"/>
              <a:gd name="connsiteX5" fmla="*/ 12139215 w 12193149"/>
              <a:gd name="connsiteY5" fmla="*/ 1441961 h 3163521"/>
              <a:gd name="connsiteX6" fmla="*/ 12126327 w 12193149"/>
              <a:gd name="connsiteY6" fmla="*/ 1443472 h 3163521"/>
              <a:gd name="connsiteX7" fmla="*/ 12124007 w 12193149"/>
              <a:gd name="connsiteY7" fmla="*/ 1443576 h 3163521"/>
              <a:gd name="connsiteX8" fmla="*/ 12116854 w 12193149"/>
              <a:gd name="connsiteY8" fmla="*/ 1447390 h 3163521"/>
              <a:gd name="connsiteX9" fmla="*/ 12099497 w 12193149"/>
              <a:gd name="connsiteY9" fmla="*/ 1446921 h 3163521"/>
              <a:gd name="connsiteX10" fmla="*/ 12087073 w 12193149"/>
              <a:gd name="connsiteY10" fmla="*/ 1455123 h 3163521"/>
              <a:gd name="connsiteX11" fmla="*/ 12031073 w 12193149"/>
              <a:gd name="connsiteY11" fmla="*/ 1498791 h 3163521"/>
              <a:gd name="connsiteX12" fmla="*/ 11995833 w 12193149"/>
              <a:gd name="connsiteY12" fmla="*/ 1522240 h 3163521"/>
              <a:gd name="connsiteX13" fmla="*/ 11979717 w 12193149"/>
              <a:gd name="connsiteY13" fmla="*/ 1526943 h 3163521"/>
              <a:gd name="connsiteX14" fmla="*/ 11959046 w 12193149"/>
              <a:gd name="connsiteY14" fmla="*/ 1536340 h 3163521"/>
              <a:gd name="connsiteX15" fmla="*/ 11920454 w 12193149"/>
              <a:gd name="connsiteY15" fmla="*/ 1549665 h 3163521"/>
              <a:gd name="connsiteX16" fmla="*/ 11903656 w 12193149"/>
              <a:gd name="connsiteY16" fmla="*/ 1561208 h 3163521"/>
              <a:gd name="connsiteX17" fmla="*/ 11895048 w 12193149"/>
              <a:gd name="connsiteY17" fmla="*/ 1563573 h 3163521"/>
              <a:gd name="connsiteX18" fmla="*/ 11891968 w 12193149"/>
              <a:gd name="connsiteY18" fmla="*/ 1574511 h 3163521"/>
              <a:gd name="connsiteX19" fmla="*/ 11870776 w 12193149"/>
              <a:gd name="connsiteY19" fmla="*/ 1596598 h 3163521"/>
              <a:gd name="connsiteX20" fmla="*/ 11813376 w 12193149"/>
              <a:gd name="connsiteY20" fmla="*/ 1616441 h 3163521"/>
              <a:gd name="connsiteX21" fmla="*/ 11590693 w 12193149"/>
              <a:gd name="connsiteY21" fmla="*/ 1782559 h 3163521"/>
              <a:gd name="connsiteX22" fmla="*/ 11506817 w 12193149"/>
              <a:gd name="connsiteY22" fmla="*/ 1852405 h 3163521"/>
              <a:gd name="connsiteX23" fmla="*/ 11280332 w 12193149"/>
              <a:gd name="connsiteY23" fmla="*/ 2042353 h 3163521"/>
              <a:gd name="connsiteX24" fmla="*/ 11228309 w 12193149"/>
              <a:gd name="connsiteY24" fmla="*/ 2095018 h 3163521"/>
              <a:gd name="connsiteX25" fmla="*/ 11218087 w 12193149"/>
              <a:gd name="connsiteY25" fmla="*/ 2094743 h 3163521"/>
              <a:gd name="connsiteX26" fmla="*/ 11217184 w 12193149"/>
              <a:gd name="connsiteY26" fmla="*/ 2093800 h 3163521"/>
              <a:gd name="connsiteX27" fmla="*/ 11188885 w 12193149"/>
              <a:gd name="connsiteY27" fmla="*/ 2111165 h 3163521"/>
              <a:gd name="connsiteX28" fmla="*/ 11184501 w 12193149"/>
              <a:gd name="connsiteY28" fmla="*/ 2111307 h 3163521"/>
              <a:gd name="connsiteX29" fmla="*/ 11166854 w 12193149"/>
              <a:gd name="connsiteY29" fmla="*/ 2125394 h 3163521"/>
              <a:gd name="connsiteX30" fmla="*/ 11157311 w 12193149"/>
              <a:gd name="connsiteY30" fmla="*/ 2131196 h 3163521"/>
              <a:gd name="connsiteX31" fmla="*/ 11155496 w 12193149"/>
              <a:gd name="connsiteY31" fmla="*/ 2135879 h 3163521"/>
              <a:gd name="connsiteX32" fmla="*/ 11140961 w 12193149"/>
              <a:gd name="connsiteY32" fmla="*/ 2142897 h 3163521"/>
              <a:gd name="connsiteX33" fmla="*/ 11138961 w 12193149"/>
              <a:gd name="connsiteY33" fmla="*/ 2142554 h 3163521"/>
              <a:gd name="connsiteX34" fmla="*/ 11128208 w 12193149"/>
              <a:gd name="connsiteY34" fmla="*/ 2152614 h 3163521"/>
              <a:gd name="connsiteX35" fmla="*/ 11120691 w 12193149"/>
              <a:gd name="connsiteY35" fmla="*/ 2166206 h 3163521"/>
              <a:gd name="connsiteX36" fmla="*/ 10894683 w 12193149"/>
              <a:gd name="connsiteY36" fmla="*/ 2292181 h 3163521"/>
              <a:gd name="connsiteX37" fmla="*/ 10773300 w 12193149"/>
              <a:gd name="connsiteY37" fmla="*/ 2341973 h 3163521"/>
              <a:gd name="connsiteX38" fmla="*/ 10627668 w 12193149"/>
              <a:gd name="connsiteY38" fmla="*/ 2378011 h 3163521"/>
              <a:gd name="connsiteX39" fmla="*/ 10581895 w 12193149"/>
              <a:gd name="connsiteY39" fmla="*/ 2387471 h 3163521"/>
              <a:gd name="connsiteX40" fmla="*/ 10547790 w 12193149"/>
              <a:gd name="connsiteY40" fmla="*/ 2417205 h 3163521"/>
              <a:gd name="connsiteX41" fmla="*/ 10529643 w 12193149"/>
              <a:gd name="connsiteY41" fmla="*/ 2415689 h 3163521"/>
              <a:gd name="connsiteX42" fmla="*/ 10526446 w 12193149"/>
              <a:gd name="connsiteY42" fmla="*/ 2415193 h 3163521"/>
              <a:gd name="connsiteX43" fmla="*/ 10515129 w 12193149"/>
              <a:gd name="connsiteY43" fmla="*/ 2418319 h 3163521"/>
              <a:gd name="connsiteX44" fmla="*/ 10491735 w 12193149"/>
              <a:gd name="connsiteY44" fmla="*/ 2412938 h 3163521"/>
              <a:gd name="connsiteX45" fmla="*/ 10471418 w 12193149"/>
              <a:gd name="connsiteY45" fmla="*/ 2420475 h 3163521"/>
              <a:gd name="connsiteX46" fmla="*/ 10377042 w 12193149"/>
              <a:gd name="connsiteY46" fmla="*/ 2463380 h 3163521"/>
              <a:gd name="connsiteX47" fmla="*/ 10319338 w 12193149"/>
              <a:gd name="connsiteY47" fmla="*/ 2485003 h 3163521"/>
              <a:gd name="connsiteX48" fmla="*/ 10295467 w 12193149"/>
              <a:gd name="connsiteY48" fmla="*/ 2486861 h 3163521"/>
              <a:gd name="connsiteX49" fmla="*/ 10263443 w 12193149"/>
              <a:gd name="connsiteY49" fmla="*/ 2493730 h 3163521"/>
              <a:gd name="connsiteX50" fmla="*/ 10205418 w 12193149"/>
              <a:gd name="connsiteY50" fmla="*/ 2500931 h 3163521"/>
              <a:gd name="connsiteX51" fmla="*/ 10177759 w 12193149"/>
              <a:gd name="connsiteY51" fmla="*/ 2511725 h 3163521"/>
              <a:gd name="connsiteX52" fmla="*/ 10165070 w 12193149"/>
              <a:gd name="connsiteY52" fmla="*/ 2512521 h 3163521"/>
              <a:gd name="connsiteX53" fmla="*/ 10156308 w 12193149"/>
              <a:gd name="connsiteY53" fmla="*/ 2526269 h 3163521"/>
              <a:gd name="connsiteX54" fmla="*/ 10118267 w 12193149"/>
              <a:gd name="connsiteY54" fmla="*/ 2549924 h 3163521"/>
              <a:gd name="connsiteX55" fmla="*/ 10083317 w 12193149"/>
              <a:gd name="connsiteY55" fmla="*/ 2562078 h 3163521"/>
              <a:gd name="connsiteX56" fmla="*/ 10040388 w 12193149"/>
              <a:gd name="connsiteY56" fmla="*/ 2560414 h 3163521"/>
              <a:gd name="connsiteX57" fmla="*/ 9961167 w 12193149"/>
              <a:gd name="connsiteY57" fmla="*/ 2575929 h 3163521"/>
              <a:gd name="connsiteX58" fmla="*/ 9848940 w 12193149"/>
              <a:gd name="connsiteY58" fmla="*/ 2582697 h 3163521"/>
              <a:gd name="connsiteX59" fmla="*/ 9729457 w 12193149"/>
              <a:gd name="connsiteY59" fmla="*/ 2602904 h 3163521"/>
              <a:gd name="connsiteX60" fmla="*/ 9613704 w 12193149"/>
              <a:gd name="connsiteY60" fmla="*/ 2631153 h 3163521"/>
              <a:gd name="connsiteX61" fmla="*/ 9338590 w 12193149"/>
              <a:gd name="connsiteY61" fmla="*/ 2688075 h 3163521"/>
              <a:gd name="connsiteX62" fmla="*/ 9232518 w 12193149"/>
              <a:gd name="connsiteY62" fmla="*/ 2711931 h 3163521"/>
              <a:gd name="connsiteX63" fmla="*/ 9156690 w 12193149"/>
              <a:gd name="connsiteY63" fmla="*/ 2722010 h 3163521"/>
              <a:gd name="connsiteX64" fmla="*/ 9054601 w 12193149"/>
              <a:gd name="connsiteY64" fmla="*/ 2729537 h 3163521"/>
              <a:gd name="connsiteX65" fmla="*/ 9006634 w 12193149"/>
              <a:gd name="connsiteY65" fmla="*/ 2732822 h 3163521"/>
              <a:gd name="connsiteX66" fmla="*/ 9006349 w 12193149"/>
              <a:gd name="connsiteY66" fmla="*/ 2732582 h 3163521"/>
              <a:gd name="connsiteX67" fmla="*/ 8997380 w 12193149"/>
              <a:gd name="connsiteY67" fmla="*/ 2733793 h 3163521"/>
              <a:gd name="connsiteX68" fmla="*/ 8991542 w 12193149"/>
              <a:gd name="connsiteY68" fmla="*/ 2735854 h 3163521"/>
              <a:gd name="connsiteX69" fmla="*/ 8975485 w 12193149"/>
              <a:gd name="connsiteY69" fmla="*/ 2739080 h 3163521"/>
              <a:gd name="connsiteX70" fmla="*/ 8969159 w 12193149"/>
              <a:gd name="connsiteY70" fmla="*/ 2738380 h 3163521"/>
              <a:gd name="connsiteX71" fmla="*/ 8964196 w 12193149"/>
              <a:gd name="connsiteY71" fmla="*/ 2736155 h 3163521"/>
              <a:gd name="connsiteX72" fmla="*/ 8930136 w 12193149"/>
              <a:gd name="connsiteY72" fmla="*/ 2732967 h 3163521"/>
              <a:gd name="connsiteX73" fmla="*/ 8753592 w 12193149"/>
              <a:gd name="connsiteY73" fmla="*/ 2752199 h 3163521"/>
              <a:gd name="connsiteX74" fmla="*/ 8708995 w 12193149"/>
              <a:gd name="connsiteY74" fmla="*/ 2754300 h 3163521"/>
              <a:gd name="connsiteX75" fmla="*/ 8597219 w 12193149"/>
              <a:gd name="connsiteY75" fmla="*/ 2762872 h 3163521"/>
              <a:gd name="connsiteX76" fmla="*/ 8526378 w 12193149"/>
              <a:gd name="connsiteY76" fmla="*/ 2748030 h 3163521"/>
              <a:gd name="connsiteX77" fmla="*/ 8512131 w 12193149"/>
              <a:gd name="connsiteY77" fmla="*/ 2753945 h 3163521"/>
              <a:gd name="connsiteX78" fmla="*/ 8507315 w 12193149"/>
              <a:gd name="connsiteY78" fmla="*/ 2756946 h 3163521"/>
              <a:gd name="connsiteX79" fmla="*/ 8499116 w 12193149"/>
              <a:gd name="connsiteY79" fmla="*/ 2759684 h 3163521"/>
              <a:gd name="connsiteX80" fmla="*/ 8498742 w 12193149"/>
              <a:gd name="connsiteY80" fmla="*/ 2759505 h 3163521"/>
              <a:gd name="connsiteX81" fmla="*/ 8491397 w 12193149"/>
              <a:gd name="connsiteY81" fmla="*/ 2762555 h 3163521"/>
              <a:gd name="connsiteX82" fmla="*/ 8368330 w 12193149"/>
              <a:gd name="connsiteY82" fmla="*/ 2776597 h 3163521"/>
              <a:gd name="connsiteX83" fmla="*/ 8354947 w 12193149"/>
              <a:gd name="connsiteY83" fmla="*/ 2776791 h 3163521"/>
              <a:gd name="connsiteX84" fmla="*/ 8321252 w 12193149"/>
              <a:gd name="connsiteY84" fmla="*/ 2793369 h 3163521"/>
              <a:gd name="connsiteX85" fmla="*/ 8315581 w 12193149"/>
              <a:gd name="connsiteY85" fmla="*/ 2793695 h 3163521"/>
              <a:gd name="connsiteX86" fmla="*/ 8296322 w 12193149"/>
              <a:gd name="connsiteY86" fmla="*/ 2807590 h 3163521"/>
              <a:gd name="connsiteX87" fmla="*/ 8285424 w 12193149"/>
              <a:gd name="connsiteY87" fmla="*/ 2813413 h 3163521"/>
              <a:gd name="connsiteX88" fmla="*/ 8284298 w 12193149"/>
              <a:gd name="connsiteY88" fmla="*/ 2817856 h 3163521"/>
              <a:gd name="connsiteX89" fmla="*/ 8267224 w 12193149"/>
              <a:gd name="connsiteY89" fmla="*/ 2825031 h 3163521"/>
              <a:gd name="connsiteX90" fmla="*/ 8264525 w 12193149"/>
              <a:gd name="connsiteY90" fmla="*/ 2824801 h 3163521"/>
              <a:gd name="connsiteX91" fmla="*/ 8253181 w 12193149"/>
              <a:gd name="connsiteY91" fmla="*/ 2834644 h 3163521"/>
              <a:gd name="connsiteX92" fmla="*/ 8246982 w 12193149"/>
              <a:gd name="connsiteY92" fmla="*/ 2847636 h 3163521"/>
              <a:gd name="connsiteX93" fmla="*/ 8091420 w 12193149"/>
              <a:gd name="connsiteY93" fmla="*/ 2893797 h 3163521"/>
              <a:gd name="connsiteX94" fmla="*/ 7906555 w 12193149"/>
              <a:gd name="connsiteY94" fmla="*/ 2935770 h 3163521"/>
              <a:gd name="connsiteX95" fmla="*/ 7719893 w 12193149"/>
              <a:gd name="connsiteY95" fmla="*/ 2961485 h 3163521"/>
              <a:gd name="connsiteX96" fmla="*/ 7615495 w 12193149"/>
              <a:gd name="connsiteY96" fmla="*/ 2958014 h 3163521"/>
              <a:gd name="connsiteX97" fmla="*/ 7528691 w 12193149"/>
              <a:gd name="connsiteY97" fmla="*/ 2963842 h 3163521"/>
              <a:gd name="connsiteX98" fmla="*/ 7520719 w 12193149"/>
              <a:gd name="connsiteY98" fmla="*/ 2966395 h 3163521"/>
              <a:gd name="connsiteX99" fmla="*/ 7508559 w 12193149"/>
              <a:gd name="connsiteY99" fmla="*/ 2967730 h 3163521"/>
              <a:gd name="connsiteX100" fmla="*/ 7508188 w 12193149"/>
              <a:gd name="connsiteY100" fmla="*/ 2967403 h 3163521"/>
              <a:gd name="connsiteX101" fmla="*/ 7496943 w 12193149"/>
              <a:gd name="connsiteY101" fmla="*/ 2969355 h 3163521"/>
              <a:gd name="connsiteX102" fmla="*/ 7219707 w 12193149"/>
              <a:gd name="connsiteY102" fmla="*/ 2975462 h 3163521"/>
              <a:gd name="connsiteX103" fmla="*/ 7202249 w 12193149"/>
              <a:gd name="connsiteY103" fmla="*/ 2980012 h 3163521"/>
              <a:gd name="connsiteX104" fmla="*/ 7198152 w 12193149"/>
              <a:gd name="connsiteY104" fmla="*/ 2985370 h 3163521"/>
              <a:gd name="connsiteX105" fmla="*/ 7171956 w 12193149"/>
              <a:gd name="connsiteY105" fmla="*/ 2990018 h 3163521"/>
              <a:gd name="connsiteX106" fmla="*/ 7098136 w 12193149"/>
              <a:gd name="connsiteY106" fmla="*/ 3002246 h 3163521"/>
              <a:gd name="connsiteX107" fmla="*/ 7019644 w 12193149"/>
              <a:gd name="connsiteY107" fmla="*/ 3001872 h 3163521"/>
              <a:gd name="connsiteX108" fmla="*/ 6905294 w 12193149"/>
              <a:gd name="connsiteY108" fmla="*/ 3031378 h 3163521"/>
              <a:gd name="connsiteX109" fmla="*/ 6709370 w 12193149"/>
              <a:gd name="connsiteY109" fmla="*/ 3059333 h 3163521"/>
              <a:gd name="connsiteX110" fmla="*/ 6550602 w 12193149"/>
              <a:gd name="connsiteY110" fmla="*/ 3088109 h 3163521"/>
              <a:gd name="connsiteX111" fmla="*/ 6318708 w 12193149"/>
              <a:gd name="connsiteY111" fmla="*/ 3134909 h 3163521"/>
              <a:gd name="connsiteX112" fmla="*/ 6169822 w 12193149"/>
              <a:gd name="connsiteY112" fmla="*/ 3136996 h 3163521"/>
              <a:gd name="connsiteX113" fmla="*/ 6074996 w 12193149"/>
              <a:gd name="connsiteY113" fmla="*/ 3157458 h 3163521"/>
              <a:gd name="connsiteX114" fmla="*/ 6069677 w 12193149"/>
              <a:gd name="connsiteY114" fmla="*/ 3155921 h 3163521"/>
              <a:gd name="connsiteX115" fmla="*/ 6049786 w 12193149"/>
              <a:gd name="connsiteY115" fmla="*/ 3156604 h 3163521"/>
              <a:gd name="connsiteX116" fmla="*/ 6042433 w 12193149"/>
              <a:gd name="connsiteY116" fmla="*/ 3148255 h 3163521"/>
              <a:gd name="connsiteX117" fmla="*/ 6011238 w 12193149"/>
              <a:gd name="connsiteY117" fmla="*/ 3143162 h 3163521"/>
              <a:gd name="connsiteX118" fmla="*/ 5958523 w 12193149"/>
              <a:gd name="connsiteY118" fmla="*/ 3146806 h 3163521"/>
              <a:gd name="connsiteX119" fmla="*/ 5760067 w 12193149"/>
              <a:gd name="connsiteY119" fmla="*/ 3162498 h 3163521"/>
              <a:gd name="connsiteX120" fmla="*/ 5628108 w 12193149"/>
              <a:gd name="connsiteY120" fmla="*/ 3163521 h 3163521"/>
              <a:gd name="connsiteX121" fmla="*/ 5472054 w 12193149"/>
              <a:gd name="connsiteY121" fmla="*/ 3149501 h 3163521"/>
              <a:gd name="connsiteX122" fmla="*/ 5433909 w 12193149"/>
              <a:gd name="connsiteY122" fmla="*/ 3138248 h 3163521"/>
              <a:gd name="connsiteX123" fmla="*/ 5382817 w 12193149"/>
              <a:gd name="connsiteY123" fmla="*/ 3120546 h 3163521"/>
              <a:gd name="connsiteX124" fmla="*/ 5262912 w 12193149"/>
              <a:gd name="connsiteY124" fmla="*/ 3100129 h 3163521"/>
              <a:gd name="connsiteX125" fmla="*/ 5224109 w 12193149"/>
              <a:gd name="connsiteY125" fmla="*/ 3089005 h 3163521"/>
              <a:gd name="connsiteX126" fmla="*/ 5175808 w 12193149"/>
              <a:gd name="connsiteY126" fmla="*/ 3086015 h 3163521"/>
              <a:gd name="connsiteX127" fmla="*/ 5157702 w 12193149"/>
              <a:gd name="connsiteY127" fmla="*/ 3078792 h 3163521"/>
              <a:gd name="connsiteX128" fmla="*/ 5143747 w 12193149"/>
              <a:gd name="connsiteY128" fmla="*/ 3075392 h 3163521"/>
              <a:gd name="connsiteX129" fmla="*/ 5140744 w 12193149"/>
              <a:gd name="connsiteY129" fmla="*/ 3073291 h 3163521"/>
              <a:gd name="connsiteX130" fmla="*/ 5122807 w 12193149"/>
              <a:gd name="connsiteY130" fmla="*/ 3062438 h 3163521"/>
              <a:gd name="connsiteX131" fmla="*/ 5066938 w 12193149"/>
              <a:gd name="connsiteY131" fmla="*/ 3069009 h 3163521"/>
              <a:gd name="connsiteX132" fmla="*/ 5012662 w 12193149"/>
              <a:gd name="connsiteY132" fmla="*/ 3052628 h 3163521"/>
              <a:gd name="connsiteX133" fmla="*/ 4841589 w 12193149"/>
              <a:gd name="connsiteY133" fmla="*/ 3028611 h 3163521"/>
              <a:gd name="connsiteX134" fmla="*/ 4763595 w 12193149"/>
              <a:gd name="connsiteY134" fmla="*/ 3000843 h 3163521"/>
              <a:gd name="connsiteX135" fmla="*/ 4724334 w 12193149"/>
              <a:gd name="connsiteY135" fmla="*/ 2991829 h 3163521"/>
              <a:gd name="connsiteX136" fmla="*/ 4722324 w 12193149"/>
              <a:gd name="connsiteY136" fmla="*/ 2991080 h 3163521"/>
              <a:gd name="connsiteX137" fmla="*/ 4723259 w 12193149"/>
              <a:gd name="connsiteY137" fmla="*/ 2990869 h 3163521"/>
              <a:gd name="connsiteX138" fmla="*/ 4718350 w 12193149"/>
              <a:gd name="connsiteY138" fmla="*/ 2989599 h 3163521"/>
              <a:gd name="connsiteX139" fmla="*/ 4722324 w 12193149"/>
              <a:gd name="connsiteY139" fmla="*/ 2991080 h 3163521"/>
              <a:gd name="connsiteX140" fmla="*/ 4716674 w 12193149"/>
              <a:gd name="connsiteY140" fmla="*/ 2992355 h 3163521"/>
              <a:gd name="connsiteX141" fmla="*/ 4516962 w 12193149"/>
              <a:gd name="connsiteY141" fmla="*/ 2982453 h 3163521"/>
              <a:gd name="connsiteX142" fmla="*/ 4429691 w 12193149"/>
              <a:gd name="connsiteY142" fmla="*/ 2971802 h 3163521"/>
              <a:gd name="connsiteX143" fmla="*/ 4364023 w 12193149"/>
              <a:gd name="connsiteY143" fmla="*/ 2970456 h 3163521"/>
              <a:gd name="connsiteX144" fmla="*/ 4318114 w 12193149"/>
              <a:gd name="connsiteY144" fmla="*/ 2977071 h 3163521"/>
              <a:gd name="connsiteX145" fmla="*/ 4316258 w 12193149"/>
              <a:gd name="connsiteY145" fmla="*/ 2975730 h 3163521"/>
              <a:gd name="connsiteX146" fmla="*/ 4296292 w 12193149"/>
              <a:gd name="connsiteY146" fmla="*/ 2973851 h 3163521"/>
              <a:gd name="connsiteX147" fmla="*/ 4291212 w 12193149"/>
              <a:gd name="connsiteY147" fmla="*/ 2976768 h 3163521"/>
              <a:gd name="connsiteX148" fmla="*/ 4277290 w 12193149"/>
              <a:gd name="connsiteY148" fmla="*/ 2976522 h 3163521"/>
              <a:gd name="connsiteX149" fmla="*/ 4249265 w 12193149"/>
              <a:gd name="connsiteY149" fmla="*/ 2978846 h 3163521"/>
              <a:gd name="connsiteX150" fmla="*/ 4203199 w 12193149"/>
              <a:gd name="connsiteY150" fmla="*/ 2976051 h 3163521"/>
              <a:gd name="connsiteX151" fmla="*/ 4202893 w 12193149"/>
              <a:gd name="connsiteY151" fmla="*/ 2974792 h 3163521"/>
              <a:gd name="connsiteX152" fmla="*/ 4192396 w 12193149"/>
              <a:gd name="connsiteY152" fmla="*/ 2969158 h 3163521"/>
              <a:gd name="connsiteX153" fmla="*/ 4143893 w 12193149"/>
              <a:gd name="connsiteY153" fmla="*/ 2953293 h 3163521"/>
              <a:gd name="connsiteX154" fmla="*/ 4084245 w 12193149"/>
              <a:gd name="connsiteY154" fmla="*/ 2926760 h 3163521"/>
              <a:gd name="connsiteX155" fmla="*/ 4075694 w 12193149"/>
              <a:gd name="connsiteY155" fmla="*/ 2925925 h 3163521"/>
              <a:gd name="connsiteX156" fmla="*/ 4075575 w 12193149"/>
              <a:gd name="connsiteY156" fmla="*/ 2925626 h 3163521"/>
              <a:gd name="connsiteX157" fmla="*/ 4066658 w 12193149"/>
              <a:gd name="connsiteY157" fmla="*/ 2924182 h 3163521"/>
              <a:gd name="connsiteX158" fmla="*/ 4060102 w 12193149"/>
              <a:gd name="connsiteY158" fmla="*/ 2924400 h 3163521"/>
              <a:gd name="connsiteX159" fmla="*/ 4043512 w 12193149"/>
              <a:gd name="connsiteY159" fmla="*/ 2922779 h 3163521"/>
              <a:gd name="connsiteX160" fmla="*/ 4038145 w 12193149"/>
              <a:gd name="connsiteY160" fmla="*/ 2920345 h 3163521"/>
              <a:gd name="connsiteX161" fmla="*/ 4036511 w 12193149"/>
              <a:gd name="connsiteY161" fmla="*/ 2916678 h 3163521"/>
              <a:gd name="connsiteX162" fmla="*/ 4034926 w 12193149"/>
              <a:gd name="connsiteY162" fmla="*/ 2916913 h 3163521"/>
              <a:gd name="connsiteX163" fmla="*/ 4005686 w 12193149"/>
              <a:gd name="connsiteY163" fmla="*/ 2904345 h 3163521"/>
              <a:gd name="connsiteX164" fmla="*/ 3937994 w 12193149"/>
              <a:gd name="connsiteY164" fmla="*/ 2886888 h 3163521"/>
              <a:gd name="connsiteX165" fmla="*/ 3898423 w 12193149"/>
              <a:gd name="connsiteY165" fmla="*/ 2881233 h 3163521"/>
              <a:gd name="connsiteX166" fmla="*/ 3790908 w 12193149"/>
              <a:gd name="connsiteY166" fmla="*/ 2860995 h 3163521"/>
              <a:gd name="connsiteX167" fmla="*/ 3683661 w 12193149"/>
              <a:gd name="connsiteY167" fmla="*/ 2837072 h 3163521"/>
              <a:gd name="connsiteX168" fmla="*/ 3611183 w 12193149"/>
              <a:gd name="connsiteY168" fmla="*/ 2804801 h 3163521"/>
              <a:gd name="connsiteX169" fmla="*/ 3605003 w 12193149"/>
              <a:gd name="connsiteY169" fmla="*/ 2806163 h 3163521"/>
              <a:gd name="connsiteX170" fmla="*/ 3595884 w 12193149"/>
              <a:gd name="connsiteY170" fmla="*/ 2806327 h 3163521"/>
              <a:gd name="connsiteX171" fmla="*/ 3595649 w 12193149"/>
              <a:gd name="connsiteY171" fmla="*/ 2806058 h 3163521"/>
              <a:gd name="connsiteX172" fmla="*/ 3587126 w 12193149"/>
              <a:gd name="connsiteY172" fmla="*/ 2806748 h 3163521"/>
              <a:gd name="connsiteX173" fmla="*/ 3537283 w 12193149"/>
              <a:gd name="connsiteY173" fmla="*/ 2797049 h 3163521"/>
              <a:gd name="connsiteX174" fmla="*/ 3474371 w 12193149"/>
              <a:gd name="connsiteY174" fmla="*/ 2793388 h 3163521"/>
              <a:gd name="connsiteX175" fmla="*/ 3401876 w 12193149"/>
              <a:gd name="connsiteY175" fmla="*/ 2781340 h 3163521"/>
              <a:gd name="connsiteX176" fmla="*/ 3365036 w 12193149"/>
              <a:gd name="connsiteY176" fmla="*/ 2798292 h 3163521"/>
              <a:gd name="connsiteX177" fmla="*/ 3345174 w 12193149"/>
              <a:gd name="connsiteY177" fmla="*/ 2799974 h 3163521"/>
              <a:gd name="connsiteX178" fmla="*/ 3342846 w 12193149"/>
              <a:gd name="connsiteY178" fmla="*/ 2798999 h 3163521"/>
              <a:gd name="connsiteX179" fmla="*/ 3263504 w 12193149"/>
              <a:gd name="connsiteY179" fmla="*/ 2804876 h 3163521"/>
              <a:gd name="connsiteX180" fmla="*/ 3143704 w 12193149"/>
              <a:gd name="connsiteY180" fmla="*/ 2812651 h 3163521"/>
              <a:gd name="connsiteX181" fmla="*/ 3031439 w 12193149"/>
              <a:gd name="connsiteY181" fmla="*/ 2815294 h 3163521"/>
              <a:gd name="connsiteX182" fmla="*/ 2782717 w 12193149"/>
              <a:gd name="connsiteY182" fmla="*/ 2837115 h 3163521"/>
              <a:gd name="connsiteX183" fmla="*/ 2647675 w 12193149"/>
              <a:gd name="connsiteY183" fmla="*/ 2847651 h 3163521"/>
              <a:gd name="connsiteX184" fmla="*/ 2569176 w 12193149"/>
              <a:gd name="connsiteY184" fmla="*/ 2821410 h 3163521"/>
              <a:gd name="connsiteX185" fmla="*/ 2444403 w 12193149"/>
              <a:gd name="connsiteY185" fmla="*/ 2835311 h 3163521"/>
              <a:gd name="connsiteX186" fmla="*/ 2316260 w 12193149"/>
              <a:gd name="connsiteY186" fmla="*/ 2843778 h 3163521"/>
              <a:gd name="connsiteX187" fmla="*/ 2209726 w 12193149"/>
              <a:gd name="connsiteY187" fmla="*/ 2838545 h 3163521"/>
              <a:gd name="connsiteX188" fmla="*/ 2095813 w 12193149"/>
              <a:gd name="connsiteY188" fmla="*/ 2821834 h 3163521"/>
              <a:gd name="connsiteX189" fmla="*/ 1998504 w 12193149"/>
              <a:gd name="connsiteY189" fmla="*/ 2813814 h 3163521"/>
              <a:gd name="connsiteX190" fmla="*/ 1929320 w 12193149"/>
              <a:gd name="connsiteY190" fmla="*/ 2835759 h 3163521"/>
              <a:gd name="connsiteX191" fmla="*/ 1922798 w 12193149"/>
              <a:gd name="connsiteY191" fmla="*/ 2830928 h 3163521"/>
              <a:gd name="connsiteX192" fmla="*/ 1874228 w 12193149"/>
              <a:gd name="connsiteY192" fmla="*/ 2832523 h 3163521"/>
              <a:gd name="connsiteX193" fmla="*/ 1787803 w 12193149"/>
              <a:gd name="connsiteY193" fmla="*/ 2860145 h 3163521"/>
              <a:gd name="connsiteX194" fmla="*/ 1739352 w 12193149"/>
              <a:gd name="connsiteY194" fmla="*/ 2855094 h 3163521"/>
              <a:gd name="connsiteX195" fmla="*/ 1676219 w 12193149"/>
              <a:gd name="connsiteY195" fmla="*/ 2838745 h 3163521"/>
              <a:gd name="connsiteX196" fmla="*/ 1609817 w 12193149"/>
              <a:gd name="connsiteY196" fmla="*/ 2831848 h 3163521"/>
              <a:gd name="connsiteX197" fmla="*/ 1497258 w 12193149"/>
              <a:gd name="connsiteY197" fmla="*/ 2806258 h 3163521"/>
              <a:gd name="connsiteX198" fmla="*/ 1151127 w 12193149"/>
              <a:gd name="connsiteY198" fmla="*/ 2756823 h 3163521"/>
              <a:gd name="connsiteX199" fmla="*/ 859417 w 12193149"/>
              <a:gd name="connsiteY199" fmla="*/ 2747390 h 3163521"/>
              <a:gd name="connsiteX200" fmla="*/ 838688 w 12193149"/>
              <a:gd name="connsiteY200" fmla="*/ 2748603 h 3163521"/>
              <a:gd name="connsiteX201" fmla="*/ 817957 w 12193149"/>
              <a:gd name="connsiteY201" fmla="*/ 2746639 h 3163521"/>
              <a:gd name="connsiteX202" fmla="*/ 812654 w 12193149"/>
              <a:gd name="connsiteY202" fmla="*/ 2749533 h 3163521"/>
              <a:gd name="connsiteX203" fmla="*/ 721195 w 12193149"/>
              <a:gd name="connsiteY203" fmla="*/ 2748443 h 3163521"/>
              <a:gd name="connsiteX204" fmla="*/ 720890 w 12193149"/>
              <a:gd name="connsiteY204" fmla="*/ 2747181 h 3163521"/>
              <a:gd name="connsiteX205" fmla="*/ 710023 w 12193149"/>
              <a:gd name="connsiteY205" fmla="*/ 2741504 h 3163521"/>
              <a:gd name="connsiteX206" fmla="*/ 597940 w 12193149"/>
              <a:gd name="connsiteY206" fmla="*/ 2698646 h 3163521"/>
              <a:gd name="connsiteX207" fmla="*/ 579683 w 12193149"/>
              <a:gd name="connsiteY207" fmla="*/ 2695994 h 3163521"/>
              <a:gd name="connsiteX208" fmla="*/ 572865 w 12193149"/>
              <a:gd name="connsiteY208" fmla="*/ 2696183 h 3163521"/>
              <a:gd name="connsiteX209" fmla="*/ 446247 w 12193149"/>
              <a:gd name="connsiteY209" fmla="*/ 2658153 h 3163521"/>
              <a:gd name="connsiteX210" fmla="*/ 405163 w 12193149"/>
              <a:gd name="connsiteY210" fmla="*/ 2652330 h 3163521"/>
              <a:gd name="connsiteX211" fmla="*/ 293583 w 12193149"/>
              <a:gd name="connsiteY211" fmla="*/ 2631634 h 3163521"/>
              <a:gd name="connsiteX212" fmla="*/ 119529 w 12193149"/>
              <a:gd name="connsiteY212" fmla="*/ 2579829 h 3163521"/>
              <a:gd name="connsiteX213" fmla="*/ 16674 w 12193149"/>
              <a:gd name="connsiteY213" fmla="*/ 2576973 h 3163521"/>
              <a:gd name="connsiteX214" fmla="*/ 1150 w 12193149"/>
              <a:gd name="connsiteY214" fmla="*/ 2571504 h 3163521"/>
              <a:gd name="connsiteX215" fmla="*/ 1148 w 12193149"/>
              <a:gd name="connsiteY215" fmla="*/ 1040995 h 3163521"/>
              <a:gd name="connsiteX216" fmla="*/ 1148 w 12193149"/>
              <a:gd name="connsiteY216" fmla="*/ 818782 h 3163521"/>
              <a:gd name="connsiteX0" fmla="*/ 1148 w 12193149"/>
              <a:gd name="connsiteY0" fmla="*/ 0 h 3171710"/>
              <a:gd name="connsiteX1" fmla="*/ 12181789 w 12193149"/>
              <a:gd name="connsiteY1" fmla="*/ 8189 h 3171710"/>
              <a:gd name="connsiteX2" fmla="*/ 12193149 w 12193149"/>
              <a:gd name="connsiteY2" fmla="*/ 1406710 h 3171710"/>
              <a:gd name="connsiteX3" fmla="*/ 12185986 w 12193149"/>
              <a:gd name="connsiteY3" fmla="*/ 1411160 h 3171710"/>
              <a:gd name="connsiteX4" fmla="*/ 12156363 w 12193149"/>
              <a:gd name="connsiteY4" fmla="*/ 1424337 h 3171710"/>
              <a:gd name="connsiteX5" fmla="*/ 12139215 w 12193149"/>
              <a:gd name="connsiteY5" fmla="*/ 1450150 h 3171710"/>
              <a:gd name="connsiteX6" fmla="*/ 12126327 w 12193149"/>
              <a:gd name="connsiteY6" fmla="*/ 1451661 h 3171710"/>
              <a:gd name="connsiteX7" fmla="*/ 12124007 w 12193149"/>
              <a:gd name="connsiteY7" fmla="*/ 1451765 h 3171710"/>
              <a:gd name="connsiteX8" fmla="*/ 12116854 w 12193149"/>
              <a:gd name="connsiteY8" fmla="*/ 1455579 h 3171710"/>
              <a:gd name="connsiteX9" fmla="*/ 12099497 w 12193149"/>
              <a:gd name="connsiteY9" fmla="*/ 1455110 h 3171710"/>
              <a:gd name="connsiteX10" fmla="*/ 12087073 w 12193149"/>
              <a:gd name="connsiteY10" fmla="*/ 1463312 h 3171710"/>
              <a:gd name="connsiteX11" fmla="*/ 12031073 w 12193149"/>
              <a:gd name="connsiteY11" fmla="*/ 1506980 h 3171710"/>
              <a:gd name="connsiteX12" fmla="*/ 11995833 w 12193149"/>
              <a:gd name="connsiteY12" fmla="*/ 1530429 h 3171710"/>
              <a:gd name="connsiteX13" fmla="*/ 11979717 w 12193149"/>
              <a:gd name="connsiteY13" fmla="*/ 1535132 h 3171710"/>
              <a:gd name="connsiteX14" fmla="*/ 11959046 w 12193149"/>
              <a:gd name="connsiteY14" fmla="*/ 1544529 h 3171710"/>
              <a:gd name="connsiteX15" fmla="*/ 11920454 w 12193149"/>
              <a:gd name="connsiteY15" fmla="*/ 1557854 h 3171710"/>
              <a:gd name="connsiteX16" fmla="*/ 11903656 w 12193149"/>
              <a:gd name="connsiteY16" fmla="*/ 1569397 h 3171710"/>
              <a:gd name="connsiteX17" fmla="*/ 11895048 w 12193149"/>
              <a:gd name="connsiteY17" fmla="*/ 1571762 h 3171710"/>
              <a:gd name="connsiteX18" fmla="*/ 11891968 w 12193149"/>
              <a:gd name="connsiteY18" fmla="*/ 1582700 h 3171710"/>
              <a:gd name="connsiteX19" fmla="*/ 11870776 w 12193149"/>
              <a:gd name="connsiteY19" fmla="*/ 1604787 h 3171710"/>
              <a:gd name="connsiteX20" fmla="*/ 11813376 w 12193149"/>
              <a:gd name="connsiteY20" fmla="*/ 1624630 h 3171710"/>
              <a:gd name="connsiteX21" fmla="*/ 11590693 w 12193149"/>
              <a:gd name="connsiteY21" fmla="*/ 1790748 h 3171710"/>
              <a:gd name="connsiteX22" fmla="*/ 11506817 w 12193149"/>
              <a:gd name="connsiteY22" fmla="*/ 1860594 h 3171710"/>
              <a:gd name="connsiteX23" fmla="*/ 11280332 w 12193149"/>
              <a:gd name="connsiteY23" fmla="*/ 2050542 h 3171710"/>
              <a:gd name="connsiteX24" fmla="*/ 11228309 w 12193149"/>
              <a:gd name="connsiteY24" fmla="*/ 2103207 h 3171710"/>
              <a:gd name="connsiteX25" fmla="*/ 11218087 w 12193149"/>
              <a:gd name="connsiteY25" fmla="*/ 2102932 h 3171710"/>
              <a:gd name="connsiteX26" fmla="*/ 11217184 w 12193149"/>
              <a:gd name="connsiteY26" fmla="*/ 2101989 h 3171710"/>
              <a:gd name="connsiteX27" fmla="*/ 11188885 w 12193149"/>
              <a:gd name="connsiteY27" fmla="*/ 2119354 h 3171710"/>
              <a:gd name="connsiteX28" fmla="*/ 11184501 w 12193149"/>
              <a:gd name="connsiteY28" fmla="*/ 2119496 h 3171710"/>
              <a:gd name="connsiteX29" fmla="*/ 11166854 w 12193149"/>
              <a:gd name="connsiteY29" fmla="*/ 2133583 h 3171710"/>
              <a:gd name="connsiteX30" fmla="*/ 11157311 w 12193149"/>
              <a:gd name="connsiteY30" fmla="*/ 2139385 h 3171710"/>
              <a:gd name="connsiteX31" fmla="*/ 11155496 w 12193149"/>
              <a:gd name="connsiteY31" fmla="*/ 2144068 h 3171710"/>
              <a:gd name="connsiteX32" fmla="*/ 11140961 w 12193149"/>
              <a:gd name="connsiteY32" fmla="*/ 2151086 h 3171710"/>
              <a:gd name="connsiteX33" fmla="*/ 11138961 w 12193149"/>
              <a:gd name="connsiteY33" fmla="*/ 2150743 h 3171710"/>
              <a:gd name="connsiteX34" fmla="*/ 11128208 w 12193149"/>
              <a:gd name="connsiteY34" fmla="*/ 2160803 h 3171710"/>
              <a:gd name="connsiteX35" fmla="*/ 11120691 w 12193149"/>
              <a:gd name="connsiteY35" fmla="*/ 2174395 h 3171710"/>
              <a:gd name="connsiteX36" fmla="*/ 10894683 w 12193149"/>
              <a:gd name="connsiteY36" fmla="*/ 2300370 h 3171710"/>
              <a:gd name="connsiteX37" fmla="*/ 10773300 w 12193149"/>
              <a:gd name="connsiteY37" fmla="*/ 2350162 h 3171710"/>
              <a:gd name="connsiteX38" fmla="*/ 10627668 w 12193149"/>
              <a:gd name="connsiteY38" fmla="*/ 2386200 h 3171710"/>
              <a:gd name="connsiteX39" fmla="*/ 10581895 w 12193149"/>
              <a:gd name="connsiteY39" fmla="*/ 2395660 h 3171710"/>
              <a:gd name="connsiteX40" fmla="*/ 10547790 w 12193149"/>
              <a:gd name="connsiteY40" fmla="*/ 2425394 h 3171710"/>
              <a:gd name="connsiteX41" fmla="*/ 10529643 w 12193149"/>
              <a:gd name="connsiteY41" fmla="*/ 2423878 h 3171710"/>
              <a:gd name="connsiteX42" fmla="*/ 10526446 w 12193149"/>
              <a:gd name="connsiteY42" fmla="*/ 2423382 h 3171710"/>
              <a:gd name="connsiteX43" fmla="*/ 10515129 w 12193149"/>
              <a:gd name="connsiteY43" fmla="*/ 2426508 h 3171710"/>
              <a:gd name="connsiteX44" fmla="*/ 10491735 w 12193149"/>
              <a:gd name="connsiteY44" fmla="*/ 2421127 h 3171710"/>
              <a:gd name="connsiteX45" fmla="*/ 10471418 w 12193149"/>
              <a:gd name="connsiteY45" fmla="*/ 2428664 h 3171710"/>
              <a:gd name="connsiteX46" fmla="*/ 10377042 w 12193149"/>
              <a:gd name="connsiteY46" fmla="*/ 2471569 h 3171710"/>
              <a:gd name="connsiteX47" fmla="*/ 10319338 w 12193149"/>
              <a:gd name="connsiteY47" fmla="*/ 2493192 h 3171710"/>
              <a:gd name="connsiteX48" fmla="*/ 10295467 w 12193149"/>
              <a:gd name="connsiteY48" fmla="*/ 2495050 h 3171710"/>
              <a:gd name="connsiteX49" fmla="*/ 10263443 w 12193149"/>
              <a:gd name="connsiteY49" fmla="*/ 2501919 h 3171710"/>
              <a:gd name="connsiteX50" fmla="*/ 10205418 w 12193149"/>
              <a:gd name="connsiteY50" fmla="*/ 2509120 h 3171710"/>
              <a:gd name="connsiteX51" fmla="*/ 10177759 w 12193149"/>
              <a:gd name="connsiteY51" fmla="*/ 2519914 h 3171710"/>
              <a:gd name="connsiteX52" fmla="*/ 10165070 w 12193149"/>
              <a:gd name="connsiteY52" fmla="*/ 2520710 h 3171710"/>
              <a:gd name="connsiteX53" fmla="*/ 10156308 w 12193149"/>
              <a:gd name="connsiteY53" fmla="*/ 2534458 h 3171710"/>
              <a:gd name="connsiteX54" fmla="*/ 10118267 w 12193149"/>
              <a:gd name="connsiteY54" fmla="*/ 2558113 h 3171710"/>
              <a:gd name="connsiteX55" fmla="*/ 10083317 w 12193149"/>
              <a:gd name="connsiteY55" fmla="*/ 2570267 h 3171710"/>
              <a:gd name="connsiteX56" fmla="*/ 10040388 w 12193149"/>
              <a:gd name="connsiteY56" fmla="*/ 2568603 h 3171710"/>
              <a:gd name="connsiteX57" fmla="*/ 9961167 w 12193149"/>
              <a:gd name="connsiteY57" fmla="*/ 2584118 h 3171710"/>
              <a:gd name="connsiteX58" fmla="*/ 9848940 w 12193149"/>
              <a:gd name="connsiteY58" fmla="*/ 2590886 h 3171710"/>
              <a:gd name="connsiteX59" fmla="*/ 9729457 w 12193149"/>
              <a:gd name="connsiteY59" fmla="*/ 2611093 h 3171710"/>
              <a:gd name="connsiteX60" fmla="*/ 9613704 w 12193149"/>
              <a:gd name="connsiteY60" fmla="*/ 2639342 h 3171710"/>
              <a:gd name="connsiteX61" fmla="*/ 9338590 w 12193149"/>
              <a:gd name="connsiteY61" fmla="*/ 2696264 h 3171710"/>
              <a:gd name="connsiteX62" fmla="*/ 9232518 w 12193149"/>
              <a:gd name="connsiteY62" fmla="*/ 2720120 h 3171710"/>
              <a:gd name="connsiteX63" fmla="*/ 9156690 w 12193149"/>
              <a:gd name="connsiteY63" fmla="*/ 2730199 h 3171710"/>
              <a:gd name="connsiteX64" fmla="*/ 9054601 w 12193149"/>
              <a:gd name="connsiteY64" fmla="*/ 2737726 h 3171710"/>
              <a:gd name="connsiteX65" fmla="*/ 9006634 w 12193149"/>
              <a:gd name="connsiteY65" fmla="*/ 2741011 h 3171710"/>
              <a:gd name="connsiteX66" fmla="*/ 9006349 w 12193149"/>
              <a:gd name="connsiteY66" fmla="*/ 2740771 h 3171710"/>
              <a:gd name="connsiteX67" fmla="*/ 8997380 w 12193149"/>
              <a:gd name="connsiteY67" fmla="*/ 2741982 h 3171710"/>
              <a:gd name="connsiteX68" fmla="*/ 8991542 w 12193149"/>
              <a:gd name="connsiteY68" fmla="*/ 2744043 h 3171710"/>
              <a:gd name="connsiteX69" fmla="*/ 8975485 w 12193149"/>
              <a:gd name="connsiteY69" fmla="*/ 2747269 h 3171710"/>
              <a:gd name="connsiteX70" fmla="*/ 8969159 w 12193149"/>
              <a:gd name="connsiteY70" fmla="*/ 2746569 h 3171710"/>
              <a:gd name="connsiteX71" fmla="*/ 8964196 w 12193149"/>
              <a:gd name="connsiteY71" fmla="*/ 2744344 h 3171710"/>
              <a:gd name="connsiteX72" fmla="*/ 8930136 w 12193149"/>
              <a:gd name="connsiteY72" fmla="*/ 2741156 h 3171710"/>
              <a:gd name="connsiteX73" fmla="*/ 8753592 w 12193149"/>
              <a:gd name="connsiteY73" fmla="*/ 2760388 h 3171710"/>
              <a:gd name="connsiteX74" fmla="*/ 8708995 w 12193149"/>
              <a:gd name="connsiteY74" fmla="*/ 2762489 h 3171710"/>
              <a:gd name="connsiteX75" fmla="*/ 8597219 w 12193149"/>
              <a:gd name="connsiteY75" fmla="*/ 2771061 h 3171710"/>
              <a:gd name="connsiteX76" fmla="*/ 8526378 w 12193149"/>
              <a:gd name="connsiteY76" fmla="*/ 2756219 h 3171710"/>
              <a:gd name="connsiteX77" fmla="*/ 8512131 w 12193149"/>
              <a:gd name="connsiteY77" fmla="*/ 2762134 h 3171710"/>
              <a:gd name="connsiteX78" fmla="*/ 8507315 w 12193149"/>
              <a:gd name="connsiteY78" fmla="*/ 2765135 h 3171710"/>
              <a:gd name="connsiteX79" fmla="*/ 8499116 w 12193149"/>
              <a:gd name="connsiteY79" fmla="*/ 2767873 h 3171710"/>
              <a:gd name="connsiteX80" fmla="*/ 8498742 w 12193149"/>
              <a:gd name="connsiteY80" fmla="*/ 2767694 h 3171710"/>
              <a:gd name="connsiteX81" fmla="*/ 8491397 w 12193149"/>
              <a:gd name="connsiteY81" fmla="*/ 2770744 h 3171710"/>
              <a:gd name="connsiteX82" fmla="*/ 8368330 w 12193149"/>
              <a:gd name="connsiteY82" fmla="*/ 2784786 h 3171710"/>
              <a:gd name="connsiteX83" fmla="*/ 8354947 w 12193149"/>
              <a:gd name="connsiteY83" fmla="*/ 2784980 h 3171710"/>
              <a:gd name="connsiteX84" fmla="*/ 8321252 w 12193149"/>
              <a:gd name="connsiteY84" fmla="*/ 2801558 h 3171710"/>
              <a:gd name="connsiteX85" fmla="*/ 8315581 w 12193149"/>
              <a:gd name="connsiteY85" fmla="*/ 2801884 h 3171710"/>
              <a:gd name="connsiteX86" fmla="*/ 8296322 w 12193149"/>
              <a:gd name="connsiteY86" fmla="*/ 2815779 h 3171710"/>
              <a:gd name="connsiteX87" fmla="*/ 8285424 w 12193149"/>
              <a:gd name="connsiteY87" fmla="*/ 2821602 h 3171710"/>
              <a:gd name="connsiteX88" fmla="*/ 8284298 w 12193149"/>
              <a:gd name="connsiteY88" fmla="*/ 2826045 h 3171710"/>
              <a:gd name="connsiteX89" fmla="*/ 8267224 w 12193149"/>
              <a:gd name="connsiteY89" fmla="*/ 2833220 h 3171710"/>
              <a:gd name="connsiteX90" fmla="*/ 8264525 w 12193149"/>
              <a:gd name="connsiteY90" fmla="*/ 2832990 h 3171710"/>
              <a:gd name="connsiteX91" fmla="*/ 8253181 w 12193149"/>
              <a:gd name="connsiteY91" fmla="*/ 2842833 h 3171710"/>
              <a:gd name="connsiteX92" fmla="*/ 8246982 w 12193149"/>
              <a:gd name="connsiteY92" fmla="*/ 2855825 h 3171710"/>
              <a:gd name="connsiteX93" fmla="*/ 8091420 w 12193149"/>
              <a:gd name="connsiteY93" fmla="*/ 2901986 h 3171710"/>
              <a:gd name="connsiteX94" fmla="*/ 7906555 w 12193149"/>
              <a:gd name="connsiteY94" fmla="*/ 2943959 h 3171710"/>
              <a:gd name="connsiteX95" fmla="*/ 7719893 w 12193149"/>
              <a:gd name="connsiteY95" fmla="*/ 2969674 h 3171710"/>
              <a:gd name="connsiteX96" fmla="*/ 7615495 w 12193149"/>
              <a:gd name="connsiteY96" fmla="*/ 2966203 h 3171710"/>
              <a:gd name="connsiteX97" fmla="*/ 7528691 w 12193149"/>
              <a:gd name="connsiteY97" fmla="*/ 2972031 h 3171710"/>
              <a:gd name="connsiteX98" fmla="*/ 7520719 w 12193149"/>
              <a:gd name="connsiteY98" fmla="*/ 2974584 h 3171710"/>
              <a:gd name="connsiteX99" fmla="*/ 7508559 w 12193149"/>
              <a:gd name="connsiteY99" fmla="*/ 2975919 h 3171710"/>
              <a:gd name="connsiteX100" fmla="*/ 7508188 w 12193149"/>
              <a:gd name="connsiteY100" fmla="*/ 2975592 h 3171710"/>
              <a:gd name="connsiteX101" fmla="*/ 7496943 w 12193149"/>
              <a:gd name="connsiteY101" fmla="*/ 2977544 h 3171710"/>
              <a:gd name="connsiteX102" fmla="*/ 7219707 w 12193149"/>
              <a:gd name="connsiteY102" fmla="*/ 2983651 h 3171710"/>
              <a:gd name="connsiteX103" fmla="*/ 7202249 w 12193149"/>
              <a:gd name="connsiteY103" fmla="*/ 2988201 h 3171710"/>
              <a:gd name="connsiteX104" fmla="*/ 7198152 w 12193149"/>
              <a:gd name="connsiteY104" fmla="*/ 2993559 h 3171710"/>
              <a:gd name="connsiteX105" fmla="*/ 7171956 w 12193149"/>
              <a:gd name="connsiteY105" fmla="*/ 2998207 h 3171710"/>
              <a:gd name="connsiteX106" fmla="*/ 7098136 w 12193149"/>
              <a:gd name="connsiteY106" fmla="*/ 3010435 h 3171710"/>
              <a:gd name="connsiteX107" fmla="*/ 7019644 w 12193149"/>
              <a:gd name="connsiteY107" fmla="*/ 3010061 h 3171710"/>
              <a:gd name="connsiteX108" fmla="*/ 6905294 w 12193149"/>
              <a:gd name="connsiteY108" fmla="*/ 3039567 h 3171710"/>
              <a:gd name="connsiteX109" fmla="*/ 6709370 w 12193149"/>
              <a:gd name="connsiteY109" fmla="*/ 3067522 h 3171710"/>
              <a:gd name="connsiteX110" fmla="*/ 6550602 w 12193149"/>
              <a:gd name="connsiteY110" fmla="*/ 3096298 h 3171710"/>
              <a:gd name="connsiteX111" fmla="*/ 6318708 w 12193149"/>
              <a:gd name="connsiteY111" fmla="*/ 3143098 h 3171710"/>
              <a:gd name="connsiteX112" fmla="*/ 6169822 w 12193149"/>
              <a:gd name="connsiteY112" fmla="*/ 3145185 h 3171710"/>
              <a:gd name="connsiteX113" fmla="*/ 6074996 w 12193149"/>
              <a:gd name="connsiteY113" fmla="*/ 3165647 h 3171710"/>
              <a:gd name="connsiteX114" fmla="*/ 6069677 w 12193149"/>
              <a:gd name="connsiteY114" fmla="*/ 3164110 h 3171710"/>
              <a:gd name="connsiteX115" fmla="*/ 6049786 w 12193149"/>
              <a:gd name="connsiteY115" fmla="*/ 3164793 h 3171710"/>
              <a:gd name="connsiteX116" fmla="*/ 6042433 w 12193149"/>
              <a:gd name="connsiteY116" fmla="*/ 3156444 h 3171710"/>
              <a:gd name="connsiteX117" fmla="*/ 6011238 w 12193149"/>
              <a:gd name="connsiteY117" fmla="*/ 3151351 h 3171710"/>
              <a:gd name="connsiteX118" fmla="*/ 5958523 w 12193149"/>
              <a:gd name="connsiteY118" fmla="*/ 3154995 h 3171710"/>
              <a:gd name="connsiteX119" fmla="*/ 5760067 w 12193149"/>
              <a:gd name="connsiteY119" fmla="*/ 3170687 h 3171710"/>
              <a:gd name="connsiteX120" fmla="*/ 5628108 w 12193149"/>
              <a:gd name="connsiteY120" fmla="*/ 3171710 h 3171710"/>
              <a:gd name="connsiteX121" fmla="*/ 5472054 w 12193149"/>
              <a:gd name="connsiteY121" fmla="*/ 3157690 h 3171710"/>
              <a:gd name="connsiteX122" fmla="*/ 5433909 w 12193149"/>
              <a:gd name="connsiteY122" fmla="*/ 3146437 h 3171710"/>
              <a:gd name="connsiteX123" fmla="*/ 5382817 w 12193149"/>
              <a:gd name="connsiteY123" fmla="*/ 3128735 h 3171710"/>
              <a:gd name="connsiteX124" fmla="*/ 5262912 w 12193149"/>
              <a:gd name="connsiteY124" fmla="*/ 3108318 h 3171710"/>
              <a:gd name="connsiteX125" fmla="*/ 5224109 w 12193149"/>
              <a:gd name="connsiteY125" fmla="*/ 3097194 h 3171710"/>
              <a:gd name="connsiteX126" fmla="*/ 5175808 w 12193149"/>
              <a:gd name="connsiteY126" fmla="*/ 3094204 h 3171710"/>
              <a:gd name="connsiteX127" fmla="*/ 5157702 w 12193149"/>
              <a:gd name="connsiteY127" fmla="*/ 3086981 h 3171710"/>
              <a:gd name="connsiteX128" fmla="*/ 5143747 w 12193149"/>
              <a:gd name="connsiteY128" fmla="*/ 3083581 h 3171710"/>
              <a:gd name="connsiteX129" fmla="*/ 5140744 w 12193149"/>
              <a:gd name="connsiteY129" fmla="*/ 3081480 h 3171710"/>
              <a:gd name="connsiteX130" fmla="*/ 5122807 w 12193149"/>
              <a:gd name="connsiteY130" fmla="*/ 3070627 h 3171710"/>
              <a:gd name="connsiteX131" fmla="*/ 5066938 w 12193149"/>
              <a:gd name="connsiteY131" fmla="*/ 3077198 h 3171710"/>
              <a:gd name="connsiteX132" fmla="*/ 5012662 w 12193149"/>
              <a:gd name="connsiteY132" fmla="*/ 3060817 h 3171710"/>
              <a:gd name="connsiteX133" fmla="*/ 4841589 w 12193149"/>
              <a:gd name="connsiteY133" fmla="*/ 3036800 h 3171710"/>
              <a:gd name="connsiteX134" fmla="*/ 4763595 w 12193149"/>
              <a:gd name="connsiteY134" fmla="*/ 3009032 h 3171710"/>
              <a:gd name="connsiteX135" fmla="*/ 4724334 w 12193149"/>
              <a:gd name="connsiteY135" fmla="*/ 3000018 h 3171710"/>
              <a:gd name="connsiteX136" fmla="*/ 4722324 w 12193149"/>
              <a:gd name="connsiteY136" fmla="*/ 2999269 h 3171710"/>
              <a:gd name="connsiteX137" fmla="*/ 4723259 w 12193149"/>
              <a:gd name="connsiteY137" fmla="*/ 2999058 h 3171710"/>
              <a:gd name="connsiteX138" fmla="*/ 4718350 w 12193149"/>
              <a:gd name="connsiteY138" fmla="*/ 2997788 h 3171710"/>
              <a:gd name="connsiteX139" fmla="*/ 4722324 w 12193149"/>
              <a:gd name="connsiteY139" fmla="*/ 2999269 h 3171710"/>
              <a:gd name="connsiteX140" fmla="*/ 4716674 w 12193149"/>
              <a:gd name="connsiteY140" fmla="*/ 3000544 h 3171710"/>
              <a:gd name="connsiteX141" fmla="*/ 4516962 w 12193149"/>
              <a:gd name="connsiteY141" fmla="*/ 2990642 h 3171710"/>
              <a:gd name="connsiteX142" fmla="*/ 4429691 w 12193149"/>
              <a:gd name="connsiteY142" fmla="*/ 2979991 h 3171710"/>
              <a:gd name="connsiteX143" fmla="*/ 4364023 w 12193149"/>
              <a:gd name="connsiteY143" fmla="*/ 2978645 h 3171710"/>
              <a:gd name="connsiteX144" fmla="*/ 4318114 w 12193149"/>
              <a:gd name="connsiteY144" fmla="*/ 2985260 h 3171710"/>
              <a:gd name="connsiteX145" fmla="*/ 4316258 w 12193149"/>
              <a:gd name="connsiteY145" fmla="*/ 2983919 h 3171710"/>
              <a:gd name="connsiteX146" fmla="*/ 4296292 w 12193149"/>
              <a:gd name="connsiteY146" fmla="*/ 2982040 h 3171710"/>
              <a:gd name="connsiteX147" fmla="*/ 4291212 w 12193149"/>
              <a:gd name="connsiteY147" fmla="*/ 2984957 h 3171710"/>
              <a:gd name="connsiteX148" fmla="*/ 4277290 w 12193149"/>
              <a:gd name="connsiteY148" fmla="*/ 2984711 h 3171710"/>
              <a:gd name="connsiteX149" fmla="*/ 4249265 w 12193149"/>
              <a:gd name="connsiteY149" fmla="*/ 2987035 h 3171710"/>
              <a:gd name="connsiteX150" fmla="*/ 4203199 w 12193149"/>
              <a:gd name="connsiteY150" fmla="*/ 2984240 h 3171710"/>
              <a:gd name="connsiteX151" fmla="*/ 4202893 w 12193149"/>
              <a:gd name="connsiteY151" fmla="*/ 2982981 h 3171710"/>
              <a:gd name="connsiteX152" fmla="*/ 4192396 w 12193149"/>
              <a:gd name="connsiteY152" fmla="*/ 2977347 h 3171710"/>
              <a:gd name="connsiteX153" fmla="*/ 4143893 w 12193149"/>
              <a:gd name="connsiteY153" fmla="*/ 2961482 h 3171710"/>
              <a:gd name="connsiteX154" fmla="*/ 4084245 w 12193149"/>
              <a:gd name="connsiteY154" fmla="*/ 2934949 h 3171710"/>
              <a:gd name="connsiteX155" fmla="*/ 4075694 w 12193149"/>
              <a:gd name="connsiteY155" fmla="*/ 2934114 h 3171710"/>
              <a:gd name="connsiteX156" fmla="*/ 4075575 w 12193149"/>
              <a:gd name="connsiteY156" fmla="*/ 2933815 h 3171710"/>
              <a:gd name="connsiteX157" fmla="*/ 4066658 w 12193149"/>
              <a:gd name="connsiteY157" fmla="*/ 2932371 h 3171710"/>
              <a:gd name="connsiteX158" fmla="*/ 4060102 w 12193149"/>
              <a:gd name="connsiteY158" fmla="*/ 2932589 h 3171710"/>
              <a:gd name="connsiteX159" fmla="*/ 4043512 w 12193149"/>
              <a:gd name="connsiteY159" fmla="*/ 2930968 h 3171710"/>
              <a:gd name="connsiteX160" fmla="*/ 4038145 w 12193149"/>
              <a:gd name="connsiteY160" fmla="*/ 2928534 h 3171710"/>
              <a:gd name="connsiteX161" fmla="*/ 4036511 w 12193149"/>
              <a:gd name="connsiteY161" fmla="*/ 2924867 h 3171710"/>
              <a:gd name="connsiteX162" fmla="*/ 4034926 w 12193149"/>
              <a:gd name="connsiteY162" fmla="*/ 2925102 h 3171710"/>
              <a:gd name="connsiteX163" fmla="*/ 4005686 w 12193149"/>
              <a:gd name="connsiteY163" fmla="*/ 2912534 h 3171710"/>
              <a:gd name="connsiteX164" fmla="*/ 3937994 w 12193149"/>
              <a:gd name="connsiteY164" fmla="*/ 2895077 h 3171710"/>
              <a:gd name="connsiteX165" fmla="*/ 3898423 w 12193149"/>
              <a:gd name="connsiteY165" fmla="*/ 2889422 h 3171710"/>
              <a:gd name="connsiteX166" fmla="*/ 3790908 w 12193149"/>
              <a:gd name="connsiteY166" fmla="*/ 2869184 h 3171710"/>
              <a:gd name="connsiteX167" fmla="*/ 3683661 w 12193149"/>
              <a:gd name="connsiteY167" fmla="*/ 2845261 h 3171710"/>
              <a:gd name="connsiteX168" fmla="*/ 3611183 w 12193149"/>
              <a:gd name="connsiteY168" fmla="*/ 2812990 h 3171710"/>
              <a:gd name="connsiteX169" fmla="*/ 3605003 w 12193149"/>
              <a:gd name="connsiteY169" fmla="*/ 2814352 h 3171710"/>
              <a:gd name="connsiteX170" fmla="*/ 3595884 w 12193149"/>
              <a:gd name="connsiteY170" fmla="*/ 2814516 h 3171710"/>
              <a:gd name="connsiteX171" fmla="*/ 3595649 w 12193149"/>
              <a:gd name="connsiteY171" fmla="*/ 2814247 h 3171710"/>
              <a:gd name="connsiteX172" fmla="*/ 3587126 w 12193149"/>
              <a:gd name="connsiteY172" fmla="*/ 2814937 h 3171710"/>
              <a:gd name="connsiteX173" fmla="*/ 3537283 w 12193149"/>
              <a:gd name="connsiteY173" fmla="*/ 2805238 h 3171710"/>
              <a:gd name="connsiteX174" fmla="*/ 3474371 w 12193149"/>
              <a:gd name="connsiteY174" fmla="*/ 2801577 h 3171710"/>
              <a:gd name="connsiteX175" fmla="*/ 3401876 w 12193149"/>
              <a:gd name="connsiteY175" fmla="*/ 2789529 h 3171710"/>
              <a:gd name="connsiteX176" fmla="*/ 3365036 w 12193149"/>
              <a:gd name="connsiteY176" fmla="*/ 2806481 h 3171710"/>
              <a:gd name="connsiteX177" fmla="*/ 3345174 w 12193149"/>
              <a:gd name="connsiteY177" fmla="*/ 2808163 h 3171710"/>
              <a:gd name="connsiteX178" fmla="*/ 3342846 w 12193149"/>
              <a:gd name="connsiteY178" fmla="*/ 2807188 h 3171710"/>
              <a:gd name="connsiteX179" fmla="*/ 3263504 w 12193149"/>
              <a:gd name="connsiteY179" fmla="*/ 2813065 h 3171710"/>
              <a:gd name="connsiteX180" fmla="*/ 3143704 w 12193149"/>
              <a:gd name="connsiteY180" fmla="*/ 2820840 h 3171710"/>
              <a:gd name="connsiteX181" fmla="*/ 3031439 w 12193149"/>
              <a:gd name="connsiteY181" fmla="*/ 2823483 h 3171710"/>
              <a:gd name="connsiteX182" fmla="*/ 2782717 w 12193149"/>
              <a:gd name="connsiteY182" fmla="*/ 2845304 h 3171710"/>
              <a:gd name="connsiteX183" fmla="*/ 2647675 w 12193149"/>
              <a:gd name="connsiteY183" fmla="*/ 2855840 h 3171710"/>
              <a:gd name="connsiteX184" fmla="*/ 2569176 w 12193149"/>
              <a:gd name="connsiteY184" fmla="*/ 2829599 h 3171710"/>
              <a:gd name="connsiteX185" fmla="*/ 2444403 w 12193149"/>
              <a:gd name="connsiteY185" fmla="*/ 2843500 h 3171710"/>
              <a:gd name="connsiteX186" fmla="*/ 2316260 w 12193149"/>
              <a:gd name="connsiteY186" fmla="*/ 2851967 h 3171710"/>
              <a:gd name="connsiteX187" fmla="*/ 2209726 w 12193149"/>
              <a:gd name="connsiteY187" fmla="*/ 2846734 h 3171710"/>
              <a:gd name="connsiteX188" fmla="*/ 2095813 w 12193149"/>
              <a:gd name="connsiteY188" fmla="*/ 2830023 h 3171710"/>
              <a:gd name="connsiteX189" fmla="*/ 1998504 w 12193149"/>
              <a:gd name="connsiteY189" fmla="*/ 2822003 h 3171710"/>
              <a:gd name="connsiteX190" fmla="*/ 1929320 w 12193149"/>
              <a:gd name="connsiteY190" fmla="*/ 2843948 h 3171710"/>
              <a:gd name="connsiteX191" fmla="*/ 1922798 w 12193149"/>
              <a:gd name="connsiteY191" fmla="*/ 2839117 h 3171710"/>
              <a:gd name="connsiteX192" fmla="*/ 1874228 w 12193149"/>
              <a:gd name="connsiteY192" fmla="*/ 2840712 h 3171710"/>
              <a:gd name="connsiteX193" fmla="*/ 1787803 w 12193149"/>
              <a:gd name="connsiteY193" fmla="*/ 2868334 h 3171710"/>
              <a:gd name="connsiteX194" fmla="*/ 1739352 w 12193149"/>
              <a:gd name="connsiteY194" fmla="*/ 2863283 h 3171710"/>
              <a:gd name="connsiteX195" fmla="*/ 1676219 w 12193149"/>
              <a:gd name="connsiteY195" fmla="*/ 2846934 h 3171710"/>
              <a:gd name="connsiteX196" fmla="*/ 1609817 w 12193149"/>
              <a:gd name="connsiteY196" fmla="*/ 2840037 h 3171710"/>
              <a:gd name="connsiteX197" fmla="*/ 1497258 w 12193149"/>
              <a:gd name="connsiteY197" fmla="*/ 2814447 h 3171710"/>
              <a:gd name="connsiteX198" fmla="*/ 1151127 w 12193149"/>
              <a:gd name="connsiteY198" fmla="*/ 2765012 h 3171710"/>
              <a:gd name="connsiteX199" fmla="*/ 859417 w 12193149"/>
              <a:gd name="connsiteY199" fmla="*/ 2755579 h 3171710"/>
              <a:gd name="connsiteX200" fmla="*/ 838688 w 12193149"/>
              <a:gd name="connsiteY200" fmla="*/ 2756792 h 3171710"/>
              <a:gd name="connsiteX201" fmla="*/ 817957 w 12193149"/>
              <a:gd name="connsiteY201" fmla="*/ 2754828 h 3171710"/>
              <a:gd name="connsiteX202" fmla="*/ 812654 w 12193149"/>
              <a:gd name="connsiteY202" fmla="*/ 2757722 h 3171710"/>
              <a:gd name="connsiteX203" fmla="*/ 721195 w 12193149"/>
              <a:gd name="connsiteY203" fmla="*/ 2756632 h 3171710"/>
              <a:gd name="connsiteX204" fmla="*/ 720890 w 12193149"/>
              <a:gd name="connsiteY204" fmla="*/ 2755370 h 3171710"/>
              <a:gd name="connsiteX205" fmla="*/ 710023 w 12193149"/>
              <a:gd name="connsiteY205" fmla="*/ 2749693 h 3171710"/>
              <a:gd name="connsiteX206" fmla="*/ 597940 w 12193149"/>
              <a:gd name="connsiteY206" fmla="*/ 2706835 h 3171710"/>
              <a:gd name="connsiteX207" fmla="*/ 579683 w 12193149"/>
              <a:gd name="connsiteY207" fmla="*/ 2704183 h 3171710"/>
              <a:gd name="connsiteX208" fmla="*/ 572865 w 12193149"/>
              <a:gd name="connsiteY208" fmla="*/ 2704372 h 3171710"/>
              <a:gd name="connsiteX209" fmla="*/ 446247 w 12193149"/>
              <a:gd name="connsiteY209" fmla="*/ 2666342 h 3171710"/>
              <a:gd name="connsiteX210" fmla="*/ 405163 w 12193149"/>
              <a:gd name="connsiteY210" fmla="*/ 2660519 h 3171710"/>
              <a:gd name="connsiteX211" fmla="*/ 293583 w 12193149"/>
              <a:gd name="connsiteY211" fmla="*/ 2639823 h 3171710"/>
              <a:gd name="connsiteX212" fmla="*/ 119529 w 12193149"/>
              <a:gd name="connsiteY212" fmla="*/ 2588018 h 3171710"/>
              <a:gd name="connsiteX213" fmla="*/ 16674 w 12193149"/>
              <a:gd name="connsiteY213" fmla="*/ 2585162 h 3171710"/>
              <a:gd name="connsiteX214" fmla="*/ 1150 w 12193149"/>
              <a:gd name="connsiteY214" fmla="*/ 2579693 h 3171710"/>
              <a:gd name="connsiteX215" fmla="*/ 1148 w 12193149"/>
              <a:gd name="connsiteY215" fmla="*/ 1049184 h 3171710"/>
              <a:gd name="connsiteX216" fmla="*/ 1148 w 12193149"/>
              <a:gd name="connsiteY216" fmla="*/ 0 h 3171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</a:cxnLst>
            <a:rect l="l" t="t" r="r" b="b"/>
            <a:pathLst>
              <a:path w="12193149" h="3171710">
                <a:moveTo>
                  <a:pt x="1148" y="0"/>
                </a:moveTo>
                <a:lnTo>
                  <a:pt x="12181789" y="8189"/>
                </a:lnTo>
                <a:cubicBezTo>
                  <a:pt x="12181789" y="201435"/>
                  <a:pt x="12193149" y="1213464"/>
                  <a:pt x="12193149" y="1406710"/>
                </a:cubicBezTo>
                <a:lnTo>
                  <a:pt x="12185986" y="1411160"/>
                </a:lnTo>
                <a:cubicBezTo>
                  <a:pt x="12156393" y="1404401"/>
                  <a:pt x="12176978" y="1415299"/>
                  <a:pt x="12156363" y="1424337"/>
                </a:cubicBezTo>
                <a:cubicBezTo>
                  <a:pt x="12172308" y="1438279"/>
                  <a:pt x="12127905" y="1429847"/>
                  <a:pt x="12139215" y="1450150"/>
                </a:cubicBezTo>
                <a:cubicBezTo>
                  <a:pt x="12135103" y="1451151"/>
                  <a:pt x="12130766" y="1451483"/>
                  <a:pt x="12126327" y="1451661"/>
                </a:cubicBezTo>
                <a:lnTo>
                  <a:pt x="12124007" y="1451765"/>
                </a:lnTo>
                <a:lnTo>
                  <a:pt x="12116854" y="1455579"/>
                </a:lnTo>
                <a:lnTo>
                  <a:pt x="12099497" y="1455110"/>
                </a:lnTo>
                <a:cubicBezTo>
                  <a:pt x="12095162" y="1456775"/>
                  <a:pt x="12090978" y="1459336"/>
                  <a:pt x="12087073" y="1463312"/>
                </a:cubicBezTo>
                <a:cubicBezTo>
                  <a:pt x="12078890" y="1483714"/>
                  <a:pt x="12040481" y="1480817"/>
                  <a:pt x="12031073" y="1506980"/>
                </a:cubicBezTo>
                <a:cubicBezTo>
                  <a:pt x="12026399" y="1515225"/>
                  <a:pt x="12004497" y="1532326"/>
                  <a:pt x="11995833" y="1530429"/>
                </a:cubicBezTo>
                <a:cubicBezTo>
                  <a:pt x="11990333" y="1532938"/>
                  <a:pt x="11986699" y="1539016"/>
                  <a:pt x="11979717" y="1535132"/>
                </a:cubicBezTo>
                <a:cubicBezTo>
                  <a:pt x="11970382" y="1531211"/>
                  <a:pt x="11963763" y="1554233"/>
                  <a:pt x="11959046" y="1544529"/>
                </a:cubicBezTo>
                <a:lnTo>
                  <a:pt x="11920454" y="1557854"/>
                </a:lnTo>
                <a:cubicBezTo>
                  <a:pt x="11919152" y="1564914"/>
                  <a:pt x="11912619" y="1567116"/>
                  <a:pt x="11903656" y="1569397"/>
                </a:cubicBezTo>
                <a:lnTo>
                  <a:pt x="11895048" y="1571762"/>
                </a:lnTo>
                <a:lnTo>
                  <a:pt x="11891968" y="1582700"/>
                </a:lnTo>
                <a:cubicBezTo>
                  <a:pt x="11881074" y="1573372"/>
                  <a:pt x="11884523" y="1604713"/>
                  <a:pt x="11870776" y="1604787"/>
                </a:cubicBezTo>
                <a:lnTo>
                  <a:pt x="11813376" y="1624630"/>
                </a:lnTo>
                <a:lnTo>
                  <a:pt x="11590693" y="1790748"/>
                </a:lnTo>
                <a:cubicBezTo>
                  <a:pt x="11550201" y="1817685"/>
                  <a:pt x="11542649" y="1767741"/>
                  <a:pt x="11506817" y="1860594"/>
                </a:cubicBezTo>
                <a:cubicBezTo>
                  <a:pt x="11450023" y="1916431"/>
                  <a:pt x="11337127" y="2017145"/>
                  <a:pt x="11280332" y="2050542"/>
                </a:cubicBezTo>
                <a:cubicBezTo>
                  <a:pt x="11267547" y="2058142"/>
                  <a:pt x="11229147" y="2123560"/>
                  <a:pt x="11228309" y="2103207"/>
                </a:cubicBezTo>
                <a:cubicBezTo>
                  <a:pt x="11223950" y="2105174"/>
                  <a:pt x="11220761" y="2104651"/>
                  <a:pt x="11218087" y="2102932"/>
                </a:cubicBezTo>
                <a:lnTo>
                  <a:pt x="11217184" y="2101989"/>
                </a:lnTo>
                <a:lnTo>
                  <a:pt x="11188885" y="2119354"/>
                </a:lnTo>
                <a:lnTo>
                  <a:pt x="11184501" y="2119496"/>
                </a:lnTo>
                <a:lnTo>
                  <a:pt x="11166854" y="2133583"/>
                </a:lnTo>
                <a:lnTo>
                  <a:pt x="11157311" y="2139385"/>
                </a:lnTo>
                <a:lnTo>
                  <a:pt x="11155496" y="2144068"/>
                </a:lnTo>
                <a:cubicBezTo>
                  <a:pt x="11153045" y="2147436"/>
                  <a:pt x="11148902" y="2150083"/>
                  <a:pt x="11140961" y="2151086"/>
                </a:cubicBezTo>
                <a:lnTo>
                  <a:pt x="11138961" y="2150743"/>
                </a:lnTo>
                <a:lnTo>
                  <a:pt x="11128208" y="2160803"/>
                </a:lnTo>
                <a:cubicBezTo>
                  <a:pt x="11124962" y="2164785"/>
                  <a:pt x="11122359" y="2169258"/>
                  <a:pt x="11120691" y="2174395"/>
                </a:cubicBezTo>
                <a:cubicBezTo>
                  <a:pt x="11081770" y="2197656"/>
                  <a:pt x="10952581" y="2271077"/>
                  <a:pt x="10894683" y="2300370"/>
                </a:cubicBezTo>
                <a:cubicBezTo>
                  <a:pt x="10861781" y="2315405"/>
                  <a:pt x="10817803" y="2335857"/>
                  <a:pt x="10773300" y="2350162"/>
                </a:cubicBezTo>
                <a:cubicBezTo>
                  <a:pt x="10733414" y="2394390"/>
                  <a:pt x="10677791" y="2353706"/>
                  <a:pt x="10627668" y="2386200"/>
                </a:cubicBezTo>
                <a:cubicBezTo>
                  <a:pt x="10590276" y="2369074"/>
                  <a:pt x="10613693" y="2389253"/>
                  <a:pt x="10581895" y="2395660"/>
                </a:cubicBezTo>
                <a:cubicBezTo>
                  <a:pt x="10597733" y="2418627"/>
                  <a:pt x="10540912" y="2395212"/>
                  <a:pt x="10547790" y="2425394"/>
                </a:cubicBezTo>
                <a:cubicBezTo>
                  <a:pt x="10541784" y="2425603"/>
                  <a:pt x="10535750" y="2424857"/>
                  <a:pt x="10529643" y="2423878"/>
                </a:cubicBezTo>
                <a:lnTo>
                  <a:pt x="10526446" y="2423382"/>
                </a:lnTo>
                <a:lnTo>
                  <a:pt x="10515129" y="2426508"/>
                </a:lnTo>
                <a:lnTo>
                  <a:pt x="10491735" y="2421127"/>
                </a:lnTo>
                <a:cubicBezTo>
                  <a:pt x="10485147" y="2422161"/>
                  <a:pt x="10478389" y="2424430"/>
                  <a:pt x="10471418" y="2428664"/>
                </a:cubicBezTo>
                <a:cubicBezTo>
                  <a:pt x="10451763" y="2453636"/>
                  <a:pt x="10400774" y="2439247"/>
                  <a:pt x="10377042" y="2471569"/>
                </a:cubicBezTo>
                <a:cubicBezTo>
                  <a:pt x="10367240" y="2481286"/>
                  <a:pt x="10330319" y="2498097"/>
                  <a:pt x="10319338" y="2493192"/>
                </a:cubicBezTo>
                <a:cubicBezTo>
                  <a:pt x="10310813" y="2495031"/>
                  <a:pt x="10303331" y="2502144"/>
                  <a:pt x="10295467" y="2495050"/>
                </a:cubicBezTo>
                <a:cubicBezTo>
                  <a:pt x="10284420" y="2487261"/>
                  <a:pt x="10265794" y="2516157"/>
                  <a:pt x="10263443" y="2501919"/>
                </a:cubicBezTo>
                <a:lnTo>
                  <a:pt x="10205418" y="2509120"/>
                </a:lnTo>
                <a:cubicBezTo>
                  <a:pt x="10200696" y="2518180"/>
                  <a:pt x="10190895" y="2519327"/>
                  <a:pt x="10177759" y="2519914"/>
                </a:cubicBezTo>
                <a:lnTo>
                  <a:pt x="10165070" y="2520710"/>
                </a:lnTo>
                <a:lnTo>
                  <a:pt x="10156308" y="2534458"/>
                </a:lnTo>
                <a:cubicBezTo>
                  <a:pt x="10145406" y="2519028"/>
                  <a:pt x="10136981" y="2561781"/>
                  <a:pt x="10118267" y="2558113"/>
                </a:cubicBezTo>
                <a:lnTo>
                  <a:pt x="10083317" y="2570267"/>
                </a:lnTo>
                <a:cubicBezTo>
                  <a:pt x="10075718" y="2568198"/>
                  <a:pt x="10048011" y="2569526"/>
                  <a:pt x="10040388" y="2568603"/>
                </a:cubicBezTo>
                <a:cubicBezTo>
                  <a:pt x="9999609" y="2578704"/>
                  <a:pt x="9985545" y="2579194"/>
                  <a:pt x="9961167" y="2584118"/>
                </a:cubicBezTo>
                <a:cubicBezTo>
                  <a:pt x="9920131" y="2584260"/>
                  <a:pt x="9889892" y="2581061"/>
                  <a:pt x="9848940" y="2590886"/>
                </a:cubicBezTo>
                <a:lnTo>
                  <a:pt x="9729457" y="2611093"/>
                </a:lnTo>
                <a:cubicBezTo>
                  <a:pt x="9676207" y="2601507"/>
                  <a:pt x="9631235" y="2626730"/>
                  <a:pt x="9613704" y="2639342"/>
                </a:cubicBezTo>
                <a:cubicBezTo>
                  <a:pt x="9548152" y="2653618"/>
                  <a:pt x="9410970" y="2690964"/>
                  <a:pt x="9338590" y="2696264"/>
                </a:cubicBezTo>
                <a:lnTo>
                  <a:pt x="9232518" y="2720120"/>
                </a:lnTo>
                <a:lnTo>
                  <a:pt x="9156690" y="2730199"/>
                </a:lnTo>
                <a:lnTo>
                  <a:pt x="9054601" y="2737726"/>
                </a:lnTo>
                <a:lnTo>
                  <a:pt x="9006634" y="2741011"/>
                </a:lnTo>
                <a:lnTo>
                  <a:pt x="9006349" y="2740771"/>
                </a:lnTo>
                <a:cubicBezTo>
                  <a:pt x="9004294" y="2740551"/>
                  <a:pt x="9001475" y="2740879"/>
                  <a:pt x="8997380" y="2741982"/>
                </a:cubicBezTo>
                <a:lnTo>
                  <a:pt x="8991542" y="2744043"/>
                </a:lnTo>
                <a:lnTo>
                  <a:pt x="8975485" y="2747269"/>
                </a:lnTo>
                <a:lnTo>
                  <a:pt x="8969159" y="2746569"/>
                </a:lnTo>
                <a:lnTo>
                  <a:pt x="8964196" y="2744344"/>
                </a:lnTo>
                <a:cubicBezTo>
                  <a:pt x="8955841" y="2752295"/>
                  <a:pt x="8956668" y="2761243"/>
                  <a:pt x="8930136" y="2741156"/>
                </a:cubicBezTo>
                <a:cubicBezTo>
                  <a:pt x="8899182" y="2742176"/>
                  <a:pt x="8790451" y="2756831"/>
                  <a:pt x="8753592" y="2760388"/>
                </a:cubicBezTo>
                <a:cubicBezTo>
                  <a:pt x="8720970" y="2771108"/>
                  <a:pt x="8749345" y="2757447"/>
                  <a:pt x="8708995" y="2762489"/>
                </a:cubicBezTo>
                <a:cubicBezTo>
                  <a:pt x="8672757" y="2782024"/>
                  <a:pt x="8640293" y="2765584"/>
                  <a:pt x="8597219" y="2771061"/>
                </a:cubicBezTo>
                <a:lnTo>
                  <a:pt x="8526378" y="2756219"/>
                </a:lnTo>
                <a:lnTo>
                  <a:pt x="8512131" y="2762134"/>
                </a:lnTo>
                <a:lnTo>
                  <a:pt x="8507315" y="2765135"/>
                </a:lnTo>
                <a:cubicBezTo>
                  <a:pt x="8503797" y="2766912"/>
                  <a:pt x="8501196" y="2767723"/>
                  <a:pt x="8499116" y="2767873"/>
                </a:cubicBezTo>
                <a:lnTo>
                  <a:pt x="8498742" y="2767694"/>
                </a:lnTo>
                <a:lnTo>
                  <a:pt x="8491397" y="2770744"/>
                </a:lnTo>
                <a:lnTo>
                  <a:pt x="8368330" y="2784786"/>
                </a:lnTo>
                <a:cubicBezTo>
                  <a:pt x="8363173" y="2786811"/>
                  <a:pt x="8358881" y="2786463"/>
                  <a:pt x="8354947" y="2784980"/>
                </a:cubicBezTo>
                <a:lnTo>
                  <a:pt x="8321252" y="2801558"/>
                </a:lnTo>
                <a:lnTo>
                  <a:pt x="8315581" y="2801884"/>
                </a:lnTo>
                <a:lnTo>
                  <a:pt x="8296322" y="2815779"/>
                </a:lnTo>
                <a:lnTo>
                  <a:pt x="8285424" y="2821602"/>
                </a:lnTo>
                <a:lnTo>
                  <a:pt x="8284298" y="2826045"/>
                </a:lnTo>
                <a:cubicBezTo>
                  <a:pt x="8281994" y="2829290"/>
                  <a:pt x="8277300" y="2831938"/>
                  <a:pt x="8267224" y="2833220"/>
                </a:cubicBezTo>
                <a:lnTo>
                  <a:pt x="8264525" y="2832990"/>
                </a:lnTo>
                <a:lnTo>
                  <a:pt x="8253181" y="2842833"/>
                </a:lnTo>
                <a:cubicBezTo>
                  <a:pt x="8250007" y="2846683"/>
                  <a:pt x="8247795" y="2850965"/>
                  <a:pt x="8246982" y="2855825"/>
                </a:cubicBezTo>
                <a:cubicBezTo>
                  <a:pt x="8182975" y="2852918"/>
                  <a:pt x="8148279" y="2887040"/>
                  <a:pt x="8091420" y="2901986"/>
                </a:cubicBezTo>
                <a:cubicBezTo>
                  <a:pt x="8026616" y="2925128"/>
                  <a:pt x="7968218" y="2946364"/>
                  <a:pt x="7906555" y="2943959"/>
                </a:cubicBezTo>
                <a:cubicBezTo>
                  <a:pt x="7836267" y="2958871"/>
                  <a:pt x="7782114" y="2961102"/>
                  <a:pt x="7719893" y="2969674"/>
                </a:cubicBezTo>
                <a:lnTo>
                  <a:pt x="7615495" y="2966203"/>
                </a:lnTo>
                <a:lnTo>
                  <a:pt x="7528691" y="2972031"/>
                </a:lnTo>
                <a:lnTo>
                  <a:pt x="7520719" y="2974584"/>
                </a:lnTo>
                <a:cubicBezTo>
                  <a:pt x="7515141" y="2975923"/>
                  <a:pt x="7511320" y="2976273"/>
                  <a:pt x="7508559" y="2975919"/>
                </a:cubicBezTo>
                <a:lnTo>
                  <a:pt x="7508188" y="2975592"/>
                </a:lnTo>
                <a:lnTo>
                  <a:pt x="7496943" y="2977544"/>
                </a:lnTo>
                <a:lnTo>
                  <a:pt x="7219707" y="2983651"/>
                </a:lnTo>
                <a:lnTo>
                  <a:pt x="7202249" y="2988201"/>
                </a:lnTo>
                <a:lnTo>
                  <a:pt x="7198152" y="2993559"/>
                </a:lnTo>
                <a:cubicBezTo>
                  <a:pt x="7193259" y="2997082"/>
                  <a:pt x="7185654" y="2999221"/>
                  <a:pt x="7171956" y="2998207"/>
                </a:cubicBezTo>
                <a:lnTo>
                  <a:pt x="7098136" y="3010435"/>
                </a:lnTo>
                <a:cubicBezTo>
                  <a:pt x="7062296" y="3011413"/>
                  <a:pt x="7051336" y="3012390"/>
                  <a:pt x="7019644" y="3010061"/>
                </a:cubicBezTo>
                <a:cubicBezTo>
                  <a:pt x="6938675" y="3020999"/>
                  <a:pt x="6944793" y="3045165"/>
                  <a:pt x="6905294" y="3039567"/>
                </a:cubicBezTo>
                <a:cubicBezTo>
                  <a:pt x="6873070" y="3034359"/>
                  <a:pt x="6789137" y="3053433"/>
                  <a:pt x="6709370" y="3067522"/>
                </a:cubicBezTo>
                <a:cubicBezTo>
                  <a:pt x="6650254" y="3076977"/>
                  <a:pt x="6629253" y="3091078"/>
                  <a:pt x="6550602" y="3096298"/>
                </a:cubicBezTo>
                <a:cubicBezTo>
                  <a:pt x="6473302" y="3140388"/>
                  <a:pt x="6410843" y="3116665"/>
                  <a:pt x="6318708" y="3143098"/>
                </a:cubicBezTo>
                <a:cubicBezTo>
                  <a:pt x="6298698" y="3158620"/>
                  <a:pt x="6210439" y="3141427"/>
                  <a:pt x="6169822" y="3145185"/>
                </a:cubicBezTo>
                <a:cubicBezTo>
                  <a:pt x="6129203" y="3148943"/>
                  <a:pt x="6091688" y="3162491"/>
                  <a:pt x="6074996" y="3165647"/>
                </a:cubicBezTo>
                <a:lnTo>
                  <a:pt x="6069677" y="3164110"/>
                </a:lnTo>
                <a:lnTo>
                  <a:pt x="6049786" y="3164793"/>
                </a:lnTo>
                <a:lnTo>
                  <a:pt x="6042433" y="3156444"/>
                </a:lnTo>
                <a:lnTo>
                  <a:pt x="6011238" y="3151351"/>
                </a:lnTo>
                <a:cubicBezTo>
                  <a:pt x="5999830" y="3150764"/>
                  <a:pt x="5971276" y="3151677"/>
                  <a:pt x="5958523" y="3154995"/>
                </a:cubicBezTo>
                <a:lnTo>
                  <a:pt x="5760067" y="3170687"/>
                </a:lnTo>
                <a:lnTo>
                  <a:pt x="5628108" y="3171710"/>
                </a:lnTo>
                <a:lnTo>
                  <a:pt x="5472054" y="3157690"/>
                </a:lnTo>
                <a:cubicBezTo>
                  <a:pt x="5479284" y="3144662"/>
                  <a:pt x="5440157" y="3158728"/>
                  <a:pt x="5433909" y="3146437"/>
                </a:cubicBezTo>
                <a:cubicBezTo>
                  <a:pt x="5430517" y="3136405"/>
                  <a:pt x="5392976" y="3131721"/>
                  <a:pt x="5382817" y="3128735"/>
                </a:cubicBezTo>
                <a:lnTo>
                  <a:pt x="5262912" y="3108318"/>
                </a:lnTo>
                <a:cubicBezTo>
                  <a:pt x="5252746" y="3108134"/>
                  <a:pt x="5231699" y="3099824"/>
                  <a:pt x="5224109" y="3097194"/>
                </a:cubicBezTo>
                <a:lnTo>
                  <a:pt x="5175808" y="3094204"/>
                </a:lnTo>
                <a:lnTo>
                  <a:pt x="5157702" y="3086981"/>
                </a:lnTo>
                <a:lnTo>
                  <a:pt x="5143747" y="3083581"/>
                </a:lnTo>
                <a:lnTo>
                  <a:pt x="5140744" y="3081480"/>
                </a:lnTo>
                <a:cubicBezTo>
                  <a:pt x="5135026" y="3077440"/>
                  <a:pt x="5129229" y="3073629"/>
                  <a:pt x="5122807" y="3070627"/>
                </a:cubicBezTo>
                <a:cubicBezTo>
                  <a:pt x="5109467" y="3099246"/>
                  <a:pt x="5066004" y="3049810"/>
                  <a:pt x="5066938" y="3077198"/>
                </a:cubicBezTo>
                <a:cubicBezTo>
                  <a:pt x="5029345" y="3065682"/>
                  <a:pt x="5040096" y="3094771"/>
                  <a:pt x="5012662" y="3060817"/>
                </a:cubicBezTo>
                <a:cubicBezTo>
                  <a:pt x="4938174" y="3061200"/>
                  <a:pt x="4917504" y="3074207"/>
                  <a:pt x="4841589" y="3036800"/>
                </a:cubicBezTo>
                <a:cubicBezTo>
                  <a:pt x="4807890" y="3020158"/>
                  <a:pt x="4785258" y="3009012"/>
                  <a:pt x="4763595" y="3009032"/>
                </a:cubicBezTo>
                <a:cubicBezTo>
                  <a:pt x="4742475" y="3004532"/>
                  <a:pt x="4730631" y="3001709"/>
                  <a:pt x="4724334" y="3000018"/>
                </a:cubicBezTo>
                <a:lnTo>
                  <a:pt x="4722324" y="2999269"/>
                </a:lnTo>
                <a:lnTo>
                  <a:pt x="4723259" y="2999058"/>
                </a:lnTo>
                <a:cubicBezTo>
                  <a:pt x="4722296" y="2998416"/>
                  <a:pt x="4719415" y="2997810"/>
                  <a:pt x="4718350" y="2997788"/>
                </a:cubicBezTo>
                <a:lnTo>
                  <a:pt x="4722324" y="2999269"/>
                </a:lnTo>
                <a:lnTo>
                  <a:pt x="4716674" y="3000544"/>
                </a:lnTo>
                <a:cubicBezTo>
                  <a:pt x="4681300" y="2993588"/>
                  <a:pt x="4525895" y="2992780"/>
                  <a:pt x="4516962" y="2990642"/>
                </a:cubicBezTo>
                <a:cubicBezTo>
                  <a:pt x="4458971" y="2977530"/>
                  <a:pt x="4463810" y="2976789"/>
                  <a:pt x="4429691" y="2979991"/>
                </a:cubicBezTo>
                <a:cubicBezTo>
                  <a:pt x="4424455" y="2983362"/>
                  <a:pt x="4370126" y="2977068"/>
                  <a:pt x="4364023" y="2978645"/>
                </a:cubicBezTo>
                <a:lnTo>
                  <a:pt x="4318114" y="2985260"/>
                </a:lnTo>
                <a:lnTo>
                  <a:pt x="4316258" y="2983919"/>
                </a:lnTo>
                <a:cubicBezTo>
                  <a:pt x="4307275" y="2980548"/>
                  <a:pt x="4301145" y="2980549"/>
                  <a:pt x="4296292" y="2982040"/>
                </a:cubicBezTo>
                <a:lnTo>
                  <a:pt x="4291212" y="2984957"/>
                </a:lnTo>
                <a:lnTo>
                  <a:pt x="4277290" y="2984711"/>
                </a:lnTo>
                <a:lnTo>
                  <a:pt x="4249265" y="2987035"/>
                </a:lnTo>
                <a:lnTo>
                  <a:pt x="4203199" y="2984240"/>
                </a:lnTo>
                <a:cubicBezTo>
                  <a:pt x="4203096" y="2983820"/>
                  <a:pt x="4202995" y="2983401"/>
                  <a:pt x="4202893" y="2982981"/>
                </a:cubicBezTo>
                <a:cubicBezTo>
                  <a:pt x="4201267" y="2980144"/>
                  <a:pt x="4198292" y="2978025"/>
                  <a:pt x="4192396" y="2977347"/>
                </a:cubicBezTo>
                <a:cubicBezTo>
                  <a:pt x="4205365" y="2960058"/>
                  <a:pt x="4162425" y="2961953"/>
                  <a:pt x="4143893" y="2961482"/>
                </a:cubicBezTo>
                <a:cubicBezTo>
                  <a:pt x="4125868" y="2954416"/>
                  <a:pt x="4100250" y="2940836"/>
                  <a:pt x="4084245" y="2934949"/>
                </a:cubicBezTo>
                <a:lnTo>
                  <a:pt x="4075694" y="2934114"/>
                </a:lnTo>
                <a:cubicBezTo>
                  <a:pt x="4075655" y="2934013"/>
                  <a:pt x="4075614" y="2933914"/>
                  <a:pt x="4075575" y="2933815"/>
                </a:cubicBezTo>
                <a:cubicBezTo>
                  <a:pt x="4073829" y="2933031"/>
                  <a:pt x="4071057" y="2932530"/>
                  <a:pt x="4066658" y="2932371"/>
                </a:cubicBezTo>
                <a:lnTo>
                  <a:pt x="4060102" y="2932589"/>
                </a:lnTo>
                <a:lnTo>
                  <a:pt x="4043512" y="2930968"/>
                </a:lnTo>
                <a:lnTo>
                  <a:pt x="4038145" y="2928534"/>
                </a:lnTo>
                <a:lnTo>
                  <a:pt x="4036511" y="2924867"/>
                </a:lnTo>
                <a:lnTo>
                  <a:pt x="4034926" y="2925102"/>
                </a:lnTo>
                <a:cubicBezTo>
                  <a:pt x="4022576" y="2929966"/>
                  <a:pt x="4018025" y="2938342"/>
                  <a:pt x="4005686" y="2912534"/>
                </a:cubicBezTo>
                <a:lnTo>
                  <a:pt x="3937994" y="2895077"/>
                </a:lnTo>
                <a:cubicBezTo>
                  <a:pt x="3921658" y="2902801"/>
                  <a:pt x="3909686" y="2898112"/>
                  <a:pt x="3898423" y="2889422"/>
                </a:cubicBezTo>
                <a:cubicBezTo>
                  <a:pt x="3862243" y="2889918"/>
                  <a:pt x="3830779" y="2876048"/>
                  <a:pt x="3790908" y="2869184"/>
                </a:cubicBezTo>
                <a:cubicBezTo>
                  <a:pt x="3742158" y="2854478"/>
                  <a:pt x="3726280" y="2852501"/>
                  <a:pt x="3683661" y="2845261"/>
                </a:cubicBezTo>
                <a:lnTo>
                  <a:pt x="3611183" y="2812990"/>
                </a:lnTo>
                <a:lnTo>
                  <a:pt x="3605003" y="2814352"/>
                </a:lnTo>
                <a:cubicBezTo>
                  <a:pt x="3600731" y="2814971"/>
                  <a:pt x="3597877" y="2814971"/>
                  <a:pt x="3595884" y="2814516"/>
                </a:cubicBezTo>
                <a:lnTo>
                  <a:pt x="3595649" y="2814247"/>
                </a:lnTo>
                <a:lnTo>
                  <a:pt x="3587126" y="2814937"/>
                </a:lnTo>
                <a:cubicBezTo>
                  <a:pt x="3572774" y="2816728"/>
                  <a:pt x="3550540" y="2802529"/>
                  <a:pt x="3537283" y="2805238"/>
                </a:cubicBezTo>
                <a:cubicBezTo>
                  <a:pt x="3515092" y="2800942"/>
                  <a:pt x="3489773" y="2807207"/>
                  <a:pt x="3474371" y="2801577"/>
                </a:cubicBezTo>
                <a:lnTo>
                  <a:pt x="3401876" y="2789529"/>
                </a:lnTo>
                <a:lnTo>
                  <a:pt x="3365036" y="2806481"/>
                </a:lnTo>
                <a:cubicBezTo>
                  <a:pt x="3361007" y="2808779"/>
                  <a:pt x="3355145" y="2809857"/>
                  <a:pt x="3345174" y="2808163"/>
                </a:cubicBezTo>
                <a:lnTo>
                  <a:pt x="3342846" y="2807188"/>
                </a:lnTo>
                <a:cubicBezTo>
                  <a:pt x="3337528" y="2809659"/>
                  <a:pt x="3296694" y="2810789"/>
                  <a:pt x="3263504" y="2813065"/>
                </a:cubicBezTo>
                <a:cubicBezTo>
                  <a:pt x="3210873" y="2815406"/>
                  <a:pt x="3204538" y="2823378"/>
                  <a:pt x="3143704" y="2820840"/>
                </a:cubicBezTo>
                <a:cubicBezTo>
                  <a:pt x="3083839" y="2822069"/>
                  <a:pt x="3073438" y="2828075"/>
                  <a:pt x="3031439" y="2823483"/>
                </a:cubicBezTo>
                <a:lnTo>
                  <a:pt x="2782717" y="2845304"/>
                </a:lnTo>
                <a:cubicBezTo>
                  <a:pt x="2720447" y="2872959"/>
                  <a:pt x="2718750" y="2842390"/>
                  <a:pt x="2647675" y="2855840"/>
                </a:cubicBezTo>
                <a:cubicBezTo>
                  <a:pt x="2583664" y="2795905"/>
                  <a:pt x="2609849" y="2834173"/>
                  <a:pt x="2569176" y="2829599"/>
                </a:cubicBezTo>
                <a:lnTo>
                  <a:pt x="2444403" y="2843500"/>
                </a:lnTo>
                <a:cubicBezTo>
                  <a:pt x="2412730" y="2860060"/>
                  <a:pt x="2355175" y="2829971"/>
                  <a:pt x="2316260" y="2851967"/>
                </a:cubicBezTo>
                <a:cubicBezTo>
                  <a:pt x="2277148" y="2852505"/>
                  <a:pt x="2234330" y="2848310"/>
                  <a:pt x="2209726" y="2846734"/>
                </a:cubicBezTo>
                <a:cubicBezTo>
                  <a:pt x="2172984" y="2843077"/>
                  <a:pt x="2131016" y="2834145"/>
                  <a:pt x="2095813" y="2830023"/>
                </a:cubicBezTo>
                <a:cubicBezTo>
                  <a:pt x="2078687" y="2843632"/>
                  <a:pt x="2046700" y="2821328"/>
                  <a:pt x="1998504" y="2822003"/>
                </a:cubicBezTo>
                <a:cubicBezTo>
                  <a:pt x="1979851" y="2837650"/>
                  <a:pt x="1965997" y="2822267"/>
                  <a:pt x="1929320" y="2843948"/>
                </a:cubicBezTo>
                <a:cubicBezTo>
                  <a:pt x="1927506" y="2842156"/>
                  <a:pt x="1925308" y="2840529"/>
                  <a:pt x="1922798" y="2839117"/>
                </a:cubicBezTo>
                <a:cubicBezTo>
                  <a:pt x="1908224" y="2830923"/>
                  <a:pt x="1886476" y="2831636"/>
                  <a:pt x="1874228" y="2840712"/>
                </a:cubicBezTo>
                <a:cubicBezTo>
                  <a:pt x="1844711" y="2855471"/>
                  <a:pt x="1815838" y="2863248"/>
                  <a:pt x="1787803" y="2868334"/>
                </a:cubicBezTo>
                <a:lnTo>
                  <a:pt x="1739352" y="2863283"/>
                </a:lnTo>
                <a:cubicBezTo>
                  <a:pt x="1720756" y="2859717"/>
                  <a:pt x="1697809" y="2850808"/>
                  <a:pt x="1676219" y="2846934"/>
                </a:cubicBezTo>
                <a:cubicBezTo>
                  <a:pt x="1653856" y="2845729"/>
                  <a:pt x="1629782" y="2852334"/>
                  <a:pt x="1609817" y="2840037"/>
                </a:cubicBezTo>
                <a:cubicBezTo>
                  <a:pt x="1570834" y="2828361"/>
                  <a:pt x="1525521" y="2848516"/>
                  <a:pt x="1497258" y="2814447"/>
                </a:cubicBezTo>
                <a:cubicBezTo>
                  <a:pt x="1419429" y="2799738"/>
                  <a:pt x="1265224" y="2779725"/>
                  <a:pt x="1151127" y="2765012"/>
                </a:cubicBezTo>
                <a:cubicBezTo>
                  <a:pt x="1044820" y="2755201"/>
                  <a:pt x="911490" y="2756949"/>
                  <a:pt x="859417" y="2755579"/>
                </a:cubicBezTo>
                <a:lnTo>
                  <a:pt x="838688" y="2756792"/>
                </a:lnTo>
                <a:cubicBezTo>
                  <a:pt x="829380" y="2753383"/>
                  <a:pt x="823010" y="2753358"/>
                  <a:pt x="817957" y="2754828"/>
                </a:cubicBezTo>
                <a:lnTo>
                  <a:pt x="812654" y="2757722"/>
                </a:lnTo>
                <a:lnTo>
                  <a:pt x="721195" y="2756632"/>
                </a:lnTo>
                <a:cubicBezTo>
                  <a:pt x="721095" y="2756212"/>
                  <a:pt x="720991" y="2755791"/>
                  <a:pt x="720890" y="2755370"/>
                </a:cubicBezTo>
                <a:cubicBezTo>
                  <a:pt x="719222" y="2752527"/>
                  <a:pt x="716144" y="2750395"/>
                  <a:pt x="710023" y="2749693"/>
                </a:cubicBezTo>
                <a:cubicBezTo>
                  <a:pt x="689532" y="2741604"/>
                  <a:pt x="619665" y="2714421"/>
                  <a:pt x="597940" y="2706835"/>
                </a:cubicBezTo>
                <a:cubicBezTo>
                  <a:pt x="587430" y="2706236"/>
                  <a:pt x="583862" y="2704593"/>
                  <a:pt x="579683" y="2704183"/>
                </a:cubicBezTo>
                <a:lnTo>
                  <a:pt x="572865" y="2704372"/>
                </a:lnTo>
                <a:cubicBezTo>
                  <a:pt x="550627" y="2698066"/>
                  <a:pt x="474197" y="2673651"/>
                  <a:pt x="446247" y="2666342"/>
                </a:cubicBezTo>
                <a:cubicBezTo>
                  <a:pt x="429213" y="2673994"/>
                  <a:pt x="416808" y="2669256"/>
                  <a:pt x="405163" y="2660519"/>
                </a:cubicBezTo>
                <a:cubicBezTo>
                  <a:pt x="367566" y="2660861"/>
                  <a:pt x="334968" y="2646856"/>
                  <a:pt x="293583" y="2639823"/>
                </a:cubicBezTo>
                <a:lnTo>
                  <a:pt x="119529" y="2588018"/>
                </a:lnTo>
                <a:cubicBezTo>
                  <a:pt x="73377" y="2578908"/>
                  <a:pt x="36403" y="2586550"/>
                  <a:pt x="16674" y="2585162"/>
                </a:cubicBezTo>
                <a:lnTo>
                  <a:pt x="1150" y="2579693"/>
                </a:lnTo>
                <a:cubicBezTo>
                  <a:pt x="-1438" y="2323697"/>
                  <a:pt x="1148" y="1341304"/>
                  <a:pt x="1148" y="1049184"/>
                </a:cubicBezTo>
                <a:lnTo>
                  <a:pt x="1148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812A4D-DAAC-9758-C201-1B21CD39F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6" y="548640"/>
            <a:ext cx="9916632" cy="118872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Conclusion</a:t>
            </a:r>
            <a:endParaRPr lang="he-IL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F83ACA5-93EE-4A9D-5B60-1DB599EA0FB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957339" y="2392438"/>
            <a:ext cx="7491461" cy="368515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 fontScale="85000" lnSpcReduction="10000"/>
          </a:bodyPr>
          <a:lstStyle/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240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OptiVision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provides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a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comprehensive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tool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for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early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detection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vision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impairments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system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makes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vision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health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more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accessible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allowing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users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to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track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their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vision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over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time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Early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detection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can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help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prevent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severe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vision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problems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improving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quality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life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OptiVision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offers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a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practical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home-based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solution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for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regular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vision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screening</a:t>
            </a:r>
            <a:r>
              <a:rPr lang="en-US" altLang="he-IL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rPr>
              <a:t>.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474049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149C35-5E6E-6823-24A5-7A91D8CB6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394" y="1070800"/>
            <a:ext cx="3939688" cy="5583126"/>
          </a:xfrm>
        </p:spPr>
        <p:txBody>
          <a:bodyPr>
            <a:normAutofit/>
          </a:bodyPr>
          <a:lstStyle/>
          <a:p>
            <a:pPr algn="r"/>
            <a:r>
              <a:rPr lang="en-US" sz="6800" dirty="0"/>
              <a:t>Questions</a:t>
            </a:r>
            <a:endParaRPr lang="he-IL" sz="6800" dirty="0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8053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2" name="Rectangle 1">
            <a:extLst>
              <a:ext uri="{FF2B5EF4-FFF2-40B4-BE49-F238E27FC236}">
                <a16:creationId xmlns:a16="http://schemas.microsoft.com/office/drawing/2014/main" id="{02E0CAB9-2D14-3ECA-9063-E3AE4E5A265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41331188"/>
              </p:ext>
            </p:extLst>
          </p:nvPr>
        </p:nvGraphicFramePr>
        <p:xfrm>
          <a:off x="5108535" y="1070800"/>
          <a:ext cx="6245265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561005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</TotalTime>
  <Words>979</Words>
  <Application>Microsoft Office PowerPoint</Application>
  <PresentationFormat>Widescreen</PresentationFormat>
  <Paragraphs>107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OptiVision: Advanced Screening for Early Detection of Vision Impairments </vt:lpstr>
      <vt:lpstr>Introduction</vt:lpstr>
      <vt:lpstr>Problem Statement</vt:lpstr>
      <vt:lpstr>Existing Solutions &amp; Limitations </vt:lpstr>
      <vt:lpstr>Why OptiVision is Better?</vt:lpstr>
      <vt:lpstr>Project Objectives</vt:lpstr>
      <vt:lpstr>Solution Overview </vt:lpstr>
      <vt:lpstr>System Architecture</vt:lpstr>
      <vt:lpstr>Vision Tests</vt:lpstr>
      <vt:lpstr>Screen Calibration</vt:lpstr>
      <vt:lpstr>Functional Flow</vt:lpstr>
      <vt:lpstr> Technology Stack </vt:lpstr>
      <vt:lpstr>Use Case Diagram</vt:lpstr>
      <vt:lpstr>Activity Diagram </vt:lpstr>
      <vt:lpstr>Class Diagram</vt:lpstr>
      <vt:lpstr>Testing Plan</vt:lpstr>
      <vt:lpstr> Evaluation </vt:lpstr>
      <vt:lpstr> Challenges </vt:lpstr>
      <vt:lpstr>Conclusion</vt:lpstr>
      <vt:lpstr>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תמיר עאמר</dc:creator>
  <cp:lastModifiedBy>תמיר עאמר</cp:lastModifiedBy>
  <cp:revision>9</cp:revision>
  <dcterms:created xsi:type="dcterms:W3CDTF">2024-09-11T12:32:29Z</dcterms:created>
  <dcterms:modified xsi:type="dcterms:W3CDTF">2024-09-14T10:13:55Z</dcterms:modified>
</cp:coreProperties>
</file>